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firstSlideNum="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6858000" cx="12192000"/>
  <p:notesSz cx="6797675" cy="992662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2D200454-40CA-4A62-9FC3-DE9A4176ACB9}">
      <p15:notesGuideLst>
        <p15:guide id="1" orient="horz">
          <p15:clr>
            <a:srgbClr val="A4A3A4"/>
          </p15:clr>
        </p15:guide>
        <p15:guide id="2" pos="2139">
          <p15:clr>
            <a:srgbClr val="A4A3A4"/>
          </p15:clr>
        </p15:guide>
      </p15:notesGuideLst>
    </p:ext>
    <p:ext uri="http://customooxmlschemas.google.com/">
      <go:slidesCustomData xmlns:go="http://customooxmlschemas.google.com/" r:id="rId30" roundtripDataSignature="AMtx7mjhC/oNWx6SowtoGMSeOlLudjbGn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A46032B-78F0-4966-B5B5-E3F214D14A4C}">
  <a:tblStyle styleId="{AA46032B-78F0-4966-B5B5-E3F214D14A4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notesViewPr>
    <p:cSldViewPr snapToGrid="0">
      <p:cViewPr varScale="1">
        <p:scale>
          <a:sx n="100" d="100"/>
          <a:sy n="100" d="100"/>
        </p:scale>
        <p:origin x="0" y="0"/>
      </p:cViewPr>
      <p:guideLst>
        <p:guide orient="horz"/>
        <p:guide pos="2139"/>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454896" y="766800"/>
            <a:ext cx="5932800" cy="333774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 name="Google Shape;4;n"/>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lvl1pPr indent="-298450" lvl="0" marL="457200" marR="0" rtl="0" algn="l">
              <a:lnSpc>
                <a:spcPct val="125000"/>
              </a:lnSpc>
              <a:spcBef>
                <a:spcPts val="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1pPr>
            <a:lvl2pPr indent="-298450" lvl="1" marL="914400" marR="0" rtl="0" algn="l">
              <a:lnSpc>
                <a:spcPct val="125000"/>
              </a:lnSpc>
              <a:spcBef>
                <a:spcPts val="6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2pPr>
            <a:lvl3pPr indent="-298450" lvl="2" marL="1371600" marR="0" rtl="0" algn="l">
              <a:lnSpc>
                <a:spcPct val="125000"/>
              </a:lnSpc>
              <a:spcBef>
                <a:spcPts val="600"/>
              </a:spcBef>
              <a:spcAft>
                <a:spcPts val="0"/>
              </a:spcAft>
              <a:buClr>
                <a:schemeClr val="dk1"/>
              </a:buClr>
              <a:buSzPts val="1100"/>
              <a:buFont typeface="Microsoft Yahei"/>
              <a:buChar char="▪"/>
              <a:defRPr b="0" i="0" sz="1100" u="none" cap="none" strike="noStrike">
                <a:solidFill>
                  <a:schemeClr val="dk1"/>
                </a:solidFill>
                <a:latin typeface="Arial"/>
                <a:ea typeface="Arial"/>
                <a:cs typeface="Arial"/>
                <a:sym typeface="Arial"/>
              </a:defRPr>
            </a:lvl3pPr>
            <a:lvl4pPr indent="-298450" lvl="3" marL="1828800" marR="0" rtl="0" algn="l">
              <a:lnSpc>
                <a:spcPct val="125000"/>
              </a:lnSpc>
              <a:spcBef>
                <a:spcPts val="6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indent="-298450" lvl="4" marL="2286000" marR="0" rtl="0" algn="l">
              <a:lnSpc>
                <a:spcPct val="125000"/>
              </a:lnSpc>
              <a:spcBef>
                <a:spcPts val="6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228600" lvl="5" marL="2743200" marR="0" rtl="0" algn="l">
              <a:spcBef>
                <a:spcPts val="600"/>
              </a:spcBef>
              <a:spcAft>
                <a:spcPts val="0"/>
              </a:spcAft>
              <a:buSzPts val="1400"/>
              <a:buNone/>
              <a:defRPr b="0" i="0" sz="16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6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6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6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extLst>
    <p:ext uri="{620B2872-D7B9-4A21-9093-7833F8D536E1}">
      <p15:sldGuideLst>
        <p15:guide id="1" orient="horz" pos="2886">
          <p15:clr>
            <a:srgbClr val="F26B43"/>
          </p15:clr>
        </p15:guide>
        <p15:guide id="2" orient="horz" pos="482">
          <p15:clr>
            <a:srgbClr val="F26B43"/>
          </p15:clr>
        </p15:guide>
        <p15:guide id="3" orient="horz" pos="2591">
          <p15:clr>
            <a:srgbClr val="F26B43"/>
          </p15:clr>
        </p15:guide>
        <p15:guide id="4" orient="horz" pos="2160">
          <p15:clr>
            <a:srgbClr val="F26B43"/>
          </p15:clr>
        </p15:guide>
        <p15:guide id="5" pos="4021">
          <p15:clr>
            <a:srgbClr val="F26B43"/>
          </p15:clr>
        </p15:guide>
        <p15:guide id="6" pos="279">
          <p15:clr>
            <a:srgbClr val="F26B43"/>
          </p15:clr>
        </p15:guide>
        <p15:guide id="7" pos="2139">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p1: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p2: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3: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p3: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4: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p4: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5: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p5: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6: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Authentication: determines which users can access the network.</a:t>
            </a:r>
            <a:endParaRPr/>
          </a:p>
          <a:p>
            <a:pPr indent="-180000" lvl="0" marL="180000" rtl="0" algn="l">
              <a:lnSpc>
                <a:spcPct val="125000"/>
              </a:lnSpc>
              <a:spcBef>
                <a:spcPts val="600"/>
              </a:spcBef>
              <a:spcAft>
                <a:spcPts val="0"/>
              </a:spcAft>
              <a:buClr>
                <a:schemeClr val="dk1"/>
              </a:buClr>
              <a:buSzPts val="1100"/>
              <a:buChar char="•"/>
            </a:pPr>
            <a:r>
              <a:rPr lang="en-US"/>
              <a:t>Authorization: authorizes users to access specific services.</a:t>
            </a:r>
            <a:endParaRPr/>
          </a:p>
          <a:p>
            <a:pPr indent="-180000" lvl="0" marL="180000" rtl="0" algn="l">
              <a:lnSpc>
                <a:spcPct val="125000"/>
              </a:lnSpc>
              <a:spcBef>
                <a:spcPts val="600"/>
              </a:spcBef>
              <a:spcAft>
                <a:spcPts val="0"/>
              </a:spcAft>
              <a:buClr>
                <a:schemeClr val="dk1"/>
              </a:buClr>
              <a:buSzPts val="1100"/>
              <a:buChar char="•"/>
            </a:pPr>
            <a:r>
              <a:rPr lang="en-US"/>
              <a:t>Accounting: records network resource utilization.</a:t>
            </a:r>
            <a:endParaRPr/>
          </a:p>
          <a:p>
            <a:pPr indent="-180000" lvl="0" marL="180000" rtl="0" algn="l">
              <a:lnSpc>
                <a:spcPct val="125000"/>
              </a:lnSpc>
              <a:spcBef>
                <a:spcPts val="600"/>
              </a:spcBef>
              <a:spcAft>
                <a:spcPts val="0"/>
              </a:spcAft>
              <a:buClr>
                <a:schemeClr val="dk1"/>
              </a:buClr>
              <a:buSzPts val="1100"/>
              <a:buChar char="•"/>
            </a:pPr>
            <a:r>
              <a:rPr lang="en-US"/>
              <a:t>The Internet service provider (ISP) needs to authenticate the account and password of a home broadband user before allowing the user to access the Internet. In addition, the ISP records the online duration or traffic of the user. This is the most common application scenario of the AAA technology.</a:t>
            </a:r>
            <a:endParaRPr/>
          </a:p>
        </p:txBody>
      </p:sp>
      <p:sp>
        <p:nvSpPr>
          <p:cNvPr id="272" name="Google Shape;272;p6: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7: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The NAS manages users based on domains. Each domain can be configured with different authentication, authorization, and accounting schemes to perform authentication, authorization, and accounting for users in the domain.</a:t>
            </a:r>
            <a:endParaRPr/>
          </a:p>
          <a:p>
            <a:pPr indent="-180000" lvl="0" marL="180000" rtl="0" algn="l">
              <a:lnSpc>
                <a:spcPct val="125000"/>
              </a:lnSpc>
              <a:spcBef>
                <a:spcPts val="600"/>
              </a:spcBef>
              <a:spcAft>
                <a:spcPts val="0"/>
              </a:spcAft>
              <a:buClr>
                <a:schemeClr val="dk1"/>
              </a:buClr>
              <a:buSzPts val="1100"/>
              <a:buChar char="•"/>
            </a:pPr>
            <a:r>
              <a:rPr lang="en-US"/>
              <a:t>Each user belongs to a domain. The domain to which a user belongs is determined by the character string following the domain name delimiter @ in the user name. For example, if the user name is user 1@domain 1, the user belongs to domain 1. If the user name does not end with @, the user belongs to the default domain.</a:t>
            </a:r>
            <a:endParaRPr/>
          </a:p>
          <a:p>
            <a:pPr indent="-110150" lvl="0" marL="180000" rtl="0" algn="l">
              <a:lnSpc>
                <a:spcPct val="125000"/>
              </a:lnSpc>
              <a:spcBef>
                <a:spcPts val="600"/>
              </a:spcBef>
              <a:spcAft>
                <a:spcPts val="0"/>
              </a:spcAft>
              <a:buClr>
                <a:schemeClr val="dk1"/>
              </a:buClr>
              <a:buSzPts val="1100"/>
              <a:buNone/>
            </a:pPr>
            <a:r>
              <a:t/>
            </a:r>
            <a:endParaRPr/>
          </a:p>
          <a:p>
            <a:pPr indent="-110150" lvl="0" marL="180000" rtl="0" algn="l">
              <a:lnSpc>
                <a:spcPct val="125000"/>
              </a:lnSpc>
              <a:spcBef>
                <a:spcPts val="600"/>
              </a:spcBef>
              <a:spcAft>
                <a:spcPts val="0"/>
              </a:spcAft>
              <a:buClr>
                <a:schemeClr val="dk1"/>
              </a:buClr>
              <a:buSzPts val="1100"/>
              <a:buNone/>
            </a:pPr>
            <a:r>
              <a:t/>
            </a:r>
            <a:endParaRPr/>
          </a:p>
          <a:p>
            <a:pPr indent="-110150" lvl="0" marL="180000" rtl="0" algn="l">
              <a:lnSpc>
                <a:spcPct val="125000"/>
              </a:lnSpc>
              <a:spcBef>
                <a:spcPts val="600"/>
              </a:spcBef>
              <a:spcAft>
                <a:spcPts val="0"/>
              </a:spcAft>
              <a:buClr>
                <a:schemeClr val="dk1"/>
              </a:buClr>
              <a:buSzPts val="1100"/>
              <a:buNone/>
            </a:pPr>
            <a:r>
              <a:t/>
            </a:r>
            <a:endParaRPr/>
          </a:p>
        </p:txBody>
      </p:sp>
      <p:sp>
        <p:nvSpPr>
          <p:cNvPr id="297" name="Google Shape;297;p7: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8: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AAA supports three authentication modes:</a:t>
            </a:r>
            <a:endParaRPr/>
          </a:p>
          <a:p>
            <a:pPr indent="-179999" lvl="1" marL="540000" rtl="0" algn="l">
              <a:lnSpc>
                <a:spcPct val="125000"/>
              </a:lnSpc>
              <a:spcBef>
                <a:spcPts val="600"/>
              </a:spcBef>
              <a:spcAft>
                <a:spcPts val="0"/>
              </a:spcAft>
              <a:buClr>
                <a:schemeClr val="dk1"/>
              </a:buClr>
              <a:buSzPts val="1100"/>
              <a:buChar char="▫"/>
            </a:pPr>
            <a:r>
              <a:rPr lang="en-US"/>
              <a:t>Non-authentication: Users are fully trusted and their identities are not checked. This authentication mode is seldom used for security purposes.</a:t>
            </a:r>
            <a:endParaRPr/>
          </a:p>
          <a:p>
            <a:pPr indent="-179999" lvl="1" marL="540000" rtl="0" algn="l">
              <a:lnSpc>
                <a:spcPct val="125000"/>
              </a:lnSpc>
              <a:spcBef>
                <a:spcPts val="600"/>
              </a:spcBef>
              <a:spcAft>
                <a:spcPts val="0"/>
              </a:spcAft>
              <a:buClr>
                <a:schemeClr val="dk1"/>
              </a:buClr>
              <a:buSzPts val="1100"/>
              <a:buChar char="▫"/>
            </a:pPr>
            <a:r>
              <a:rPr lang="en-US"/>
              <a:t>Local authentication: Local user information (including the username, password, and attributes) is configured on the NAS. In this case, the NAS functions as the AAA server. Local authentication features fast processing and low operational costs. The disadvantage is that the amount of stored information is limited by device hardware. This authentication mode is often used to manage login users, such as Telnet and FTP users.</a:t>
            </a:r>
            <a:endParaRPr/>
          </a:p>
          <a:p>
            <a:pPr indent="-179999" lvl="1" marL="540000" rtl="0" algn="l">
              <a:lnSpc>
                <a:spcPct val="125000"/>
              </a:lnSpc>
              <a:spcBef>
                <a:spcPts val="600"/>
              </a:spcBef>
              <a:spcAft>
                <a:spcPts val="0"/>
              </a:spcAft>
              <a:buClr>
                <a:schemeClr val="dk1"/>
              </a:buClr>
              <a:buSzPts val="1100"/>
              <a:buChar char="▫"/>
            </a:pPr>
            <a:r>
              <a:rPr lang="en-US"/>
              <a:t>Remote authentication: User information (including the username, password, and attributes) is configured on the authentication server. Remote authentication can be implemented through RADIUS or HWTACACS. The NAS functions as a client to communicate with the RADIUS or HWTACACS server.</a:t>
            </a:r>
            <a:endParaRPr/>
          </a:p>
        </p:txBody>
      </p:sp>
      <p:sp>
        <p:nvSpPr>
          <p:cNvPr id="326" name="Google Shape;326;p8: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9: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The AAA authorization function grants users the permission to access specific networks or devices. AAA supports the following authorization modes:</a:t>
            </a:r>
            <a:endParaRPr/>
          </a:p>
          <a:p>
            <a:pPr indent="-179999" lvl="1" marL="540000" rtl="0" algn="l">
              <a:lnSpc>
                <a:spcPct val="125000"/>
              </a:lnSpc>
              <a:spcBef>
                <a:spcPts val="600"/>
              </a:spcBef>
              <a:spcAft>
                <a:spcPts val="0"/>
              </a:spcAft>
              <a:buClr>
                <a:schemeClr val="dk1"/>
              </a:buClr>
              <a:buSzPts val="1100"/>
              <a:buChar char="▫"/>
            </a:pPr>
            <a:r>
              <a:rPr lang="en-US"/>
              <a:t>Non-authorization: Authenticated users have unrestricted access rights on a network.</a:t>
            </a:r>
            <a:endParaRPr/>
          </a:p>
          <a:p>
            <a:pPr indent="-179999" lvl="1" marL="540000" rtl="0" algn="l">
              <a:lnSpc>
                <a:spcPct val="125000"/>
              </a:lnSpc>
              <a:spcBef>
                <a:spcPts val="600"/>
              </a:spcBef>
              <a:spcAft>
                <a:spcPts val="0"/>
              </a:spcAft>
              <a:buClr>
                <a:schemeClr val="dk1"/>
              </a:buClr>
              <a:buSzPts val="1100"/>
              <a:buChar char="▫"/>
            </a:pPr>
            <a:r>
              <a:rPr lang="en-US"/>
              <a:t>Local authorization: Users are authorized based on the domain configuration on the NAS.</a:t>
            </a:r>
            <a:endParaRPr/>
          </a:p>
          <a:p>
            <a:pPr indent="-179999" lvl="1" marL="540000" rtl="0" algn="l">
              <a:lnSpc>
                <a:spcPct val="125000"/>
              </a:lnSpc>
              <a:spcBef>
                <a:spcPts val="600"/>
              </a:spcBef>
              <a:spcAft>
                <a:spcPts val="0"/>
              </a:spcAft>
              <a:buClr>
                <a:schemeClr val="dk1"/>
              </a:buClr>
              <a:buSzPts val="1100"/>
              <a:buChar char="▫"/>
            </a:pPr>
            <a:r>
              <a:rPr lang="en-US"/>
              <a:t>Remote authorization: The RADIUS or HWTACACS server authorizes users.</a:t>
            </a:r>
            <a:endParaRPr/>
          </a:p>
          <a:p>
            <a:pPr indent="-180000" lvl="2" marL="900000" rtl="0" algn="l">
              <a:lnSpc>
                <a:spcPct val="125000"/>
              </a:lnSpc>
              <a:spcBef>
                <a:spcPts val="600"/>
              </a:spcBef>
              <a:spcAft>
                <a:spcPts val="0"/>
              </a:spcAft>
              <a:buClr>
                <a:schemeClr val="dk1"/>
              </a:buClr>
              <a:buSzPts val="1100"/>
              <a:buChar char="▪"/>
            </a:pPr>
            <a:r>
              <a:rPr lang="en-US"/>
              <a:t>In HWTACACS authorization, all users can be authorized by the HWTACACS server.</a:t>
            </a:r>
            <a:endParaRPr/>
          </a:p>
          <a:p>
            <a:pPr indent="-180000" lvl="2" marL="900000" rtl="0" algn="l">
              <a:lnSpc>
                <a:spcPct val="125000"/>
              </a:lnSpc>
              <a:spcBef>
                <a:spcPts val="600"/>
              </a:spcBef>
              <a:spcAft>
                <a:spcPts val="0"/>
              </a:spcAft>
              <a:buClr>
                <a:schemeClr val="dk1"/>
              </a:buClr>
              <a:buSzPts val="1100"/>
              <a:buChar char="▪"/>
            </a:pPr>
            <a:r>
              <a:rPr lang="en-US"/>
              <a:t>RADIUS authorization applies only to the users authenticated by the RADIUS server. RADIUS integrates authentication and authorization. Therefore, RADIUS authorization cannot be performed singly.</a:t>
            </a:r>
            <a:endParaRPr/>
          </a:p>
          <a:p>
            <a:pPr indent="-180000" lvl="0" marL="180000" rtl="0" algn="l">
              <a:lnSpc>
                <a:spcPct val="125000"/>
              </a:lnSpc>
              <a:spcBef>
                <a:spcPts val="600"/>
              </a:spcBef>
              <a:spcAft>
                <a:spcPts val="0"/>
              </a:spcAft>
              <a:buClr>
                <a:schemeClr val="dk1"/>
              </a:buClr>
              <a:buSzPts val="1100"/>
              <a:buChar char="•"/>
            </a:pPr>
            <a:r>
              <a:rPr lang="en-US"/>
              <a:t>When remote authorization is used, users can obtain authorization information from both the authorization server and NAS. The priority of the authorization information configured on the NAS is lower than that delivered by the authorization server.</a:t>
            </a:r>
            <a:endParaRPr/>
          </a:p>
        </p:txBody>
      </p:sp>
      <p:sp>
        <p:nvSpPr>
          <p:cNvPr id="358" name="Google Shape;358;p9: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10: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AAA supports the following accounting modes:</a:t>
            </a:r>
            <a:endParaRPr/>
          </a:p>
          <a:p>
            <a:pPr indent="-179999" lvl="1" marL="540000" rtl="0" algn="l">
              <a:lnSpc>
                <a:spcPct val="125000"/>
              </a:lnSpc>
              <a:spcBef>
                <a:spcPts val="600"/>
              </a:spcBef>
              <a:spcAft>
                <a:spcPts val="0"/>
              </a:spcAft>
              <a:buClr>
                <a:schemeClr val="dk1"/>
              </a:buClr>
              <a:buSzPts val="1100"/>
              <a:buChar char="▫"/>
            </a:pPr>
            <a:r>
              <a:rPr lang="en-US"/>
              <a:t>Non-accounting: Users can access the Internet for free, and no activity log is generated.</a:t>
            </a:r>
            <a:endParaRPr/>
          </a:p>
          <a:p>
            <a:pPr indent="-179999" lvl="1" marL="540000" rtl="0" algn="l">
              <a:lnSpc>
                <a:spcPct val="125000"/>
              </a:lnSpc>
              <a:spcBef>
                <a:spcPts val="600"/>
              </a:spcBef>
              <a:spcAft>
                <a:spcPts val="0"/>
              </a:spcAft>
              <a:buClr>
                <a:schemeClr val="dk1"/>
              </a:buClr>
              <a:buSzPts val="1100"/>
              <a:buChar char="▫"/>
            </a:pPr>
            <a:r>
              <a:rPr lang="en-US"/>
              <a:t>Remote accounting: Remote accounting is performed through the RADIUS server or HWTACACS server.</a:t>
            </a:r>
            <a:endParaRPr/>
          </a:p>
        </p:txBody>
      </p:sp>
      <p:sp>
        <p:nvSpPr>
          <p:cNvPr id="384" name="Google Shape;384;p10: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11: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Of the protocols that are used to implement AAA, RADIUS is the most commonly used. RADIUS is a distributed information exchange protocol based on the client/server structure. It implements user authentication, accounting, and authorization.</a:t>
            </a:r>
            <a:endParaRPr/>
          </a:p>
          <a:p>
            <a:pPr indent="-180000" lvl="0" marL="180000" rtl="0" algn="l">
              <a:lnSpc>
                <a:spcPct val="125000"/>
              </a:lnSpc>
              <a:spcBef>
                <a:spcPts val="600"/>
              </a:spcBef>
              <a:spcAft>
                <a:spcPts val="0"/>
              </a:spcAft>
              <a:buClr>
                <a:schemeClr val="dk1"/>
              </a:buClr>
              <a:buSzPts val="1100"/>
              <a:buChar char="•"/>
            </a:pPr>
            <a:r>
              <a:rPr lang="en-US"/>
              <a:t>Generally, the NAS functions as a RADIUS client to transmit user information to a specified RADIUS server and performs operations (for example, accepting or rejecting user access) based on the information returned by the RADIUS server.</a:t>
            </a:r>
            <a:endParaRPr/>
          </a:p>
          <a:p>
            <a:pPr indent="-180000" lvl="0" marL="180000" rtl="0" algn="l">
              <a:lnSpc>
                <a:spcPct val="125000"/>
              </a:lnSpc>
              <a:spcBef>
                <a:spcPts val="600"/>
              </a:spcBef>
              <a:spcAft>
                <a:spcPts val="0"/>
              </a:spcAft>
              <a:buClr>
                <a:schemeClr val="dk1"/>
              </a:buClr>
              <a:buSzPts val="1100"/>
              <a:buChar char="•"/>
            </a:pPr>
            <a:r>
              <a:rPr lang="en-US"/>
              <a:t>RADIUS servers run on central computers and workstations to maintain user authentication and network service access information. The servers receive connection requests from users, authenticate the users, and send the responses (indicating that the requests are accepted or rejected) to the clients. RADIUS uses the User Datagram Protocol (UDP) as the transmission protocol and uses UDP ports 1812 and 1813 as the authentication and accounting ports, respectively. RADIUS features high real-time performance. In addition, the retransmission mechanism and standby server mechanism are also supported, providing good reliability.</a:t>
            </a:r>
            <a:endParaRPr/>
          </a:p>
          <a:p>
            <a:pPr indent="-180000" lvl="0" marL="180000" rtl="0" algn="l">
              <a:lnSpc>
                <a:spcPct val="125000"/>
              </a:lnSpc>
              <a:spcBef>
                <a:spcPts val="600"/>
              </a:spcBef>
              <a:spcAft>
                <a:spcPts val="0"/>
              </a:spcAft>
              <a:buClr>
                <a:schemeClr val="dk1"/>
              </a:buClr>
              <a:buSzPts val="1100"/>
              <a:buChar char="•"/>
            </a:pPr>
            <a:r>
              <a:rPr lang="en-US"/>
              <a:t>The message exchange process between the RADIUS server and client is as follows:</a:t>
            </a:r>
            <a:endParaRPr/>
          </a:p>
          <a:p>
            <a:pPr indent="-228600" lvl="1" marL="588600" rtl="0" algn="l">
              <a:lnSpc>
                <a:spcPct val="125000"/>
              </a:lnSpc>
              <a:spcBef>
                <a:spcPts val="600"/>
              </a:spcBef>
              <a:spcAft>
                <a:spcPts val="0"/>
              </a:spcAft>
              <a:buClr>
                <a:schemeClr val="dk1"/>
              </a:buClr>
              <a:buSzPts val="1100"/>
              <a:buFont typeface="Arial"/>
              <a:buAutoNum type="arabicPeriod"/>
            </a:pPr>
            <a:r>
              <a:rPr lang="en-US"/>
              <a:t>When a user accesses the network, the user initiates a connection request and sends the username and password to the RADIUS client (NAS).</a:t>
            </a:r>
            <a:endParaRPr/>
          </a:p>
          <a:p>
            <a:pPr indent="-228600" lvl="1" marL="588600" rtl="0" algn="l">
              <a:lnSpc>
                <a:spcPct val="125000"/>
              </a:lnSpc>
              <a:spcBef>
                <a:spcPts val="600"/>
              </a:spcBef>
              <a:spcAft>
                <a:spcPts val="0"/>
              </a:spcAft>
              <a:buClr>
                <a:schemeClr val="dk1"/>
              </a:buClr>
              <a:buSzPts val="1100"/>
              <a:buFont typeface="Arial"/>
              <a:buAutoNum type="arabicPeriod"/>
            </a:pPr>
            <a:r>
              <a:rPr lang="en-US"/>
              <a:t>The RADIUS client sends an authentication request packet containing the username and password to the RADIUS server.</a:t>
            </a:r>
            <a:endParaRPr/>
          </a:p>
        </p:txBody>
      </p:sp>
      <p:sp>
        <p:nvSpPr>
          <p:cNvPr id="412" name="Google Shape;412;p11: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12:notes"/>
          <p:cNvSpPr txBox="1"/>
          <p:nvPr>
            <p:ph idx="1" type="body"/>
          </p:nvPr>
        </p:nvSpPr>
        <p:spPr>
          <a:xfrm>
            <a:off x="454896" y="780308"/>
            <a:ext cx="5932800" cy="5108400"/>
          </a:xfrm>
          <a:prstGeom prst="rect">
            <a:avLst/>
          </a:prstGeom>
          <a:noFill/>
          <a:ln>
            <a:noFill/>
          </a:ln>
        </p:spPr>
        <p:txBody>
          <a:bodyPr anchorCtr="0" anchor="t" bIns="45700" lIns="97200" spcFirstLastPara="1" rIns="97200" wrap="square" tIns="45700">
            <a:noAutofit/>
          </a:bodyPr>
          <a:lstStyle/>
          <a:p>
            <a:pPr indent="-228600" lvl="1" marL="588600" rtl="0" algn="l">
              <a:lnSpc>
                <a:spcPct val="125000"/>
              </a:lnSpc>
              <a:spcBef>
                <a:spcPts val="0"/>
              </a:spcBef>
              <a:spcAft>
                <a:spcPts val="0"/>
              </a:spcAft>
              <a:buClr>
                <a:schemeClr val="dk1"/>
              </a:buClr>
              <a:buSzPts val="1100"/>
              <a:buFont typeface="Arial"/>
              <a:buAutoNum type="arabicPeriod" startAt="3"/>
            </a:pPr>
            <a:r>
              <a:rPr lang="en-US"/>
              <a:t>If the request is valid, the RADIUS server completes authentication and sends the required authorization information to the RADIUS client. If the request is invalid, the RADIUS server sends the authorization failure information to the RADIUS client.</a:t>
            </a:r>
            <a:endParaRPr/>
          </a:p>
          <a:p>
            <a:pPr indent="-228600" lvl="1" marL="588600" rtl="0" algn="l">
              <a:lnSpc>
                <a:spcPct val="125000"/>
              </a:lnSpc>
              <a:spcBef>
                <a:spcPts val="600"/>
              </a:spcBef>
              <a:spcAft>
                <a:spcPts val="0"/>
              </a:spcAft>
              <a:buClr>
                <a:schemeClr val="dk1"/>
              </a:buClr>
              <a:buSzPts val="1100"/>
              <a:buFont typeface="Arial"/>
              <a:buAutoNum type="arabicPeriod" startAt="3"/>
            </a:pPr>
            <a:r>
              <a:rPr lang="en-US"/>
              <a:t>The RADIUS client notifies the user of whether authentication is successful.</a:t>
            </a:r>
            <a:endParaRPr/>
          </a:p>
          <a:p>
            <a:pPr indent="-228600" lvl="1" marL="588600" rtl="0" algn="l">
              <a:lnSpc>
                <a:spcPct val="125000"/>
              </a:lnSpc>
              <a:spcBef>
                <a:spcPts val="600"/>
              </a:spcBef>
              <a:spcAft>
                <a:spcPts val="0"/>
              </a:spcAft>
              <a:buClr>
                <a:schemeClr val="dk1"/>
              </a:buClr>
              <a:buSzPts val="1100"/>
              <a:buFont typeface="Arial"/>
              <a:buAutoNum type="arabicPeriod" startAt="3"/>
            </a:pPr>
            <a:r>
              <a:rPr lang="en-US"/>
              <a:t>The RADIUS client permits or rejects the user according to the authentication result. If the user is permitted, the RADIUS client sends an Accounting-Request (Start) packet to the RADIUS server.</a:t>
            </a:r>
            <a:endParaRPr/>
          </a:p>
          <a:p>
            <a:pPr indent="-228600" lvl="1" marL="588600" rtl="0" algn="l">
              <a:lnSpc>
                <a:spcPct val="125000"/>
              </a:lnSpc>
              <a:spcBef>
                <a:spcPts val="600"/>
              </a:spcBef>
              <a:spcAft>
                <a:spcPts val="0"/>
              </a:spcAft>
              <a:buClr>
                <a:schemeClr val="dk1"/>
              </a:buClr>
              <a:buSzPts val="1100"/>
              <a:buFont typeface="Arial"/>
              <a:buAutoNum type="arabicPeriod" startAt="3"/>
            </a:pPr>
            <a:r>
              <a:rPr lang="en-US"/>
              <a:t>The RADIUS server sends an Accounting-Response (Start) packet to the RADIUS client and starts accounting.</a:t>
            </a:r>
            <a:endParaRPr/>
          </a:p>
          <a:p>
            <a:pPr indent="-228600" lvl="1" marL="588600" rtl="0" algn="l">
              <a:lnSpc>
                <a:spcPct val="125000"/>
              </a:lnSpc>
              <a:spcBef>
                <a:spcPts val="600"/>
              </a:spcBef>
              <a:spcAft>
                <a:spcPts val="0"/>
              </a:spcAft>
              <a:buClr>
                <a:schemeClr val="dk1"/>
              </a:buClr>
              <a:buSzPts val="1100"/>
              <a:buFont typeface="Arial"/>
              <a:buAutoNum type="arabicPeriod" startAt="3"/>
            </a:pPr>
            <a:r>
              <a:rPr lang="en-US"/>
              <a:t>The user starts to access network resources.</a:t>
            </a:r>
            <a:endParaRPr/>
          </a:p>
          <a:p>
            <a:pPr indent="-228600" lvl="1" marL="588600" rtl="0" algn="l">
              <a:lnSpc>
                <a:spcPct val="125000"/>
              </a:lnSpc>
              <a:spcBef>
                <a:spcPts val="600"/>
              </a:spcBef>
              <a:spcAft>
                <a:spcPts val="0"/>
              </a:spcAft>
              <a:buClr>
                <a:schemeClr val="dk1"/>
              </a:buClr>
              <a:buSzPts val="1100"/>
              <a:buFont typeface="Arial"/>
              <a:buAutoNum type="arabicPeriod" startAt="3"/>
            </a:pPr>
            <a:r>
              <a:rPr lang="en-US"/>
              <a:t>When a user does not want to access network resources, the user sends a logout request to stop accessing network resources.</a:t>
            </a:r>
            <a:endParaRPr/>
          </a:p>
          <a:p>
            <a:pPr indent="-228600" lvl="1" marL="588600" rtl="0" algn="l">
              <a:lnSpc>
                <a:spcPct val="125000"/>
              </a:lnSpc>
              <a:spcBef>
                <a:spcPts val="600"/>
              </a:spcBef>
              <a:spcAft>
                <a:spcPts val="0"/>
              </a:spcAft>
              <a:buClr>
                <a:schemeClr val="dk1"/>
              </a:buClr>
              <a:buSzPts val="1100"/>
              <a:buFont typeface="Arial"/>
              <a:buAutoNum type="arabicPeriod" startAt="3"/>
            </a:pPr>
            <a:r>
              <a:rPr lang="en-US"/>
              <a:t>The RADIUS client sends an Accounting-Request (Stop) packet to the RADIUS server.</a:t>
            </a:r>
            <a:endParaRPr/>
          </a:p>
          <a:p>
            <a:pPr indent="-228600" lvl="1" marL="588600" rtl="0" algn="l">
              <a:lnSpc>
                <a:spcPct val="125000"/>
              </a:lnSpc>
              <a:spcBef>
                <a:spcPts val="600"/>
              </a:spcBef>
              <a:spcAft>
                <a:spcPts val="0"/>
              </a:spcAft>
              <a:buClr>
                <a:schemeClr val="dk1"/>
              </a:buClr>
              <a:buSzPts val="1100"/>
              <a:buFont typeface="Arial"/>
              <a:buAutoNum type="arabicPeriod" startAt="3"/>
            </a:pPr>
            <a:r>
              <a:rPr lang="en-US"/>
              <a:t>The RADIUS server sends an Accounting-Response (Stop) packet to the RADIUS client and stops accounting.</a:t>
            </a:r>
            <a:endParaRPr/>
          </a:p>
          <a:p>
            <a:pPr indent="-228600" lvl="1" marL="588600" rtl="0" algn="l">
              <a:lnSpc>
                <a:spcPct val="125000"/>
              </a:lnSpc>
              <a:spcBef>
                <a:spcPts val="600"/>
              </a:spcBef>
              <a:spcAft>
                <a:spcPts val="0"/>
              </a:spcAft>
              <a:buClr>
                <a:schemeClr val="dk1"/>
              </a:buClr>
              <a:buSzPts val="1100"/>
              <a:buFont typeface="Arial"/>
              <a:buAutoNum type="arabicPeriod" startAt="3"/>
            </a:pPr>
            <a:r>
              <a:rPr lang="en-US"/>
              <a:t>The RADIUS client notifies the user of the processing result, and the user stops accessing network resources.</a:t>
            </a:r>
            <a:endParaRPr/>
          </a:p>
          <a:p>
            <a:pPr indent="-110150" lvl="0" marL="180000" rtl="0" algn="l">
              <a:lnSpc>
                <a:spcPct val="125000"/>
              </a:lnSpc>
              <a:spcBef>
                <a:spcPts val="600"/>
              </a:spcBef>
              <a:spcAft>
                <a:spcPts val="0"/>
              </a:spcAft>
              <a:buClr>
                <a:schemeClr val="dk1"/>
              </a:buClr>
              <a:buSzPts val="1100"/>
              <a:buNone/>
            </a:pPr>
            <a:r>
              <a:t/>
            </a:r>
            <a:endParaRPr/>
          </a:p>
          <a:p>
            <a:pPr indent="-110150" lvl="0" marL="180000" rtl="0" algn="l">
              <a:lnSpc>
                <a:spcPct val="125000"/>
              </a:lnSpc>
              <a:spcBef>
                <a:spcPts val="600"/>
              </a:spcBef>
              <a:spcAft>
                <a:spcPts val="0"/>
              </a:spcAft>
              <a:buClr>
                <a:schemeClr val="dk1"/>
              </a:buClr>
              <a:buSzPts val="1100"/>
              <a:buNone/>
            </a:pPr>
            <a:r>
              <a:t/>
            </a:r>
            <a:endParaRPr/>
          </a:p>
        </p:txBody>
      </p:sp>
      <p:sp>
        <p:nvSpPr>
          <p:cNvPr id="454" name="Google Shape;454;p12:notes"/>
          <p:cNvSpPr/>
          <p:nvPr>
            <p:ph idx="2" type="sldImg"/>
          </p:nvPr>
        </p:nvSpPr>
        <p:spPr>
          <a:xfrm>
            <a:off x="454896" y="766800"/>
            <a:ext cx="5932800" cy="333774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13: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p13: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14: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8" name="Google Shape;488;p14: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15: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The </a:t>
            </a:r>
            <a:r>
              <a:rPr b="1" lang="en-US"/>
              <a:t>authorization-scheme</a:t>
            </a:r>
            <a:r>
              <a:rPr lang="en-US"/>
              <a:t> </a:t>
            </a:r>
            <a:r>
              <a:rPr i="1" lang="en-US"/>
              <a:t>authorization-scheme-name</a:t>
            </a:r>
            <a:r>
              <a:rPr lang="en-US"/>
              <a:t> command configures an authorization scheme for a domain. By default, no authorization scheme is applied to a domain.</a:t>
            </a:r>
            <a:endParaRPr/>
          </a:p>
          <a:p>
            <a:pPr indent="-180000" lvl="0" marL="180000" rtl="0" algn="l">
              <a:lnSpc>
                <a:spcPct val="125000"/>
              </a:lnSpc>
              <a:spcBef>
                <a:spcPts val="600"/>
              </a:spcBef>
              <a:spcAft>
                <a:spcPts val="0"/>
              </a:spcAft>
              <a:buClr>
                <a:schemeClr val="dk1"/>
              </a:buClr>
              <a:buSzPts val="1100"/>
              <a:buChar char="•"/>
            </a:pPr>
            <a:r>
              <a:rPr lang="en-US"/>
              <a:t>The</a:t>
            </a:r>
            <a:r>
              <a:rPr b="1" lang="en-US"/>
              <a:t> authentication-mode </a:t>
            </a:r>
            <a:r>
              <a:rPr lang="en-US"/>
              <a:t>{ </a:t>
            </a:r>
            <a:r>
              <a:rPr b="1" lang="en-US"/>
              <a:t>hwtacacs</a:t>
            </a:r>
            <a:r>
              <a:rPr lang="en-US"/>
              <a:t> |</a:t>
            </a:r>
            <a:r>
              <a:rPr b="1" lang="en-US"/>
              <a:t> local</a:t>
            </a:r>
            <a:r>
              <a:rPr lang="en-US"/>
              <a:t> | </a:t>
            </a:r>
            <a:r>
              <a:rPr b="1" lang="en-US"/>
              <a:t>radius</a:t>
            </a:r>
            <a:r>
              <a:rPr lang="en-US"/>
              <a:t> } command configures an authentication mode for the current authentication scheme. By default, local authentication is used.</a:t>
            </a:r>
            <a:endParaRPr/>
          </a:p>
        </p:txBody>
      </p:sp>
      <p:sp>
        <p:nvSpPr>
          <p:cNvPr id="493" name="Google Shape;493;p15: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16: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0" name="Google Shape;510;p16: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17: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4" name="Google Shape;524;p17: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18: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0" lvl="0" marL="0" rtl="0" algn="l">
              <a:lnSpc>
                <a:spcPct val="125000"/>
              </a:lnSpc>
              <a:spcBef>
                <a:spcPts val="0"/>
              </a:spcBef>
              <a:spcAft>
                <a:spcPts val="0"/>
              </a:spcAft>
              <a:buClr>
                <a:schemeClr val="dk1"/>
              </a:buClr>
              <a:buSzPts val="1100"/>
              <a:buNone/>
            </a:pPr>
            <a:br>
              <a:rPr lang="en-US"/>
            </a:br>
            <a:endParaRPr/>
          </a:p>
        </p:txBody>
      </p:sp>
      <p:sp>
        <p:nvSpPr>
          <p:cNvPr id="535" name="Google Shape;535;p18: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19: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The </a:t>
            </a:r>
            <a:r>
              <a:rPr b="1" lang="en-US"/>
              <a:t>display domain </a:t>
            </a:r>
            <a:r>
              <a:rPr lang="en-US"/>
              <a:t>[ </a:t>
            </a:r>
            <a:r>
              <a:rPr b="1" lang="en-US"/>
              <a:t>name</a:t>
            </a:r>
            <a:r>
              <a:rPr lang="en-US"/>
              <a:t> </a:t>
            </a:r>
            <a:r>
              <a:rPr i="1" lang="en-US"/>
              <a:t>domain-name</a:t>
            </a:r>
            <a:r>
              <a:rPr lang="en-US"/>
              <a:t> ]command displays the configuration of a domain.</a:t>
            </a:r>
            <a:endParaRPr/>
          </a:p>
          <a:p>
            <a:pPr indent="-180000" lvl="0" marL="180000" rtl="0" algn="l">
              <a:lnSpc>
                <a:spcPct val="125000"/>
              </a:lnSpc>
              <a:spcBef>
                <a:spcPts val="600"/>
              </a:spcBef>
              <a:spcAft>
                <a:spcPts val="0"/>
              </a:spcAft>
              <a:buClr>
                <a:schemeClr val="dk1"/>
              </a:buClr>
              <a:buSzPts val="1100"/>
              <a:buChar char="•"/>
            </a:pPr>
            <a:r>
              <a:rPr lang="en-US"/>
              <a:t>If the value of </a:t>
            </a:r>
            <a:r>
              <a:rPr b="1" lang="en-US"/>
              <a:t>Domain-state</a:t>
            </a:r>
            <a:r>
              <a:rPr lang="en-US"/>
              <a:t> is Active, the domain is activated.</a:t>
            </a:r>
            <a:endParaRPr/>
          </a:p>
          <a:p>
            <a:pPr indent="-180000" lvl="0" marL="180000" rtl="0" algn="l">
              <a:lnSpc>
                <a:spcPct val="125000"/>
              </a:lnSpc>
              <a:spcBef>
                <a:spcPts val="600"/>
              </a:spcBef>
              <a:spcAft>
                <a:spcPts val="0"/>
              </a:spcAft>
              <a:buClr>
                <a:schemeClr val="dk1"/>
              </a:buClr>
              <a:buSzPts val="1100"/>
              <a:buChar char="•"/>
            </a:pPr>
            <a:r>
              <a:rPr lang="en-US"/>
              <a:t>If the username does not end with @, the user belongs to the default domain. Huawei devices support the following default domains:</a:t>
            </a:r>
            <a:endParaRPr/>
          </a:p>
          <a:p>
            <a:pPr indent="-179999" lvl="1" marL="540000" rtl="0" algn="l">
              <a:lnSpc>
                <a:spcPct val="125000"/>
              </a:lnSpc>
              <a:spcBef>
                <a:spcPts val="600"/>
              </a:spcBef>
              <a:spcAft>
                <a:spcPts val="0"/>
              </a:spcAft>
              <a:buClr>
                <a:schemeClr val="dk1"/>
              </a:buClr>
              <a:buSzPts val="1100"/>
              <a:buChar char="▫"/>
            </a:pPr>
            <a:r>
              <a:rPr lang="en-US"/>
              <a:t>The </a:t>
            </a:r>
            <a:r>
              <a:rPr b="1" lang="en-US"/>
              <a:t>default </a:t>
            </a:r>
            <a:r>
              <a:rPr lang="en-US"/>
              <a:t>domain is for common users.</a:t>
            </a:r>
            <a:endParaRPr/>
          </a:p>
          <a:p>
            <a:pPr indent="-179999" lvl="1" marL="540000" rtl="0" algn="l">
              <a:lnSpc>
                <a:spcPct val="125000"/>
              </a:lnSpc>
              <a:spcBef>
                <a:spcPts val="600"/>
              </a:spcBef>
              <a:spcAft>
                <a:spcPts val="0"/>
              </a:spcAft>
              <a:buClr>
                <a:schemeClr val="dk1"/>
              </a:buClr>
              <a:buSzPts val="1100"/>
              <a:buChar char="▫"/>
            </a:pPr>
            <a:r>
              <a:rPr lang="en-US"/>
              <a:t>The </a:t>
            </a:r>
            <a:r>
              <a:rPr b="1" lang="en-US"/>
              <a:t>default_admin</a:t>
            </a:r>
            <a:r>
              <a:rPr lang="en-US"/>
              <a:t> domain is the default domain for administrators.</a:t>
            </a:r>
            <a:endParaRPr/>
          </a:p>
          <a:p>
            <a:pPr indent="-110150" lvl="0" marL="180000" rtl="0" algn="l">
              <a:lnSpc>
                <a:spcPct val="125000"/>
              </a:lnSpc>
              <a:spcBef>
                <a:spcPts val="600"/>
              </a:spcBef>
              <a:spcAft>
                <a:spcPts val="0"/>
              </a:spcAft>
              <a:buClr>
                <a:schemeClr val="dk1"/>
              </a:buClr>
              <a:buSzPts val="1100"/>
              <a:buNone/>
            </a:pPr>
            <a:r>
              <a:t/>
            </a:r>
            <a:endParaRPr/>
          </a:p>
          <a:p>
            <a:pPr indent="-110150" lvl="0" marL="180000" rtl="0" algn="l">
              <a:lnSpc>
                <a:spcPct val="125000"/>
              </a:lnSpc>
              <a:spcBef>
                <a:spcPts val="600"/>
              </a:spcBef>
              <a:spcAft>
                <a:spcPts val="0"/>
              </a:spcAft>
              <a:buClr>
                <a:schemeClr val="dk1"/>
              </a:buClr>
              <a:buSzPts val="1100"/>
              <a:buNone/>
            </a:pPr>
            <a:r>
              <a:t/>
            </a:r>
            <a:endParaRPr/>
          </a:p>
        </p:txBody>
      </p:sp>
      <p:sp>
        <p:nvSpPr>
          <p:cNvPr id="549" name="Google Shape;549;p19: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20: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The </a:t>
            </a:r>
            <a:r>
              <a:rPr b="1" lang="en-US"/>
              <a:t>display aaa offline-record </a:t>
            </a:r>
            <a:r>
              <a:rPr lang="en-US"/>
              <a:t>command displays user offline records.</a:t>
            </a:r>
            <a:endParaRPr/>
          </a:p>
          <a:p>
            <a:pPr indent="-110150" lvl="0" marL="180000" rtl="0" algn="l">
              <a:lnSpc>
                <a:spcPct val="125000"/>
              </a:lnSpc>
              <a:spcBef>
                <a:spcPts val="600"/>
              </a:spcBef>
              <a:spcAft>
                <a:spcPts val="0"/>
              </a:spcAft>
              <a:buClr>
                <a:schemeClr val="dk1"/>
              </a:buClr>
              <a:buSzPts val="1100"/>
              <a:buNone/>
            </a:pPr>
            <a:r>
              <a:t/>
            </a:r>
            <a:endParaRPr/>
          </a:p>
        </p:txBody>
      </p:sp>
      <p:sp>
        <p:nvSpPr>
          <p:cNvPr id="556" name="Google Shape;556;p20: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21: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228600" lvl="0" marL="228600" rtl="0" algn="l">
              <a:lnSpc>
                <a:spcPct val="125000"/>
              </a:lnSpc>
              <a:spcBef>
                <a:spcPts val="0"/>
              </a:spcBef>
              <a:spcAft>
                <a:spcPts val="0"/>
              </a:spcAft>
              <a:buClr>
                <a:schemeClr val="dk1"/>
              </a:buClr>
              <a:buSzPts val="1100"/>
              <a:buFont typeface="Arial"/>
              <a:buAutoNum type="arabicPeriod"/>
            </a:pPr>
            <a:r>
              <a:rPr lang="en-US"/>
              <a:t>AAA supports the following authentication modes: non-authentication, local authentication, and remote authentication. AAA supports the following authorization modes: non-authorization, local authorization, and remote authorization. AAA supports two accounting modes: non-accounting and remote accounting.</a:t>
            </a:r>
            <a:endParaRPr/>
          </a:p>
          <a:p>
            <a:pPr indent="-228600" lvl="0" marL="228600" rtl="0" algn="l">
              <a:lnSpc>
                <a:spcPct val="125000"/>
              </a:lnSpc>
              <a:spcBef>
                <a:spcPts val="600"/>
              </a:spcBef>
              <a:spcAft>
                <a:spcPts val="0"/>
              </a:spcAft>
              <a:buClr>
                <a:schemeClr val="dk1"/>
              </a:buClr>
              <a:buSzPts val="1100"/>
              <a:buFont typeface="Arial"/>
              <a:buAutoNum type="arabicPeriod"/>
            </a:pPr>
            <a:r>
              <a:rPr lang="en-US"/>
              <a:t>If the domain to which a user belongs is not specified when the user is created, the user is automatically associated with the </a:t>
            </a:r>
            <a:r>
              <a:rPr b="1" lang="en-US"/>
              <a:t>default</a:t>
            </a:r>
            <a:r>
              <a:rPr lang="en-US"/>
              <a:t> domain (the administrator is associated with the </a:t>
            </a:r>
            <a:r>
              <a:rPr b="1" lang="en-US"/>
              <a:t>default_admin </a:t>
            </a:r>
            <a:r>
              <a:rPr lang="en-US"/>
              <a:t>domain).</a:t>
            </a:r>
            <a:endParaRPr/>
          </a:p>
        </p:txBody>
      </p:sp>
      <p:sp>
        <p:nvSpPr>
          <p:cNvPr id="563" name="Google Shape;563;p21: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22: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8" name="Google Shape;568;p22: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23: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3" name="Google Shape;573;p23: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修订记录">
  <p:cSld name="1#修订记录">
    <p:spTree>
      <p:nvGrpSpPr>
        <p:cNvPr id="27" name="Shape 27"/>
        <p:cNvGrpSpPr/>
        <p:nvPr/>
      </p:nvGrpSpPr>
      <p:grpSpPr>
        <a:xfrm>
          <a:off x="0" y="0"/>
          <a:ext cx="0" cy="0"/>
          <a:chOff x="0" y="0"/>
          <a:chExt cx="0" cy="0"/>
        </a:xfrm>
      </p:grpSpPr>
      <p:sp>
        <p:nvSpPr>
          <p:cNvPr id="28" name="Google Shape;28;p25"/>
          <p:cNvSpPr/>
          <p:nvPr/>
        </p:nvSpPr>
        <p:spPr>
          <a:xfrm>
            <a:off x="952501" y="368660"/>
            <a:ext cx="4207395" cy="479425"/>
          </a:xfrm>
          <a:prstGeom prst="rect">
            <a:avLst/>
          </a:prstGeom>
          <a:noFill/>
          <a:ln>
            <a:noFill/>
          </a:ln>
        </p:spPr>
        <p:txBody>
          <a:bodyPr anchorCtr="0" anchor="ctr" bIns="39125" lIns="78250" spcFirstLastPara="1" rIns="78250" wrap="square" tIns="39125">
            <a:noAutofit/>
          </a:bodyPr>
          <a:lstStyle/>
          <a:p>
            <a:pPr indent="0" lvl="0" marL="0" marR="0" rtl="0" algn="l">
              <a:lnSpc>
                <a:spcPct val="100000"/>
              </a:lnSpc>
              <a:spcBef>
                <a:spcPts val="0"/>
              </a:spcBef>
              <a:spcAft>
                <a:spcPts val="0"/>
              </a:spcAft>
              <a:buClr>
                <a:schemeClr val="dk1"/>
              </a:buClr>
              <a:buSzPts val="3500"/>
              <a:buFont typeface="Arial"/>
              <a:buNone/>
            </a:pPr>
            <a:r>
              <a:rPr b="1" i="0" lang="en-US" sz="3500" u="none" cap="none" strike="noStrike">
                <a:solidFill>
                  <a:schemeClr val="dk1"/>
                </a:solidFill>
                <a:latin typeface="Arial"/>
                <a:ea typeface="Arial"/>
                <a:cs typeface="Arial"/>
                <a:sym typeface="Arial"/>
              </a:rPr>
              <a:t>Revision Record</a:t>
            </a:r>
            <a:endParaRPr b="1" i="0" sz="3500" u="none" cap="none" strike="noStrike">
              <a:solidFill>
                <a:schemeClr val="dk1"/>
              </a:solidFill>
              <a:latin typeface="Arial"/>
              <a:ea typeface="Arial"/>
              <a:cs typeface="Arial"/>
              <a:sym typeface="Arial"/>
            </a:endParaRPr>
          </a:p>
        </p:txBody>
      </p:sp>
      <p:sp>
        <p:nvSpPr>
          <p:cNvPr id="29" name="Google Shape;29;p25"/>
          <p:cNvSpPr txBox="1"/>
          <p:nvPr/>
        </p:nvSpPr>
        <p:spPr>
          <a:xfrm>
            <a:off x="7487791" y="368660"/>
            <a:ext cx="3996445"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800" u="none" cap="none" strike="noStrike">
                <a:solidFill>
                  <a:srgbClr val="4D4D4D"/>
                </a:solidFill>
                <a:latin typeface="Arial"/>
                <a:ea typeface="Arial"/>
                <a:cs typeface="Arial"/>
                <a:sym typeface="Arial"/>
              </a:rPr>
              <a:t>Do Not Print this Page</a:t>
            </a:r>
            <a:endParaRPr b="0" i="0" sz="2800" u="none" cap="none" strike="noStrike">
              <a:solidFill>
                <a:srgbClr val="4D4D4D"/>
              </a:solidFill>
              <a:latin typeface="Arial"/>
              <a:ea typeface="Arial"/>
              <a:cs typeface="Arial"/>
              <a:sym typeface="Arial"/>
            </a:endParaRPr>
          </a:p>
        </p:txBody>
      </p:sp>
      <p:graphicFrame>
        <p:nvGraphicFramePr>
          <p:cNvPr id="30" name="Google Shape;30;p25"/>
          <p:cNvGraphicFramePr/>
          <p:nvPr/>
        </p:nvGraphicFramePr>
        <p:xfrm>
          <a:off x="1007534" y="1232756"/>
          <a:ext cx="3000000" cy="3000000"/>
        </p:xfrm>
        <a:graphic>
          <a:graphicData uri="http://schemas.openxmlformats.org/drawingml/2006/table">
            <a:tbl>
              <a:tblPr>
                <a:noFill/>
                <a:tableStyleId>{AA46032B-78F0-4966-B5B5-E3F214D14A4C}</a:tableStyleId>
              </a:tblPr>
              <a:tblGrid>
                <a:gridCol w="3059000"/>
                <a:gridCol w="2155450"/>
                <a:gridCol w="2873925"/>
                <a:gridCol w="2376425"/>
              </a:tblGrid>
              <a:tr h="577850">
                <a:tc>
                  <a:txBody>
                    <a:bodyPr/>
                    <a:lstStyle/>
                    <a:p>
                      <a:pPr indent="0" lvl="0" marL="0" marR="0" rtl="0" algn="l">
                        <a:lnSpc>
                          <a:spcPct val="140000"/>
                        </a:lnSpc>
                        <a:spcBef>
                          <a:spcPts val="0"/>
                        </a:spcBef>
                        <a:spcAft>
                          <a:spcPts val="0"/>
                        </a:spcAft>
                        <a:buClr>
                          <a:srgbClr val="808080"/>
                        </a:buClr>
                        <a:buSzPts val="960"/>
                        <a:buFont typeface="Noto Sans Symbols"/>
                        <a:buNone/>
                      </a:pPr>
                      <a:r>
                        <a:rPr b="1" i="0" lang="en-US" sz="1600" u="none" cap="none" strike="noStrike">
                          <a:solidFill>
                            <a:schemeClr val="dk1"/>
                          </a:solidFill>
                          <a:latin typeface="Arial"/>
                          <a:ea typeface="Arial"/>
                          <a:cs typeface="Arial"/>
                          <a:sym typeface="Arial"/>
                        </a:rPr>
                        <a:t>Course Code</a:t>
                      </a:r>
                      <a:endParaRPr b="1" i="0" sz="1600" u="none" cap="none" strike="noStrike">
                        <a:solidFill>
                          <a:schemeClr val="dk1"/>
                        </a:solidFill>
                        <a:latin typeface="Arial"/>
                        <a:ea typeface="Arial"/>
                        <a:cs typeface="Arial"/>
                        <a:sym typeface="Arial"/>
                      </a:endParaRPr>
                    </a:p>
                  </a:txBody>
                  <a:tcPr marT="40050" marB="40050" marR="102700" marL="102700" anchor="ctr" anchorCtr="1">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rPr b="1" i="0" lang="en-US" sz="1600" u="none" cap="none" strike="noStrike">
                          <a:solidFill>
                            <a:schemeClr val="dk1"/>
                          </a:solidFill>
                          <a:latin typeface="Arial"/>
                          <a:ea typeface="Arial"/>
                          <a:cs typeface="Arial"/>
                          <a:sym typeface="Arial"/>
                        </a:rPr>
                        <a:t>Product</a:t>
                      </a:r>
                      <a:endParaRPr b="1" i="0" sz="1600" u="none" cap="none" strike="noStrike">
                        <a:solidFill>
                          <a:schemeClr val="dk1"/>
                        </a:solidFill>
                        <a:latin typeface="Arial"/>
                        <a:ea typeface="Arial"/>
                        <a:cs typeface="Arial"/>
                        <a:sym typeface="Arial"/>
                      </a:endParaRPr>
                    </a:p>
                  </a:txBody>
                  <a:tcPr marT="40050" marB="40050" marR="102700" marL="10270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rPr b="1" i="0" lang="en-US" sz="1600" u="none" cap="none" strike="noStrike">
                          <a:solidFill>
                            <a:schemeClr val="dk1"/>
                          </a:solidFill>
                          <a:latin typeface="Arial"/>
                          <a:ea typeface="Arial"/>
                          <a:cs typeface="Arial"/>
                          <a:sym typeface="Arial"/>
                        </a:rPr>
                        <a:t>Product Version</a:t>
                      </a:r>
                      <a:endParaRPr b="1" i="0" sz="1600" u="none" cap="none" strike="noStrike">
                        <a:solidFill>
                          <a:schemeClr val="dk1"/>
                        </a:solidFill>
                        <a:latin typeface="Arial"/>
                        <a:ea typeface="Arial"/>
                        <a:cs typeface="Arial"/>
                        <a:sym typeface="Arial"/>
                      </a:endParaRPr>
                    </a:p>
                  </a:txBody>
                  <a:tcPr marT="40050" marB="40050" marR="102700" marL="10270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1080"/>
                        <a:buFont typeface="Noto Sans Symbols"/>
                        <a:buNone/>
                      </a:pPr>
                      <a:r>
                        <a:rPr b="1" i="0" lang="en-US" sz="1800" u="none" cap="none" strike="noStrike">
                          <a:solidFill>
                            <a:schemeClr val="dk1"/>
                          </a:solidFill>
                          <a:latin typeface="Arial"/>
                          <a:ea typeface="Arial"/>
                          <a:cs typeface="Arial"/>
                          <a:sym typeface="Arial"/>
                        </a:rPr>
                        <a:t>Course Version</a:t>
                      </a:r>
                      <a:endParaRPr/>
                    </a:p>
                  </a:txBody>
                  <a:tcPr marT="40050" marB="40050" marR="102700" marL="102700" anchor="ctr" anchorCtr="1">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4825">
                <a:tc>
                  <a:txBody>
                    <a:bodyPr/>
                    <a:lstStyle/>
                    <a:p>
                      <a:pPr indent="0" lvl="0" marL="0" marR="0" rtl="0" algn="ctr">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31" name="Google Shape;31;p25"/>
          <p:cNvGraphicFramePr/>
          <p:nvPr/>
        </p:nvGraphicFramePr>
        <p:xfrm>
          <a:off x="1007533" y="2529867"/>
          <a:ext cx="3000000" cy="3000000"/>
        </p:xfrm>
        <a:graphic>
          <a:graphicData uri="http://schemas.openxmlformats.org/drawingml/2006/table">
            <a:tbl>
              <a:tblPr>
                <a:noFill/>
                <a:tableStyleId>{AA46032B-78F0-4966-B5B5-E3F214D14A4C}</a:tableStyleId>
              </a:tblPr>
              <a:tblGrid>
                <a:gridCol w="3085800"/>
                <a:gridCol w="2155925"/>
                <a:gridCol w="2912125"/>
                <a:gridCol w="2310950"/>
              </a:tblGrid>
              <a:tr h="577850">
                <a:tc>
                  <a:txBody>
                    <a:bodyPr/>
                    <a:lstStyle/>
                    <a:p>
                      <a:pPr indent="0" lvl="0" marL="0" marR="0" rtl="0" algn="l">
                        <a:lnSpc>
                          <a:spcPct val="140000"/>
                        </a:lnSpc>
                        <a:spcBef>
                          <a:spcPts val="0"/>
                        </a:spcBef>
                        <a:spcAft>
                          <a:spcPts val="0"/>
                        </a:spcAft>
                        <a:buClr>
                          <a:srgbClr val="808080"/>
                        </a:buClr>
                        <a:buSzPts val="960"/>
                        <a:buFont typeface="Noto Sans Symbols"/>
                        <a:buNone/>
                      </a:pPr>
                      <a:r>
                        <a:rPr b="1" i="0" lang="en-US" sz="1600" u="none" cap="none" strike="noStrike">
                          <a:solidFill>
                            <a:schemeClr val="dk1"/>
                          </a:solidFill>
                          <a:latin typeface="Arial"/>
                          <a:ea typeface="Arial"/>
                          <a:cs typeface="Arial"/>
                          <a:sym typeface="Arial"/>
                        </a:rPr>
                        <a:t>Author/ID</a:t>
                      </a:r>
                      <a:endParaRPr b="1" i="0" sz="1600" u="none" cap="none" strike="noStrike">
                        <a:solidFill>
                          <a:schemeClr val="dk1"/>
                        </a:solidFill>
                        <a:latin typeface="Arial"/>
                        <a:ea typeface="Arial"/>
                        <a:cs typeface="Arial"/>
                        <a:sym typeface="Arial"/>
                      </a:endParaRPr>
                    </a:p>
                  </a:txBody>
                  <a:tcPr marT="40050" marB="40050" marR="102700" marL="102700" anchor="ctr" anchorCtr="1">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rPr b="1" i="0" lang="en-US" sz="1600" u="none" cap="none" strike="noStrike">
                          <a:solidFill>
                            <a:schemeClr val="dk1"/>
                          </a:solidFill>
                          <a:latin typeface="Arial"/>
                          <a:ea typeface="Arial"/>
                          <a:cs typeface="Arial"/>
                          <a:sym typeface="Arial"/>
                        </a:rPr>
                        <a:t>Date</a:t>
                      </a:r>
                      <a:endParaRPr b="1" i="0" sz="1600" u="none" cap="none" strike="noStrike">
                        <a:solidFill>
                          <a:schemeClr val="dk1"/>
                        </a:solidFill>
                        <a:latin typeface="Arial"/>
                        <a:ea typeface="Arial"/>
                        <a:cs typeface="Arial"/>
                        <a:sym typeface="Arial"/>
                      </a:endParaRPr>
                    </a:p>
                  </a:txBody>
                  <a:tcPr marT="40050" marB="40050" marR="102700" marL="10270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rPr b="1" i="0" lang="en-US" sz="1600" u="none" cap="none" strike="noStrike">
                          <a:solidFill>
                            <a:schemeClr val="dk1"/>
                          </a:solidFill>
                          <a:latin typeface="Arial"/>
                          <a:ea typeface="Arial"/>
                          <a:cs typeface="Arial"/>
                          <a:sym typeface="Arial"/>
                        </a:rPr>
                        <a:t>Reviewer/ID</a:t>
                      </a:r>
                      <a:endParaRPr b="1" i="0" sz="1600" u="none" cap="none" strike="noStrike">
                        <a:solidFill>
                          <a:schemeClr val="dk1"/>
                        </a:solidFill>
                        <a:latin typeface="Arial"/>
                        <a:ea typeface="Arial"/>
                        <a:cs typeface="Arial"/>
                        <a:sym typeface="Arial"/>
                      </a:endParaRPr>
                    </a:p>
                  </a:txBody>
                  <a:tcPr marT="40050" marB="40050" marR="102700" marL="10270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rPr b="1" i="0" lang="en-US" sz="1600" u="none" cap="none" strike="noStrike">
                          <a:solidFill>
                            <a:schemeClr val="dk1"/>
                          </a:solidFill>
                          <a:latin typeface="Arial"/>
                          <a:ea typeface="Arial"/>
                          <a:cs typeface="Arial"/>
                          <a:sym typeface="Arial"/>
                        </a:rPr>
                        <a:t>New/ Update</a:t>
                      </a:r>
                      <a:endParaRPr b="1" i="0" sz="1600" u="none" cap="none" strike="noStrike">
                        <a:solidFill>
                          <a:schemeClr val="dk1"/>
                        </a:solidFill>
                        <a:latin typeface="Arial"/>
                        <a:ea typeface="Arial"/>
                        <a:cs typeface="Arial"/>
                        <a:sym typeface="Arial"/>
                      </a:endParaRPr>
                    </a:p>
                  </a:txBody>
                  <a:tcPr marT="40050" marB="40050" marR="102700" marL="102700" anchor="ctr" anchorCtr="1">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4825">
                <a:tc>
                  <a:txBody>
                    <a:bodyPr/>
                    <a:lstStyle/>
                    <a:p>
                      <a:pPr indent="0" lvl="0" marL="0" marR="0" rtl="0" algn="ctr">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88950">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88950">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88950">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88950">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88950">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32" name="Google Shape;32;p25"/>
          <p:cNvSpPr txBox="1"/>
          <p:nvPr>
            <p:ph idx="1" type="body"/>
          </p:nvPr>
        </p:nvSpPr>
        <p:spPr>
          <a:xfrm>
            <a:off x="1007535" y="1803960"/>
            <a:ext cx="3024237"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342900" lvl="1" marL="914400" algn="l">
              <a:lnSpc>
                <a:spcPct val="140000"/>
              </a:lnSpc>
              <a:spcBef>
                <a:spcPts val="720"/>
              </a:spcBef>
              <a:spcAft>
                <a:spcPts val="0"/>
              </a:spcAft>
              <a:buClr>
                <a:schemeClr val="dk1"/>
              </a:buClr>
              <a:buSzPts val="18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25"/>
          <p:cNvSpPr txBox="1"/>
          <p:nvPr>
            <p:ph idx="2" type="body"/>
          </p:nvPr>
        </p:nvSpPr>
        <p:spPr>
          <a:xfrm>
            <a:off x="4079776" y="1803960"/>
            <a:ext cx="2110008"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342900" lvl="1" marL="914400" algn="l">
              <a:lnSpc>
                <a:spcPct val="140000"/>
              </a:lnSpc>
              <a:spcBef>
                <a:spcPts val="720"/>
              </a:spcBef>
              <a:spcAft>
                <a:spcPts val="0"/>
              </a:spcAft>
              <a:buClr>
                <a:schemeClr val="dk1"/>
              </a:buClr>
              <a:buSzPts val="18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25"/>
          <p:cNvSpPr txBox="1"/>
          <p:nvPr>
            <p:ph idx="3" type="body"/>
          </p:nvPr>
        </p:nvSpPr>
        <p:spPr>
          <a:xfrm>
            <a:off x="6239934" y="1803960"/>
            <a:ext cx="2844398"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342900" lvl="1" marL="914400" algn="l">
              <a:lnSpc>
                <a:spcPct val="140000"/>
              </a:lnSpc>
              <a:spcBef>
                <a:spcPts val="720"/>
              </a:spcBef>
              <a:spcAft>
                <a:spcPts val="0"/>
              </a:spcAft>
              <a:buClr>
                <a:schemeClr val="dk1"/>
              </a:buClr>
              <a:buSzPts val="18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25"/>
          <p:cNvSpPr txBox="1"/>
          <p:nvPr>
            <p:ph idx="4" type="body"/>
          </p:nvPr>
        </p:nvSpPr>
        <p:spPr>
          <a:xfrm>
            <a:off x="9084332" y="1803960"/>
            <a:ext cx="2388001"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342900" lvl="1" marL="914400" algn="l">
              <a:lnSpc>
                <a:spcPct val="140000"/>
              </a:lnSpc>
              <a:spcBef>
                <a:spcPts val="720"/>
              </a:spcBef>
              <a:spcAft>
                <a:spcPts val="0"/>
              </a:spcAft>
              <a:buClr>
                <a:schemeClr val="dk1"/>
              </a:buClr>
              <a:buSzPts val="18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5"/>
          <p:cNvSpPr txBox="1"/>
          <p:nvPr>
            <p:ph idx="5" type="body"/>
          </p:nvPr>
        </p:nvSpPr>
        <p:spPr>
          <a:xfrm>
            <a:off x="1007533" y="3089025"/>
            <a:ext cx="3071784"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342900" lvl="1" marL="914400" algn="l">
              <a:lnSpc>
                <a:spcPct val="140000"/>
              </a:lnSpc>
              <a:spcBef>
                <a:spcPts val="720"/>
              </a:spcBef>
              <a:spcAft>
                <a:spcPts val="0"/>
              </a:spcAft>
              <a:buClr>
                <a:schemeClr val="dk1"/>
              </a:buClr>
              <a:buSzPts val="18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5"/>
          <p:cNvSpPr txBox="1"/>
          <p:nvPr>
            <p:ph idx="6" type="body"/>
          </p:nvPr>
        </p:nvSpPr>
        <p:spPr>
          <a:xfrm>
            <a:off x="4079776" y="3089025"/>
            <a:ext cx="2160157"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342900" lvl="1" marL="914400" algn="l">
              <a:lnSpc>
                <a:spcPct val="140000"/>
              </a:lnSpc>
              <a:spcBef>
                <a:spcPts val="720"/>
              </a:spcBef>
              <a:spcAft>
                <a:spcPts val="0"/>
              </a:spcAft>
              <a:buClr>
                <a:schemeClr val="dk1"/>
              </a:buClr>
              <a:buSzPts val="18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25"/>
          <p:cNvSpPr txBox="1"/>
          <p:nvPr>
            <p:ph idx="7" type="body"/>
          </p:nvPr>
        </p:nvSpPr>
        <p:spPr>
          <a:xfrm>
            <a:off x="6239933" y="3089025"/>
            <a:ext cx="2928408"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342900" lvl="1" marL="914400" algn="l">
              <a:lnSpc>
                <a:spcPct val="140000"/>
              </a:lnSpc>
              <a:spcBef>
                <a:spcPts val="720"/>
              </a:spcBef>
              <a:spcAft>
                <a:spcPts val="0"/>
              </a:spcAft>
              <a:buClr>
                <a:schemeClr val="dk1"/>
              </a:buClr>
              <a:buSzPts val="18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25"/>
          <p:cNvSpPr txBox="1"/>
          <p:nvPr>
            <p:ph idx="8" type="body"/>
          </p:nvPr>
        </p:nvSpPr>
        <p:spPr>
          <a:xfrm>
            <a:off x="9168341" y="3089025"/>
            <a:ext cx="2303992"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342900" lvl="1" marL="914400" algn="l">
              <a:lnSpc>
                <a:spcPct val="140000"/>
              </a:lnSpc>
              <a:spcBef>
                <a:spcPts val="720"/>
              </a:spcBef>
              <a:spcAft>
                <a:spcPts val="0"/>
              </a:spcAft>
              <a:buClr>
                <a:schemeClr val="dk1"/>
              </a:buClr>
              <a:buSzPts val="18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5"/>
          <p:cNvSpPr txBox="1"/>
          <p:nvPr>
            <p:ph idx="9" type="body"/>
          </p:nvPr>
        </p:nvSpPr>
        <p:spPr>
          <a:xfrm>
            <a:off x="1019436" y="3608189"/>
            <a:ext cx="3071784"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342900" lvl="1" marL="914400" algn="l">
              <a:lnSpc>
                <a:spcPct val="140000"/>
              </a:lnSpc>
              <a:spcBef>
                <a:spcPts val="720"/>
              </a:spcBef>
              <a:spcAft>
                <a:spcPts val="0"/>
              </a:spcAft>
              <a:buClr>
                <a:schemeClr val="dk1"/>
              </a:buClr>
              <a:buSzPts val="18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25"/>
          <p:cNvSpPr txBox="1"/>
          <p:nvPr>
            <p:ph idx="13" type="body"/>
          </p:nvPr>
        </p:nvSpPr>
        <p:spPr>
          <a:xfrm>
            <a:off x="4091679" y="3608189"/>
            <a:ext cx="2160157"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342900" lvl="1" marL="914400" algn="l">
              <a:lnSpc>
                <a:spcPct val="140000"/>
              </a:lnSpc>
              <a:spcBef>
                <a:spcPts val="720"/>
              </a:spcBef>
              <a:spcAft>
                <a:spcPts val="0"/>
              </a:spcAft>
              <a:buClr>
                <a:schemeClr val="dk1"/>
              </a:buClr>
              <a:buSzPts val="18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25"/>
          <p:cNvSpPr txBox="1"/>
          <p:nvPr>
            <p:ph idx="14" type="body"/>
          </p:nvPr>
        </p:nvSpPr>
        <p:spPr>
          <a:xfrm>
            <a:off x="6251836" y="3608189"/>
            <a:ext cx="2928408"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342900" lvl="1" marL="914400" algn="l">
              <a:lnSpc>
                <a:spcPct val="140000"/>
              </a:lnSpc>
              <a:spcBef>
                <a:spcPts val="720"/>
              </a:spcBef>
              <a:spcAft>
                <a:spcPts val="0"/>
              </a:spcAft>
              <a:buClr>
                <a:schemeClr val="dk1"/>
              </a:buClr>
              <a:buSzPts val="18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25"/>
          <p:cNvSpPr txBox="1"/>
          <p:nvPr>
            <p:ph idx="15" type="body"/>
          </p:nvPr>
        </p:nvSpPr>
        <p:spPr>
          <a:xfrm>
            <a:off x="9180244" y="3608189"/>
            <a:ext cx="2303992"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342900" lvl="1" marL="914400" algn="l">
              <a:lnSpc>
                <a:spcPct val="140000"/>
              </a:lnSpc>
              <a:spcBef>
                <a:spcPts val="720"/>
              </a:spcBef>
              <a:spcAft>
                <a:spcPts val="0"/>
              </a:spcAft>
              <a:buClr>
                <a:schemeClr val="dk1"/>
              </a:buClr>
              <a:buSzPts val="18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5"/>
          <p:cNvSpPr txBox="1"/>
          <p:nvPr>
            <p:ph idx="16" type="body"/>
          </p:nvPr>
        </p:nvSpPr>
        <p:spPr>
          <a:xfrm>
            <a:off x="995796" y="4077072"/>
            <a:ext cx="3071784"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342900" lvl="1" marL="914400" algn="l">
              <a:lnSpc>
                <a:spcPct val="140000"/>
              </a:lnSpc>
              <a:spcBef>
                <a:spcPts val="720"/>
              </a:spcBef>
              <a:spcAft>
                <a:spcPts val="0"/>
              </a:spcAft>
              <a:buClr>
                <a:schemeClr val="dk1"/>
              </a:buClr>
              <a:buSzPts val="18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25"/>
          <p:cNvSpPr txBox="1"/>
          <p:nvPr>
            <p:ph idx="17" type="body"/>
          </p:nvPr>
        </p:nvSpPr>
        <p:spPr>
          <a:xfrm>
            <a:off x="4068039" y="4077072"/>
            <a:ext cx="2160157"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342900" lvl="1" marL="914400" algn="l">
              <a:lnSpc>
                <a:spcPct val="140000"/>
              </a:lnSpc>
              <a:spcBef>
                <a:spcPts val="720"/>
              </a:spcBef>
              <a:spcAft>
                <a:spcPts val="0"/>
              </a:spcAft>
              <a:buClr>
                <a:schemeClr val="dk1"/>
              </a:buClr>
              <a:buSzPts val="18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5"/>
          <p:cNvSpPr txBox="1"/>
          <p:nvPr>
            <p:ph idx="18" type="body"/>
          </p:nvPr>
        </p:nvSpPr>
        <p:spPr>
          <a:xfrm>
            <a:off x="6228196" y="4077072"/>
            <a:ext cx="2928408"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342900" lvl="1" marL="914400" algn="l">
              <a:lnSpc>
                <a:spcPct val="140000"/>
              </a:lnSpc>
              <a:spcBef>
                <a:spcPts val="720"/>
              </a:spcBef>
              <a:spcAft>
                <a:spcPts val="0"/>
              </a:spcAft>
              <a:buClr>
                <a:schemeClr val="dk1"/>
              </a:buClr>
              <a:buSzPts val="18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25"/>
          <p:cNvSpPr txBox="1"/>
          <p:nvPr>
            <p:ph idx="19" type="body"/>
          </p:nvPr>
        </p:nvSpPr>
        <p:spPr>
          <a:xfrm>
            <a:off x="9156604" y="4077072"/>
            <a:ext cx="2303992"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342900" lvl="1" marL="914400" algn="l">
              <a:lnSpc>
                <a:spcPct val="140000"/>
              </a:lnSpc>
              <a:spcBef>
                <a:spcPts val="720"/>
              </a:spcBef>
              <a:spcAft>
                <a:spcPts val="0"/>
              </a:spcAft>
              <a:buClr>
                <a:schemeClr val="dk1"/>
              </a:buClr>
              <a:buSzPts val="18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25"/>
          <p:cNvSpPr txBox="1"/>
          <p:nvPr>
            <p:ph idx="20" type="body"/>
          </p:nvPr>
        </p:nvSpPr>
        <p:spPr>
          <a:xfrm>
            <a:off x="1019436" y="4581128"/>
            <a:ext cx="3071784"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342900" lvl="1" marL="914400" algn="l">
              <a:lnSpc>
                <a:spcPct val="140000"/>
              </a:lnSpc>
              <a:spcBef>
                <a:spcPts val="720"/>
              </a:spcBef>
              <a:spcAft>
                <a:spcPts val="0"/>
              </a:spcAft>
              <a:buClr>
                <a:schemeClr val="dk1"/>
              </a:buClr>
              <a:buSzPts val="18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25"/>
          <p:cNvSpPr txBox="1"/>
          <p:nvPr>
            <p:ph idx="21" type="body"/>
          </p:nvPr>
        </p:nvSpPr>
        <p:spPr>
          <a:xfrm>
            <a:off x="4091679" y="4581128"/>
            <a:ext cx="2160157"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342900" lvl="1" marL="914400" algn="l">
              <a:lnSpc>
                <a:spcPct val="140000"/>
              </a:lnSpc>
              <a:spcBef>
                <a:spcPts val="720"/>
              </a:spcBef>
              <a:spcAft>
                <a:spcPts val="0"/>
              </a:spcAft>
              <a:buClr>
                <a:schemeClr val="dk1"/>
              </a:buClr>
              <a:buSzPts val="18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25"/>
          <p:cNvSpPr txBox="1"/>
          <p:nvPr>
            <p:ph idx="22" type="body"/>
          </p:nvPr>
        </p:nvSpPr>
        <p:spPr>
          <a:xfrm>
            <a:off x="6251836" y="4581128"/>
            <a:ext cx="2928408"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342900" lvl="1" marL="914400" algn="l">
              <a:lnSpc>
                <a:spcPct val="140000"/>
              </a:lnSpc>
              <a:spcBef>
                <a:spcPts val="720"/>
              </a:spcBef>
              <a:spcAft>
                <a:spcPts val="0"/>
              </a:spcAft>
              <a:buClr>
                <a:schemeClr val="dk1"/>
              </a:buClr>
              <a:buSzPts val="18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25"/>
          <p:cNvSpPr txBox="1"/>
          <p:nvPr>
            <p:ph idx="23" type="body"/>
          </p:nvPr>
        </p:nvSpPr>
        <p:spPr>
          <a:xfrm>
            <a:off x="9180244" y="4581128"/>
            <a:ext cx="2303992"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342900" lvl="1" marL="914400" algn="l">
              <a:lnSpc>
                <a:spcPct val="140000"/>
              </a:lnSpc>
              <a:spcBef>
                <a:spcPts val="720"/>
              </a:spcBef>
              <a:spcAft>
                <a:spcPts val="0"/>
              </a:spcAft>
              <a:buClr>
                <a:schemeClr val="dk1"/>
              </a:buClr>
              <a:buSzPts val="18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25"/>
          <p:cNvSpPr txBox="1"/>
          <p:nvPr>
            <p:ph idx="24" type="body"/>
          </p:nvPr>
        </p:nvSpPr>
        <p:spPr>
          <a:xfrm>
            <a:off x="995796" y="5049180"/>
            <a:ext cx="3071784"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342900" lvl="1" marL="914400" algn="l">
              <a:lnSpc>
                <a:spcPct val="140000"/>
              </a:lnSpc>
              <a:spcBef>
                <a:spcPts val="720"/>
              </a:spcBef>
              <a:spcAft>
                <a:spcPts val="0"/>
              </a:spcAft>
              <a:buClr>
                <a:schemeClr val="dk1"/>
              </a:buClr>
              <a:buSzPts val="18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25"/>
          <p:cNvSpPr txBox="1"/>
          <p:nvPr>
            <p:ph idx="25" type="body"/>
          </p:nvPr>
        </p:nvSpPr>
        <p:spPr>
          <a:xfrm>
            <a:off x="4068039" y="5049180"/>
            <a:ext cx="2160157"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342900" lvl="1" marL="914400" algn="l">
              <a:lnSpc>
                <a:spcPct val="140000"/>
              </a:lnSpc>
              <a:spcBef>
                <a:spcPts val="720"/>
              </a:spcBef>
              <a:spcAft>
                <a:spcPts val="0"/>
              </a:spcAft>
              <a:buClr>
                <a:schemeClr val="dk1"/>
              </a:buClr>
              <a:buSzPts val="18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25"/>
          <p:cNvSpPr txBox="1"/>
          <p:nvPr>
            <p:ph idx="26" type="body"/>
          </p:nvPr>
        </p:nvSpPr>
        <p:spPr>
          <a:xfrm>
            <a:off x="6228196" y="5049180"/>
            <a:ext cx="2928408"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342900" lvl="1" marL="914400" algn="l">
              <a:lnSpc>
                <a:spcPct val="140000"/>
              </a:lnSpc>
              <a:spcBef>
                <a:spcPts val="720"/>
              </a:spcBef>
              <a:spcAft>
                <a:spcPts val="0"/>
              </a:spcAft>
              <a:buClr>
                <a:schemeClr val="dk1"/>
              </a:buClr>
              <a:buSzPts val="18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25"/>
          <p:cNvSpPr txBox="1"/>
          <p:nvPr>
            <p:ph idx="27" type="body"/>
          </p:nvPr>
        </p:nvSpPr>
        <p:spPr>
          <a:xfrm>
            <a:off x="9156604" y="5049180"/>
            <a:ext cx="2303992"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342900" lvl="1" marL="914400" algn="l">
              <a:lnSpc>
                <a:spcPct val="140000"/>
              </a:lnSpc>
              <a:spcBef>
                <a:spcPts val="720"/>
              </a:spcBef>
              <a:spcAft>
                <a:spcPts val="0"/>
              </a:spcAft>
              <a:buClr>
                <a:schemeClr val="dk1"/>
              </a:buClr>
              <a:buSzPts val="18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25"/>
          <p:cNvSpPr txBox="1"/>
          <p:nvPr>
            <p:ph idx="28" type="body"/>
          </p:nvPr>
        </p:nvSpPr>
        <p:spPr>
          <a:xfrm>
            <a:off x="1019436" y="5553236"/>
            <a:ext cx="3071784"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342900" lvl="1" marL="914400" algn="l">
              <a:lnSpc>
                <a:spcPct val="140000"/>
              </a:lnSpc>
              <a:spcBef>
                <a:spcPts val="720"/>
              </a:spcBef>
              <a:spcAft>
                <a:spcPts val="0"/>
              </a:spcAft>
              <a:buClr>
                <a:schemeClr val="dk1"/>
              </a:buClr>
              <a:buSzPts val="18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 name="Google Shape;57;p25"/>
          <p:cNvSpPr txBox="1"/>
          <p:nvPr>
            <p:ph idx="29" type="body"/>
          </p:nvPr>
        </p:nvSpPr>
        <p:spPr>
          <a:xfrm>
            <a:off x="4091679" y="5553236"/>
            <a:ext cx="2160157"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342900" lvl="1" marL="914400" algn="l">
              <a:lnSpc>
                <a:spcPct val="140000"/>
              </a:lnSpc>
              <a:spcBef>
                <a:spcPts val="720"/>
              </a:spcBef>
              <a:spcAft>
                <a:spcPts val="0"/>
              </a:spcAft>
              <a:buClr>
                <a:schemeClr val="dk1"/>
              </a:buClr>
              <a:buSzPts val="18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25"/>
          <p:cNvSpPr txBox="1"/>
          <p:nvPr>
            <p:ph idx="30" type="body"/>
          </p:nvPr>
        </p:nvSpPr>
        <p:spPr>
          <a:xfrm>
            <a:off x="6251836" y="5553236"/>
            <a:ext cx="2928408"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342900" lvl="1" marL="914400" algn="l">
              <a:lnSpc>
                <a:spcPct val="140000"/>
              </a:lnSpc>
              <a:spcBef>
                <a:spcPts val="720"/>
              </a:spcBef>
              <a:spcAft>
                <a:spcPts val="0"/>
              </a:spcAft>
              <a:buClr>
                <a:schemeClr val="dk1"/>
              </a:buClr>
              <a:buSzPts val="18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25"/>
          <p:cNvSpPr txBox="1"/>
          <p:nvPr>
            <p:ph idx="31" type="body"/>
          </p:nvPr>
        </p:nvSpPr>
        <p:spPr>
          <a:xfrm>
            <a:off x="9180244" y="5553236"/>
            <a:ext cx="2303992"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342900" lvl="1" marL="914400" algn="l">
              <a:lnSpc>
                <a:spcPct val="140000"/>
              </a:lnSpc>
              <a:spcBef>
                <a:spcPts val="720"/>
              </a:spcBef>
              <a:spcAft>
                <a:spcPts val="0"/>
              </a:spcAft>
              <a:buClr>
                <a:schemeClr val="dk1"/>
              </a:buClr>
              <a:buSzPts val="18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总标题">
  <p:cSld name="2#总标题">
    <p:spTree>
      <p:nvGrpSpPr>
        <p:cNvPr id="60" name="Shape 60"/>
        <p:cNvGrpSpPr/>
        <p:nvPr/>
      </p:nvGrpSpPr>
      <p:grpSpPr>
        <a:xfrm>
          <a:off x="0" y="0"/>
          <a:ext cx="0" cy="0"/>
          <a:chOff x="0" y="0"/>
          <a:chExt cx="0" cy="0"/>
        </a:xfrm>
      </p:grpSpPr>
      <p:pic>
        <p:nvPicPr>
          <p:cNvPr id="61" name="Google Shape;61;p26"/>
          <p:cNvPicPr preferRelativeResize="0"/>
          <p:nvPr/>
        </p:nvPicPr>
        <p:blipFill rotWithShape="1">
          <a:blip r:embed="rId2">
            <a:alphaModFix/>
          </a:blip>
          <a:srcRect b="3447" l="0" r="0" t="0"/>
          <a:stretch/>
        </p:blipFill>
        <p:spPr>
          <a:xfrm>
            <a:off x="1" y="85"/>
            <a:ext cx="12192000" cy="6864740"/>
          </a:xfrm>
          <a:prstGeom prst="rect">
            <a:avLst/>
          </a:prstGeom>
          <a:noFill/>
          <a:ln>
            <a:noFill/>
          </a:ln>
        </p:spPr>
      </p:pic>
      <p:sp>
        <p:nvSpPr>
          <p:cNvPr id="62" name="Google Shape;62;p26"/>
          <p:cNvSpPr txBox="1"/>
          <p:nvPr>
            <p:ph type="ctrTitle"/>
          </p:nvPr>
        </p:nvSpPr>
        <p:spPr>
          <a:xfrm>
            <a:off x="1031295" y="4957156"/>
            <a:ext cx="10441567" cy="831600"/>
          </a:xfrm>
          <a:prstGeom prst="rect">
            <a:avLst/>
          </a:prstGeom>
          <a:noFill/>
          <a:ln>
            <a:noFill/>
          </a:ln>
        </p:spPr>
        <p:txBody>
          <a:bodyPr anchorCtr="0" anchor="ctr" bIns="43900" lIns="87800" spcFirstLastPara="1" rIns="87800" wrap="square" tIns="43900">
            <a:noAutofit/>
          </a:bodyPr>
          <a:lstStyle>
            <a:lvl1pPr lvl="0" algn="l">
              <a:lnSpc>
                <a:spcPct val="90000"/>
              </a:lnSpc>
              <a:spcBef>
                <a:spcPts val="0"/>
              </a:spcBef>
              <a:spcAft>
                <a:spcPts val="0"/>
              </a:spcAft>
              <a:buClr>
                <a:srgbClr val="0070C0"/>
              </a:buClr>
              <a:buSzPts val="4300"/>
              <a:buFont typeface="Arial"/>
              <a:buNone/>
              <a:defRPr b="1" sz="4300">
                <a:solidFill>
                  <a:srgbClr val="0070C0"/>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6"/>
          <p:cNvSpPr txBox="1"/>
          <p:nvPr>
            <p:ph idx="1" type="body"/>
          </p:nvPr>
        </p:nvSpPr>
        <p:spPr>
          <a:xfrm>
            <a:off x="1031295" y="5816120"/>
            <a:ext cx="6912000" cy="493200"/>
          </a:xfrm>
          <a:prstGeom prst="rect">
            <a:avLst/>
          </a:prstGeom>
          <a:noFill/>
          <a:ln>
            <a:noFill/>
          </a:ln>
        </p:spPr>
        <p:txBody>
          <a:bodyPr anchorCtr="0" anchor="t" bIns="40050" lIns="80125" spcFirstLastPara="1" rIns="80125" wrap="square" tIns="40050">
            <a:noAutofit/>
          </a:bodyPr>
          <a:lstStyle>
            <a:lvl1pPr indent="-228600" lvl="0" marL="457200" algn="l">
              <a:lnSpc>
                <a:spcPct val="140000"/>
              </a:lnSpc>
              <a:spcBef>
                <a:spcPts val="0"/>
              </a:spcBef>
              <a:spcAft>
                <a:spcPts val="0"/>
              </a:spcAft>
              <a:buClr>
                <a:srgbClr val="0070C0"/>
              </a:buClr>
              <a:buSzPts val="1000"/>
              <a:buNone/>
              <a:defRPr sz="2000">
                <a:solidFill>
                  <a:srgbClr val="0070C0"/>
                </a:solidFill>
                <a:latin typeface="Arial"/>
                <a:ea typeface="Arial"/>
                <a:cs typeface="Arial"/>
                <a:sym typeface="Arial"/>
              </a:defRPr>
            </a:lvl1pPr>
            <a:lvl2pPr indent="-342900" lvl="1" marL="914400" algn="l">
              <a:lnSpc>
                <a:spcPct val="140000"/>
              </a:lnSpc>
              <a:spcBef>
                <a:spcPts val="720"/>
              </a:spcBef>
              <a:spcAft>
                <a:spcPts val="0"/>
              </a:spcAft>
              <a:buClr>
                <a:schemeClr val="dk1"/>
              </a:buClr>
              <a:buSzPts val="18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26"/>
          <p:cNvSpPr/>
          <p:nvPr/>
        </p:nvSpPr>
        <p:spPr>
          <a:xfrm>
            <a:off x="947428" y="6500581"/>
            <a:ext cx="4948333" cy="265552"/>
          </a:xfrm>
          <a:prstGeom prst="rect">
            <a:avLst/>
          </a:prstGeom>
          <a:noFill/>
          <a:ln>
            <a:noFill/>
          </a:ln>
        </p:spPr>
        <p:txBody>
          <a:bodyPr anchorCtr="0" anchor="t" bIns="40050" lIns="80100" spcFirstLastPara="1" rIns="80100" wrap="square" tIns="40050">
            <a:sp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Copyright © 2020 Huawei Technologies Co., Ltd. All rights reserved. </a:t>
            </a:r>
            <a:endParaRPr/>
          </a:p>
        </p:txBody>
      </p:sp>
      <p:pic>
        <p:nvPicPr>
          <p:cNvPr id="65" name="Google Shape;65;p26"/>
          <p:cNvPicPr preferRelativeResize="0"/>
          <p:nvPr/>
        </p:nvPicPr>
        <p:blipFill rotWithShape="1">
          <a:blip r:embed="rId3">
            <a:alphaModFix/>
          </a:blip>
          <a:srcRect b="0" l="0" r="0" t="0"/>
          <a:stretch/>
        </p:blipFill>
        <p:spPr>
          <a:xfrm>
            <a:off x="9891889" y="251069"/>
            <a:ext cx="1965600" cy="430102"/>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前言">
  <p:cSld name="3#前言">
    <p:spTree>
      <p:nvGrpSpPr>
        <p:cNvPr id="66" name="Shape 66"/>
        <p:cNvGrpSpPr/>
        <p:nvPr/>
      </p:nvGrpSpPr>
      <p:grpSpPr>
        <a:xfrm>
          <a:off x="0" y="0"/>
          <a:ext cx="0" cy="0"/>
          <a:chOff x="0" y="0"/>
          <a:chExt cx="0" cy="0"/>
        </a:xfrm>
      </p:grpSpPr>
      <p:sp>
        <p:nvSpPr>
          <p:cNvPr id="67" name="Google Shape;67;p27"/>
          <p:cNvSpPr txBox="1"/>
          <p:nvPr>
            <p:ph idx="1" type="body"/>
          </p:nvPr>
        </p:nvSpPr>
        <p:spPr>
          <a:xfrm>
            <a:off x="451878" y="1242453"/>
            <a:ext cx="11306175" cy="4679788"/>
          </a:xfrm>
          <a:prstGeom prst="rect">
            <a:avLst/>
          </a:prstGeom>
          <a:noFill/>
          <a:ln>
            <a:noFill/>
          </a:ln>
        </p:spPr>
        <p:txBody>
          <a:bodyPr anchorCtr="0" anchor="t" bIns="40050" lIns="80125" spcFirstLastPara="1" rIns="80125" wrap="square" tIns="40050">
            <a:noAutofit/>
          </a:bodyPr>
          <a:lstStyle>
            <a:lvl1pPr indent="-298418" lvl="0" marL="457200" algn="just">
              <a:lnSpc>
                <a:spcPct val="140000"/>
              </a:lnSpc>
              <a:spcBef>
                <a:spcPts val="792"/>
              </a:spcBef>
              <a:spcAft>
                <a:spcPts val="0"/>
              </a:spcAft>
              <a:buClr>
                <a:schemeClr val="dk1"/>
              </a:buClr>
              <a:buSzPts val="1100"/>
              <a:buChar char="●"/>
              <a:defRPr>
                <a:latin typeface="Arial"/>
                <a:ea typeface="Arial"/>
                <a:cs typeface="Arial"/>
                <a:sym typeface="Arial"/>
              </a:defRPr>
            </a:lvl1pPr>
            <a:lvl2pPr indent="-342900" lvl="1" marL="914400" algn="l">
              <a:lnSpc>
                <a:spcPct val="140000"/>
              </a:lnSpc>
              <a:spcBef>
                <a:spcPts val="720"/>
              </a:spcBef>
              <a:spcAft>
                <a:spcPts val="0"/>
              </a:spcAft>
              <a:buClr>
                <a:schemeClr val="dk1"/>
              </a:buClr>
              <a:buSzPts val="18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228600" lvl="4" marL="2286000" algn="l">
              <a:lnSpc>
                <a:spcPct val="140000"/>
              </a:lnSpc>
              <a:spcBef>
                <a:spcPts val="576"/>
              </a:spcBef>
              <a:spcAft>
                <a:spcPts val="0"/>
              </a:spcAft>
              <a:buClr>
                <a:schemeClr val="dk1"/>
              </a:buClr>
              <a:buSzPts val="1399"/>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p27"/>
          <p:cNvSpPr txBox="1"/>
          <p:nvPr/>
        </p:nvSpPr>
        <p:spPr>
          <a:xfrm>
            <a:off x="1595500" y="408779"/>
            <a:ext cx="2376264" cy="639559"/>
          </a:xfrm>
          <a:prstGeom prst="rect">
            <a:avLst/>
          </a:prstGeom>
          <a:noFill/>
          <a:ln>
            <a:noFill/>
          </a:ln>
        </p:spPr>
        <p:txBody>
          <a:bodyPr anchorCtr="0" anchor="t" bIns="49975" lIns="99975" spcFirstLastPara="1" rIns="99975" wrap="square" tIns="49975">
            <a:spAutoFit/>
          </a:bodyPr>
          <a:lstStyle/>
          <a:p>
            <a:pPr indent="0" lvl="0" marL="0" marR="0" rtl="0" algn="l">
              <a:spcBef>
                <a:spcPts val="0"/>
              </a:spcBef>
              <a:spcAft>
                <a:spcPts val="0"/>
              </a:spcAft>
              <a:buNone/>
            </a:pPr>
            <a:r>
              <a:rPr b="1" i="0" lang="en-US" sz="3500" u="none" cap="none" strike="noStrike">
                <a:solidFill>
                  <a:schemeClr val="dk1"/>
                </a:solidFill>
                <a:latin typeface="Arial"/>
                <a:ea typeface="Arial"/>
                <a:cs typeface="Arial"/>
                <a:sym typeface="Arial"/>
              </a:rPr>
              <a:t>Foreword</a:t>
            </a:r>
            <a:endParaRPr b="1" i="0" sz="3500" u="none" cap="none" strike="noStrike">
              <a:solidFill>
                <a:schemeClr val="dk1"/>
              </a:solidFill>
              <a:latin typeface="Arial"/>
              <a:ea typeface="Arial"/>
              <a:cs typeface="Arial"/>
              <a:sym typeface="Arial"/>
            </a:endParaRPr>
          </a:p>
        </p:txBody>
      </p:sp>
      <p:sp>
        <p:nvSpPr>
          <p:cNvPr id="69" name="Google Shape;69;p27"/>
          <p:cNvSpPr/>
          <p:nvPr/>
        </p:nvSpPr>
        <p:spPr>
          <a:xfrm>
            <a:off x="3113" y="296368"/>
            <a:ext cx="1376363" cy="864380"/>
          </a:xfrm>
          <a:custGeom>
            <a:rect b="b" l="l" r="r" t="t"/>
            <a:pathLst>
              <a:path extrusionOk="0" h="493" w="867">
                <a:moveTo>
                  <a:pt x="756" y="493"/>
                </a:moveTo>
                <a:lnTo>
                  <a:pt x="0" y="493"/>
                </a:lnTo>
                <a:lnTo>
                  <a:pt x="0" y="0"/>
                </a:lnTo>
                <a:lnTo>
                  <a:pt x="756" y="0"/>
                </a:lnTo>
                <a:lnTo>
                  <a:pt x="867" y="248"/>
                </a:lnTo>
                <a:lnTo>
                  <a:pt x="756" y="493"/>
                </a:lnTo>
                <a:close/>
              </a:path>
            </a:pathLst>
          </a:custGeom>
          <a:solidFill>
            <a:srgbClr val="00B0F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0" name="Google Shape;70;p27"/>
          <p:cNvSpPr/>
          <p:nvPr/>
        </p:nvSpPr>
        <p:spPr>
          <a:xfrm>
            <a:off x="1246188" y="296368"/>
            <a:ext cx="233363" cy="864380"/>
          </a:xfrm>
          <a:custGeom>
            <a:rect b="b" l="l" r="r" t="t"/>
            <a:pathLst>
              <a:path extrusionOk="0" h="493" w="147">
                <a:moveTo>
                  <a:pt x="33" y="0"/>
                </a:moveTo>
                <a:lnTo>
                  <a:pt x="0" y="0"/>
                </a:lnTo>
                <a:lnTo>
                  <a:pt x="114" y="248"/>
                </a:lnTo>
                <a:lnTo>
                  <a:pt x="0" y="493"/>
                </a:lnTo>
                <a:lnTo>
                  <a:pt x="33" y="493"/>
                </a:lnTo>
                <a:lnTo>
                  <a:pt x="147" y="248"/>
                </a:lnTo>
                <a:lnTo>
                  <a:pt x="33" y="0"/>
                </a:lnTo>
                <a:close/>
              </a:path>
            </a:pathLst>
          </a:custGeom>
          <a:solidFill>
            <a:srgbClr val="0B9C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71" name="Google Shape;71;p27"/>
          <p:cNvGrpSpPr/>
          <p:nvPr/>
        </p:nvGrpSpPr>
        <p:grpSpPr>
          <a:xfrm>
            <a:off x="335360" y="498828"/>
            <a:ext cx="628158" cy="459460"/>
            <a:chOff x="3275013" y="1363663"/>
            <a:chExt cx="5645150" cy="4129087"/>
          </a:xfrm>
        </p:grpSpPr>
        <p:sp>
          <p:nvSpPr>
            <p:cNvPr id="72" name="Google Shape;72;p27"/>
            <p:cNvSpPr/>
            <p:nvPr/>
          </p:nvSpPr>
          <p:spPr>
            <a:xfrm>
              <a:off x="3275013" y="1363663"/>
              <a:ext cx="5645150" cy="4129087"/>
            </a:xfrm>
            <a:custGeom>
              <a:rect b="b" l="l" r="r" t="t"/>
              <a:pathLst>
                <a:path extrusionOk="0" h="1101" w="1505">
                  <a:moveTo>
                    <a:pt x="1410" y="250"/>
                  </a:moveTo>
                  <a:cubicBezTo>
                    <a:pt x="780" y="250"/>
                    <a:pt x="780" y="250"/>
                    <a:pt x="780" y="250"/>
                  </a:cubicBezTo>
                  <a:cubicBezTo>
                    <a:pt x="780" y="81"/>
                    <a:pt x="780" y="81"/>
                    <a:pt x="780" y="81"/>
                  </a:cubicBezTo>
                  <a:cubicBezTo>
                    <a:pt x="780" y="37"/>
                    <a:pt x="743" y="0"/>
                    <a:pt x="699" y="0"/>
                  </a:cubicBezTo>
                  <a:cubicBezTo>
                    <a:pt x="81" y="0"/>
                    <a:pt x="81" y="0"/>
                    <a:pt x="81" y="0"/>
                  </a:cubicBezTo>
                  <a:cubicBezTo>
                    <a:pt x="36" y="0"/>
                    <a:pt x="0" y="37"/>
                    <a:pt x="0" y="81"/>
                  </a:cubicBezTo>
                  <a:cubicBezTo>
                    <a:pt x="0" y="464"/>
                    <a:pt x="0" y="464"/>
                    <a:pt x="0" y="464"/>
                  </a:cubicBezTo>
                  <a:cubicBezTo>
                    <a:pt x="0" y="509"/>
                    <a:pt x="36" y="545"/>
                    <a:pt x="81" y="545"/>
                  </a:cubicBezTo>
                  <a:cubicBezTo>
                    <a:pt x="124" y="545"/>
                    <a:pt x="124" y="545"/>
                    <a:pt x="124" y="545"/>
                  </a:cubicBezTo>
                  <a:cubicBezTo>
                    <a:pt x="124" y="668"/>
                    <a:pt x="124" y="668"/>
                    <a:pt x="124" y="668"/>
                  </a:cubicBezTo>
                  <a:cubicBezTo>
                    <a:pt x="124" y="676"/>
                    <a:pt x="129" y="684"/>
                    <a:pt x="137" y="688"/>
                  </a:cubicBezTo>
                  <a:cubicBezTo>
                    <a:pt x="140" y="689"/>
                    <a:pt x="143" y="690"/>
                    <a:pt x="147" y="690"/>
                  </a:cubicBezTo>
                  <a:cubicBezTo>
                    <a:pt x="152" y="690"/>
                    <a:pt x="157" y="688"/>
                    <a:pt x="161" y="685"/>
                  </a:cubicBezTo>
                  <a:cubicBezTo>
                    <a:pt x="316" y="554"/>
                    <a:pt x="316" y="554"/>
                    <a:pt x="316" y="554"/>
                  </a:cubicBezTo>
                  <a:cubicBezTo>
                    <a:pt x="323" y="548"/>
                    <a:pt x="332" y="545"/>
                    <a:pt x="341" y="545"/>
                  </a:cubicBezTo>
                  <a:cubicBezTo>
                    <a:pt x="542" y="545"/>
                    <a:pt x="542" y="545"/>
                    <a:pt x="542" y="545"/>
                  </a:cubicBezTo>
                  <a:cubicBezTo>
                    <a:pt x="542" y="824"/>
                    <a:pt x="542" y="824"/>
                    <a:pt x="542" y="824"/>
                  </a:cubicBezTo>
                  <a:cubicBezTo>
                    <a:pt x="542" y="877"/>
                    <a:pt x="585" y="919"/>
                    <a:pt x="637" y="919"/>
                  </a:cubicBezTo>
                  <a:cubicBezTo>
                    <a:pt x="1084" y="919"/>
                    <a:pt x="1084" y="919"/>
                    <a:pt x="1084" y="919"/>
                  </a:cubicBezTo>
                  <a:cubicBezTo>
                    <a:pt x="1097" y="919"/>
                    <a:pt x="1110" y="924"/>
                    <a:pt x="1120" y="932"/>
                  </a:cubicBezTo>
                  <a:cubicBezTo>
                    <a:pt x="1313" y="1096"/>
                    <a:pt x="1313" y="1096"/>
                    <a:pt x="1313" y="1096"/>
                  </a:cubicBezTo>
                  <a:cubicBezTo>
                    <a:pt x="1317" y="1099"/>
                    <a:pt x="1322" y="1101"/>
                    <a:pt x="1328" y="1101"/>
                  </a:cubicBezTo>
                  <a:cubicBezTo>
                    <a:pt x="1331" y="1101"/>
                    <a:pt x="1334" y="1100"/>
                    <a:pt x="1337" y="1099"/>
                  </a:cubicBezTo>
                  <a:cubicBezTo>
                    <a:pt x="1345" y="1095"/>
                    <a:pt x="1350" y="1087"/>
                    <a:pt x="1350" y="1078"/>
                  </a:cubicBezTo>
                  <a:cubicBezTo>
                    <a:pt x="1350" y="919"/>
                    <a:pt x="1350" y="919"/>
                    <a:pt x="1350" y="919"/>
                  </a:cubicBezTo>
                  <a:cubicBezTo>
                    <a:pt x="1410" y="919"/>
                    <a:pt x="1410" y="919"/>
                    <a:pt x="1410" y="919"/>
                  </a:cubicBezTo>
                  <a:cubicBezTo>
                    <a:pt x="1463" y="919"/>
                    <a:pt x="1505" y="877"/>
                    <a:pt x="1505" y="824"/>
                  </a:cubicBezTo>
                  <a:cubicBezTo>
                    <a:pt x="1505" y="345"/>
                    <a:pt x="1505" y="345"/>
                    <a:pt x="1505" y="345"/>
                  </a:cubicBezTo>
                  <a:cubicBezTo>
                    <a:pt x="1505" y="293"/>
                    <a:pt x="1463" y="250"/>
                    <a:pt x="1410" y="250"/>
                  </a:cubicBezTo>
                  <a:close/>
                  <a:moveTo>
                    <a:pt x="341" y="500"/>
                  </a:moveTo>
                  <a:cubicBezTo>
                    <a:pt x="322" y="500"/>
                    <a:pt x="302" y="507"/>
                    <a:pt x="287" y="520"/>
                  </a:cubicBezTo>
                  <a:cubicBezTo>
                    <a:pt x="169" y="619"/>
                    <a:pt x="169" y="619"/>
                    <a:pt x="169" y="619"/>
                  </a:cubicBezTo>
                  <a:cubicBezTo>
                    <a:pt x="169" y="535"/>
                    <a:pt x="169" y="535"/>
                    <a:pt x="169" y="535"/>
                  </a:cubicBezTo>
                  <a:cubicBezTo>
                    <a:pt x="169" y="516"/>
                    <a:pt x="153" y="500"/>
                    <a:pt x="133" y="500"/>
                  </a:cubicBezTo>
                  <a:cubicBezTo>
                    <a:pt x="81" y="500"/>
                    <a:pt x="81" y="500"/>
                    <a:pt x="81" y="500"/>
                  </a:cubicBezTo>
                  <a:cubicBezTo>
                    <a:pt x="61" y="500"/>
                    <a:pt x="45" y="484"/>
                    <a:pt x="45" y="464"/>
                  </a:cubicBezTo>
                  <a:cubicBezTo>
                    <a:pt x="45" y="81"/>
                    <a:pt x="45" y="81"/>
                    <a:pt x="45" y="81"/>
                  </a:cubicBezTo>
                  <a:cubicBezTo>
                    <a:pt x="45" y="61"/>
                    <a:pt x="61" y="45"/>
                    <a:pt x="81" y="45"/>
                  </a:cubicBezTo>
                  <a:cubicBezTo>
                    <a:pt x="699" y="45"/>
                    <a:pt x="699" y="45"/>
                    <a:pt x="699" y="45"/>
                  </a:cubicBezTo>
                  <a:cubicBezTo>
                    <a:pt x="719" y="45"/>
                    <a:pt x="735" y="61"/>
                    <a:pt x="735" y="81"/>
                  </a:cubicBezTo>
                  <a:cubicBezTo>
                    <a:pt x="735" y="250"/>
                    <a:pt x="735" y="250"/>
                    <a:pt x="735" y="250"/>
                  </a:cubicBezTo>
                  <a:cubicBezTo>
                    <a:pt x="637" y="250"/>
                    <a:pt x="637" y="250"/>
                    <a:pt x="637" y="250"/>
                  </a:cubicBezTo>
                  <a:cubicBezTo>
                    <a:pt x="585" y="250"/>
                    <a:pt x="542" y="293"/>
                    <a:pt x="542" y="345"/>
                  </a:cubicBezTo>
                  <a:cubicBezTo>
                    <a:pt x="542" y="500"/>
                    <a:pt x="542" y="500"/>
                    <a:pt x="542" y="500"/>
                  </a:cubicBezTo>
                  <a:lnTo>
                    <a:pt x="341" y="500"/>
                  </a:lnTo>
                  <a:close/>
                  <a:moveTo>
                    <a:pt x="1460" y="824"/>
                  </a:moveTo>
                  <a:cubicBezTo>
                    <a:pt x="1460" y="852"/>
                    <a:pt x="1438" y="874"/>
                    <a:pt x="1410" y="874"/>
                  </a:cubicBezTo>
                  <a:cubicBezTo>
                    <a:pt x="1344" y="874"/>
                    <a:pt x="1344" y="874"/>
                    <a:pt x="1344" y="874"/>
                  </a:cubicBezTo>
                  <a:cubicBezTo>
                    <a:pt x="1323" y="874"/>
                    <a:pt x="1305" y="892"/>
                    <a:pt x="1305" y="913"/>
                  </a:cubicBezTo>
                  <a:cubicBezTo>
                    <a:pt x="1305" y="1030"/>
                    <a:pt x="1305" y="1030"/>
                    <a:pt x="1305" y="1030"/>
                  </a:cubicBezTo>
                  <a:cubicBezTo>
                    <a:pt x="1149" y="898"/>
                    <a:pt x="1149" y="898"/>
                    <a:pt x="1149" y="898"/>
                  </a:cubicBezTo>
                  <a:cubicBezTo>
                    <a:pt x="1131" y="883"/>
                    <a:pt x="1108" y="874"/>
                    <a:pt x="1084" y="874"/>
                  </a:cubicBezTo>
                  <a:cubicBezTo>
                    <a:pt x="637" y="874"/>
                    <a:pt x="637" y="874"/>
                    <a:pt x="637" y="874"/>
                  </a:cubicBezTo>
                  <a:cubicBezTo>
                    <a:pt x="610" y="874"/>
                    <a:pt x="587" y="852"/>
                    <a:pt x="587" y="824"/>
                  </a:cubicBezTo>
                  <a:cubicBezTo>
                    <a:pt x="587" y="345"/>
                    <a:pt x="587" y="345"/>
                    <a:pt x="587" y="345"/>
                  </a:cubicBezTo>
                  <a:cubicBezTo>
                    <a:pt x="587" y="318"/>
                    <a:pt x="610" y="295"/>
                    <a:pt x="637" y="295"/>
                  </a:cubicBezTo>
                  <a:cubicBezTo>
                    <a:pt x="1410" y="295"/>
                    <a:pt x="1410" y="295"/>
                    <a:pt x="1410" y="295"/>
                  </a:cubicBezTo>
                  <a:cubicBezTo>
                    <a:pt x="1438" y="295"/>
                    <a:pt x="1460" y="318"/>
                    <a:pt x="1460" y="345"/>
                  </a:cubicBezTo>
                  <a:lnTo>
                    <a:pt x="1460" y="82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3" name="Google Shape;73;p27"/>
            <p:cNvSpPr/>
            <p:nvPr/>
          </p:nvSpPr>
          <p:spPr>
            <a:xfrm>
              <a:off x="6208713" y="3227388"/>
              <a:ext cx="1833563" cy="173037"/>
            </a:xfrm>
            <a:custGeom>
              <a:rect b="b" l="l" r="r" t="t"/>
              <a:pathLst>
                <a:path extrusionOk="0" h="46" w="489">
                  <a:moveTo>
                    <a:pt x="489" y="23"/>
                  </a:moveTo>
                  <a:cubicBezTo>
                    <a:pt x="489" y="35"/>
                    <a:pt x="479" y="46"/>
                    <a:pt x="467" y="46"/>
                  </a:cubicBezTo>
                  <a:cubicBezTo>
                    <a:pt x="23" y="46"/>
                    <a:pt x="23" y="46"/>
                    <a:pt x="23" y="46"/>
                  </a:cubicBezTo>
                  <a:cubicBezTo>
                    <a:pt x="10" y="46"/>
                    <a:pt x="0" y="35"/>
                    <a:pt x="0" y="23"/>
                  </a:cubicBezTo>
                  <a:cubicBezTo>
                    <a:pt x="0" y="10"/>
                    <a:pt x="10" y="0"/>
                    <a:pt x="23" y="0"/>
                  </a:cubicBezTo>
                  <a:cubicBezTo>
                    <a:pt x="467" y="0"/>
                    <a:pt x="467" y="0"/>
                    <a:pt x="467" y="0"/>
                  </a:cubicBezTo>
                  <a:cubicBezTo>
                    <a:pt x="479" y="0"/>
                    <a:pt x="489" y="10"/>
                    <a:pt x="489" y="23"/>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4" name="Google Shape;74;p27"/>
            <p:cNvSpPr/>
            <p:nvPr/>
          </p:nvSpPr>
          <p:spPr>
            <a:xfrm>
              <a:off x="6208713" y="3786188"/>
              <a:ext cx="1833563" cy="168275"/>
            </a:xfrm>
            <a:custGeom>
              <a:rect b="b" l="l" r="r" t="t"/>
              <a:pathLst>
                <a:path extrusionOk="0" h="45" w="489">
                  <a:moveTo>
                    <a:pt x="489" y="22"/>
                  </a:moveTo>
                  <a:cubicBezTo>
                    <a:pt x="489" y="35"/>
                    <a:pt x="479" y="45"/>
                    <a:pt x="467" y="45"/>
                  </a:cubicBezTo>
                  <a:cubicBezTo>
                    <a:pt x="23" y="45"/>
                    <a:pt x="23" y="45"/>
                    <a:pt x="23" y="45"/>
                  </a:cubicBezTo>
                  <a:cubicBezTo>
                    <a:pt x="10" y="45"/>
                    <a:pt x="0" y="35"/>
                    <a:pt x="0" y="22"/>
                  </a:cubicBezTo>
                  <a:cubicBezTo>
                    <a:pt x="0" y="10"/>
                    <a:pt x="10" y="0"/>
                    <a:pt x="23" y="0"/>
                  </a:cubicBezTo>
                  <a:cubicBezTo>
                    <a:pt x="467" y="0"/>
                    <a:pt x="467" y="0"/>
                    <a:pt x="467" y="0"/>
                  </a:cubicBezTo>
                  <a:cubicBezTo>
                    <a:pt x="479" y="0"/>
                    <a:pt x="489" y="10"/>
                    <a:pt x="489" y="2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5" name="Google Shape;75;p27"/>
            <p:cNvSpPr/>
            <p:nvPr/>
          </p:nvSpPr>
          <p:spPr>
            <a:xfrm>
              <a:off x="3924301" y="1936750"/>
              <a:ext cx="1593850" cy="169862"/>
            </a:xfrm>
            <a:custGeom>
              <a:rect b="b" l="l" r="r" t="t"/>
              <a:pathLst>
                <a:path extrusionOk="0" h="45" w="425">
                  <a:moveTo>
                    <a:pt x="425" y="22"/>
                  </a:moveTo>
                  <a:cubicBezTo>
                    <a:pt x="425" y="35"/>
                    <a:pt x="415" y="45"/>
                    <a:pt x="403" y="45"/>
                  </a:cubicBezTo>
                  <a:cubicBezTo>
                    <a:pt x="23" y="45"/>
                    <a:pt x="23" y="45"/>
                    <a:pt x="23" y="45"/>
                  </a:cubicBezTo>
                  <a:cubicBezTo>
                    <a:pt x="11" y="45"/>
                    <a:pt x="0" y="35"/>
                    <a:pt x="0" y="22"/>
                  </a:cubicBezTo>
                  <a:cubicBezTo>
                    <a:pt x="0" y="10"/>
                    <a:pt x="11" y="0"/>
                    <a:pt x="23" y="0"/>
                  </a:cubicBezTo>
                  <a:cubicBezTo>
                    <a:pt x="403" y="0"/>
                    <a:pt x="403" y="0"/>
                    <a:pt x="403" y="0"/>
                  </a:cubicBezTo>
                  <a:cubicBezTo>
                    <a:pt x="415" y="0"/>
                    <a:pt x="425" y="10"/>
                    <a:pt x="425" y="2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6" name="Google Shape;76;p27"/>
            <p:cNvSpPr/>
            <p:nvPr/>
          </p:nvSpPr>
          <p:spPr>
            <a:xfrm>
              <a:off x="3924301" y="2371725"/>
              <a:ext cx="1136650" cy="169862"/>
            </a:xfrm>
            <a:custGeom>
              <a:rect b="b" l="l" r="r" t="t"/>
              <a:pathLst>
                <a:path extrusionOk="0" h="45" w="303">
                  <a:moveTo>
                    <a:pt x="303" y="23"/>
                  </a:moveTo>
                  <a:cubicBezTo>
                    <a:pt x="303" y="35"/>
                    <a:pt x="293" y="45"/>
                    <a:pt x="281" y="45"/>
                  </a:cubicBezTo>
                  <a:cubicBezTo>
                    <a:pt x="23" y="45"/>
                    <a:pt x="23" y="45"/>
                    <a:pt x="23" y="45"/>
                  </a:cubicBezTo>
                  <a:cubicBezTo>
                    <a:pt x="11" y="45"/>
                    <a:pt x="0" y="35"/>
                    <a:pt x="0" y="23"/>
                  </a:cubicBezTo>
                  <a:cubicBezTo>
                    <a:pt x="0" y="10"/>
                    <a:pt x="11" y="0"/>
                    <a:pt x="23" y="0"/>
                  </a:cubicBezTo>
                  <a:cubicBezTo>
                    <a:pt x="281" y="0"/>
                    <a:pt x="281" y="0"/>
                    <a:pt x="281" y="0"/>
                  </a:cubicBezTo>
                  <a:cubicBezTo>
                    <a:pt x="293" y="0"/>
                    <a:pt x="303" y="10"/>
                    <a:pt x="303" y="23"/>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77" name="Google Shape;77;p27"/>
          <p:cNvSpPr/>
          <p:nvPr/>
        </p:nvSpPr>
        <p:spPr>
          <a:xfrm>
            <a:off x="4619836" y="296368"/>
            <a:ext cx="7560000" cy="864888"/>
          </a:xfrm>
          <a:custGeom>
            <a:rect b="b" l="l" r="r" t="t"/>
            <a:pathLst>
              <a:path extrusionOk="0" h="10000" w="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rgbClr val="F2F2F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8" name="Google Shape;78;p27"/>
          <p:cNvSpPr/>
          <p:nvPr/>
        </p:nvSpPr>
        <p:spPr>
          <a:xfrm>
            <a:off x="4511824" y="296368"/>
            <a:ext cx="233363" cy="864380"/>
          </a:xfrm>
          <a:custGeom>
            <a:rect b="b" l="l" r="r" t="t"/>
            <a:pathLst>
              <a:path extrusionOk="0" h="493" w="147">
                <a:moveTo>
                  <a:pt x="33" y="0"/>
                </a:moveTo>
                <a:lnTo>
                  <a:pt x="0" y="0"/>
                </a:lnTo>
                <a:lnTo>
                  <a:pt x="114" y="248"/>
                </a:lnTo>
                <a:lnTo>
                  <a:pt x="0" y="493"/>
                </a:lnTo>
                <a:lnTo>
                  <a:pt x="33" y="493"/>
                </a:lnTo>
                <a:lnTo>
                  <a:pt x="147" y="248"/>
                </a:lnTo>
                <a:lnTo>
                  <a:pt x="33" y="0"/>
                </a:lnTo>
                <a:close/>
              </a:path>
            </a:pathLst>
          </a:custGeom>
          <a:solidFill>
            <a:srgbClr val="F2F2F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目标">
  <p:cSld name="4#目标">
    <p:spTree>
      <p:nvGrpSpPr>
        <p:cNvPr id="79" name="Shape 79"/>
        <p:cNvGrpSpPr/>
        <p:nvPr/>
      </p:nvGrpSpPr>
      <p:grpSpPr>
        <a:xfrm>
          <a:off x="0" y="0"/>
          <a:ext cx="0" cy="0"/>
          <a:chOff x="0" y="0"/>
          <a:chExt cx="0" cy="0"/>
        </a:xfrm>
      </p:grpSpPr>
      <p:sp>
        <p:nvSpPr>
          <p:cNvPr id="80" name="Google Shape;80;p28"/>
          <p:cNvSpPr txBox="1"/>
          <p:nvPr/>
        </p:nvSpPr>
        <p:spPr>
          <a:xfrm>
            <a:off x="1595500" y="408779"/>
            <a:ext cx="2592288" cy="639559"/>
          </a:xfrm>
          <a:prstGeom prst="rect">
            <a:avLst/>
          </a:prstGeom>
          <a:noFill/>
          <a:ln>
            <a:noFill/>
          </a:ln>
        </p:spPr>
        <p:txBody>
          <a:bodyPr anchorCtr="0" anchor="t" bIns="49975" lIns="99975" spcFirstLastPara="1" rIns="99975" wrap="square" tIns="49975">
            <a:spAutoFit/>
          </a:bodyPr>
          <a:lstStyle/>
          <a:p>
            <a:pPr indent="0" lvl="0" marL="0" marR="0" rtl="0" algn="l">
              <a:spcBef>
                <a:spcPts val="0"/>
              </a:spcBef>
              <a:spcAft>
                <a:spcPts val="0"/>
              </a:spcAft>
              <a:buNone/>
            </a:pPr>
            <a:r>
              <a:rPr b="1" lang="en-US" sz="3500">
                <a:solidFill>
                  <a:schemeClr val="dk1"/>
                </a:solidFill>
                <a:latin typeface="Arial"/>
                <a:ea typeface="Arial"/>
                <a:cs typeface="Arial"/>
                <a:sym typeface="Arial"/>
              </a:rPr>
              <a:t>Objectives</a:t>
            </a:r>
            <a:endParaRPr b="1" sz="3500">
              <a:solidFill>
                <a:schemeClr val="dk1"/>
              </a:solidFill>
              <a:latin typeface="Arial"/>
              <a:ea typeface="Arial"/>
              <a:cs typeface="Arial"/>
              <a:sym typeface="Arial"/>
            </a:endParaRPr>
          </a:p>
        </p:txBody>
      </p:sp>
      <p:sp>
        <p:nvSpPr>
          <p:cNvPr id="81" name="Google Shape;81;p28"/>
          <p:cNvSpPr/>
          <p:nvPr/>
        </p:nvSpPr>
        <p:spPr>
          <a:xfrm>
            <a:off x="3113" y="296368"/>
            <a:ext cx="1376363" cy="864380"/>
          </a:xfrm>
          <a:custGeom>
            <a:rect b="b" l="l" r="r" t="t"/>
            <a:pathLst>
              <a:path extrusionOk="0" h="493" w="867">
                <a:moveTo>
                  <a:pt x="756" y="493"/>
                </a:moveTo>
                <a:lnTo>
                  <a:pt x="0" y="493"/>
                </a:lnTo>
                <a:lnTo>
                  <a:pt x="0" y="0"/>
                </a:lnTo>
                <a:lnTo>
                  <a:pt x="756" y="0"/>
                </a:lnTo>
                <a:lnTo>
                  <a:pt x="867" y="248"/>
                </a:lnTo>
                <a:lnTo>
                  <a:pt x="756" y="493"/>
                </a:lnTo>
                <a:close/>
              </a:path>
            </a:pathLst>
          </a:custGeom>
          <a:solidFill>
            <a:srgbClr val="00B0F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2" name="Google Shape;82;p28"/>
          <p:cNvSpPr/>
          <p:nvPr/>
        </p:nvSpPr>
        <p:spPr>
          <a:xfrm>
            <a:off x="1246188" y="296368"/>
            <a:ext cx="233363" cy="864380"/>
          </a:xfrm>
          <a:custGeom>
            <a:rect b="b" l="l" r="r" t="t"/>
            <a:pathLst>
              <a:path extrusionOk="0" h="493" w="147">
                <a:moveTo>
                  <a:pt x="33" y="0"/>
                </a:moveTo>
                <a:lnTo>
                  <a:pt x="0" y="0"/>
                </a:lnTo>
                <a:lnTo>
                  <a:pt x="114" y="248"/>
                </a:lnTo>
                <a:lnTo>
                  <a:pt x="0" y="493"/>
                </a:lnTo>
                <a:lnTo>
                  <a:pt x="33" y="493"/>
                </a:lnTo>
                <a:lnTo>
                  <a:pt x="147" y="248"/>
                </a:lnTo>
                <a:lnTo>
                  <a:pt x="33" y="0"/>
                </a:lnTo>
                <a:close/>
              </a:path>
            </a:pathLst>
          </a:custGeom>
          <a:solidFill>
            <a:srgbClr val="0B9C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83" name="Google Shape;83;p28"/>
          <p:cNvGrpSpPr/>
          <p:nvPr/>
        </p:nvGrpSpPr>
        <p:grpSpPr>
          <a:xfrm>
            <a:off x="443372" y="440668"/>
            <a:ext cx="533970" cy="533470"/>
            <a:chOff x="2960687" y="4865687"/>
            <a:chExt cx="1698626" cy="1697038"/>
          </a:xfrm>
        </p:grpSpPr>
        <p:sp>
          <p:nvSpPr>
            <p:cNvPr id="84" name="Google Shape;84;p28"/>
            <p:cNvSpPr/>
            <p:nvPr/>
          </p:nvSpPr>
          <p:spPr>
            <a:xfrm>
              <a:off x="2960687" y="5251450"/>
              <a:ext cx="1311275" cy="1311275"/>
            </a:xfrm>
            <a:custGeom>
              <a:rect b="b" l="l" r="r" t="t"/>
              <a:pathLst>
                <a:path extrusionOk="0" h="1293" w="1293">
                  <a:moveTo>
                    <a:pt x="1114" y="294"/>
                  </a:moveTo>
                  <a:cubicBezTo>
                    <a:pt x="1189" y="392"/>
                    <a:pt x="1233" y="514"/>
                    <a:pt x="1233" y="647"/>
                  </a:cubicBezTo>
                  <a:cubicBezTo>
                    <a:pt x="1233" y="970"/>
                    <a:pt x="970" y="1233"/>
                    <a:pt x="647" y="1233"/>
                  </a:cubicBezTo>
                  <a:cubicBezTo>
                    <a:pt x="323" y="1233"/>
                    <a:pt x="60" y="970"/>
                    <a:pt x="60" y="647"/>
                  </a:cubicBezTo>
                  <a:cubicBezTo>
                    <a:pt x="60" y="323"/>
                    <a:pt x="323" y="60"/>
                    <a:pt x="647" y="60"/>
                  </a:cubicBezTo>
                  <a:cubicBezTo>
                    <a:pt x="780" y="60"/>
                    <a:pt x="903" y="105"/>
                    <a:pt x="1001" y="180"/>
                  </a:cubicBezTo>
                  <a:cubicBezTo>
                    <a:pt x="1044" y="137"/>
                    <a:pt x="1044" y="137"/>
                    <a:pt x="1044" y="137"/>
                  </a:cubicBezTo>
                  <a:cubicBezTo>
                    <a:pt x="934" y="52"/>
                    <a:pt x="796" y="0"/>
                    <a:pt x="647" y="0"/>
                  </a:cubicBezTo>
                  <a:cubicBezTo>
                    <a:pt x="290" y="0"/>
                    <a:pt x="0" y="290"/>
                    <a:pt x="0" y="647"/>
                  </a:cubicBezTo>
                  <a:cubicBezTo>
                    <a:pt x="0" y="1003"/>
                    <a:pt x="290" y="1293"/>
                    <a:pt x="647" y="1293"/>
                  </a:cubicBezTo>
                  <a:cubicBezTo>
                    <a:pt x="1003" y="1293"/>
                    <a:pt x="1293" y="1003"/>
                    <a:pt x="1293" y="647"/>
                  </a:cubicBezTo>
                  <a:cubicBezTo>
                    <a:pt x="1293" y="498"/>
                    <a:pt x="1242" y="360"/>
                    <a:pt x="1157" y="251"/>
                  </a:cubicBezTo>
                  <a:lnTo>
                    <a:pt x="1114" y="29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5" name="Google Shape;85;p28"/>
            <p:cNvSpPr/>
            <p:nvPr/>
          </p:nvSpPr>
          <p:spPr>
            <a:xfrm>
              <a:off x="3168650" y="5459413"/>
              <a:ext cx="895350" cy="895350"/>
            </a:xfrm>
            <a:custGeom>
              <a:rect b="b" l="l" r="r" t="t"/>
              <a:pathLst>
                <a:path extrusionOk="0" h="883" w="883">
                  <a:moveTo>
                    <a:pt x="762" y="235"/>
                  </a:moveTo>
                  <a:cubicBezTo>
                    <a:pt x="801" y="295"/>
                    <a:pt x="823" y="366"/>
                    <a:pt x="823" y="442"/>
                  </a:cubicBezTo>
                  <a:cubicBezTo>
                    <a:pt x="823" y="652"/>
                    <a:pt x="652" y="823"/>
                    <a:pt x="442" y="823"/>
                  </a:cubicBezTo>
                  <a:cubicBezTo>
                    <a:pt x="231" y="823"/>
                    <a:pt x="60" y="652"/>
                    <a:pt x="60" y="442"/>
                  </a:cubicBezTo>
                  <a:cubicBezTo>
                    <a:pt x="60" y="231"/>
                    <a:pt x="231" y="60"/>
                    <a:pt x="442" y="60"/>
                  </a:cubicBezTo>
                  <a:cubicBezTo>
                    <a:pt x="518" y="60"/>
                    <a:pt x="589" y="83"/>
                    <a:pt x="649" y="122"/>
                  </a:cubicBezTo>
                  <a:cubicBezTo>
                    <a:pt x="692" y="78"/>
                    <a:pt x="692" y="78"/>
                    <a:pt x="692" y="78"/>
                  </a:cubicBezTo>
                  <a:cubicBezTo>
                    <a:pt x="621" y="29"/>
                    <a:pt x="535" y="0"/>
                    <a:pt x="442" y="0"/>
                  </a:cubicBezTo>
                  <a:cubicBezTo>
                    <a:pt x="198" y="0"/>
                    <a:pt x="0" y="198"/>
                    <a:pt x="0" y="442"/>
                  </a:cubicBezTo>
                  <a:cubicBezTo>
                    <a:pt x="0" y="685"/>
                    <a:pt x="198" y="883"/>
                    <a:pt x="442" y="883"/>
                  </a:cubicBezTo>
                  <a:cubicBezTo>
                    <a:pt x="685" y="883"/>
                    <a:pt x="883" y="685"/>
                    <a:pt x="883" y="442"/>
                  </a:cubicBezTo>
                  <a:cubicBezTo>
                    <a:pt x="883" y="349"/>
                    <a:pt x="855" y="263"/>
                    <a:pt x="806" y="192"/>
                  </a:cubicBezTo>
                  <a:lnTo>
                    <a:pt x="762" y="235"/>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6" name="Google Shape;86;p28"/>
            <p:cNvSpPr/>
            <p:nvPr/>
          </p:nvSpPr>
          <p:spPr>
            <a:xfrm>
              <a:off x="3384550" y="5675313"/>
              <a:ext cx="463550" cy="463550"/>
            </a:xfrm>
            <a:custGeom>
              <a:rect b="b" l="l" r="r" t="t"/>
              <a:pathLst>
                <a:path extrusionOk="0" h="457" w="457">
                  <a:moveTo>
                    <a:pt x="390" y="181"/>
                  </a:moveTo>
                  <a:cubicBezTo>
                    <a:pt x="395" y="196"/>
                    <a:pt x="397" y="212"/>
                    <a:pt x="397" y="229"/>
                  </a:cubicBezTo>
                  <a:cubicBezTo>
                    <a:pt x="397" y="322"/>
                    <a:pt x="322" y="397"/>
                    <a:pt x="229" y="397"/>
                  </a:cubicBezTo>
                  <a:cubicBezTo>
                    <a:pt x="136" y="397"/>
                    <a:pt x="60" y="322"/>
                    <a:pt x="60" y="229"/>
                  </a:cubicBezTo>
                  <a:cubicBezTo>
                    <a:pt x="60" y="136"/>
                    <a:pt x="136" y="60"/>
                    <a:pt x="229" y="60"/>
                  </a:cubicBezTo>
                  <a:cubicBezTo>
                    <a:pt x="245" y="60"/>
                    <a:pt x="262" y="63"/>
                    <a:pt x="277" y="67"/>
                  </a:cubicBezTo>
                  <a:cubicBezTo>
                    <a:pt x="324" y="21"/>
                    <a:pt x="324" y="21"/>
                    <a:pt x="324" y="21"/>
                  </a:cubicBezTo>
                  <a:cubicBezTo>
                    <a:pt x="295" y="8"/>
                    <a:pt x="263" y="0"/>
                    <a:pt x="229" y="0"/>
                  </a:cubicBezTo>
                  <a:cubicBezTo>
                    <a:pt x="103" y="0"/>
                    <a:pt x="0" y="103"/>
                    <a:pt x="0" y="229"/>
                  </a:cubicBezTo>
                  <a:cubicBezTo>
                    <a:pt x="0" y="355"/>
                    <a:pt x="103" y="457"/>
                    <a:pt x="229" y="457"/>
                  </a:cubicBezTo>
                  <a:cubicBezTo>
                    <a:pt x="355" y="457"/>
                    <a:pt x="457" y="355"/>
                    <a:pt x="457" y="229"/>
                  </a:cubicBezTo>
                  <a:cubicBezTo>
                    <a:pt x="457" y="195"/>
                    <a:pt x="450" y="163"/>
                    <a:pt x="437" y="134"/>
                  </a:cubicBezTo>
                  <a:lnTo>
                    <a:pt x="390" y="181"/>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7" name="Google Shape;87;p28"/>
            <p:cNvSpPr/>
            <p:nvPr/>
          </p:nvSpPr>
          <p:spPr>
            <a:xfrm>
              <a:off x="3582988" y="5092700"/>
              <a:ext cx="850900" cy="844550"/>
            </a:xfrm>
            <a:custGeom>
              <a:rect b="b" l="l" r="r" t="t"/>
              <a:pathLst>
                <a:path extrusionOk="0" h="834" w="839">
                  <a:moveTo>
                    <a:pt x="33" y="834"/>
                  </a:moveTo>
                  <a:cubicBezTo>
                    <a:pt x="25" y="834"/>
                    <a:pt x="17" y="831"/>
                    <a:pt x="11" y="825"/>
                  </a:cubicBezTo>
                  <a:cubicBezTo>
                    <a:pt x="0" y="813"/>
                    <a:pt x="0" y="794"/>
                    <a:pt x="11" y="782"/>
                  </a:cubicBezTo>
                  <a:cubicBezTo>
                    <a:pt x="785" y="12"/>
                    <a:pt x="785" y="12"/>
                    <a:pt x="785" y="12"/>
                  </a:cubicBezTo>
                  <a:cubicBezTo>
                    <a:pt x="796" y="0"/>
                    <a:pt x="815" y="0"/>
                    <a:pt x="827" y="12"/>
                  </a:cubicBezTo>
                  <a:cubicBezTo>
                    <a:pt x="839" y="24"/>
                    <a:pt x="839" y="43"/>
                    <a:pt x="827" y="54"/>
                  </a:cubicBezTo>
                  <a:cubicBezTo>
                    <a:pt x="54" y="825"/>
                    <a:pt x="54" y="825"/>
                    <a:pt x="54" y="825"/>
                  </a:cubicBezTo>
                  <a:cubicBezTo>
                    <a:pt x="48" y="831"/>
                    <a:pt x="40" y="834"/>
                    <a:pt x="33" y="834"/>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8" name="Google Shape;88;p28"/>
            <p:cNvSpPr/>
            <p:nvPr/>
          </p:nvSpPr>
          <p:spPr>
            <a:xfrm>
              <a:off x="4140200" y="4865687"/>
              <a:ext cx="301625" cy="500063"/>
            </a:xfrm>
            <a:custGeom>
              <a:rect b="b" l="l" r="r" t="t"/>
              <a:pathLst>
                <a:path extrusionOk="0" h="492" w="298">
                  <a:moveTo>
                    <a:pt x="50" y="492"/>
                  </a:moveTo>
                  <a:cubicBezTo>
                    <a:pt x="46" y="492"/>
                    <a:pt x="43" y="491"/>
                    <a:pt x="40" y="490"/>
                  </a:cubicBezTo>
                  <a:cubicBezTo>
                    <a:pt x="29" y="486"/>
                    <a:pt x="21" y="476"/>
                    <a:pt x="20" y="464"/>
                  </a:cubicBezTo>
                  <a:cubicBezTo>
                    <a:pt x="1" y="252"/>
                    <a:pt x="1" y="252"/>
                    <a:pt x="1" y="252"/>
                  </a:cubicBezTo>
                  <a:cubicBezTo>
                    <a:pt x="0" y="243"/>
                    <a:pt x="3" y="234"/>
                    <a:pt x="10" y="228"/>
                  </a:cubicBezTo>
                  <a:cubicBezTo>
                    <a:pt x="227" y="11"/>
                    <a:pt x="227" y="11"/>
                    <a:pt x="227" y="11"/>
                  </a:cubicBezTo>
                  <a:cubicBezTo>
                    <a:pt x="235" y="2"/>
                    <a:pt x="248" y="0"/>
                    <a:pt x="259" y="4"/>
                  </a:cubicBezTo>
                  <a:cubicBezTo>
                    <a:pt x="270" y="7"/>
                    <a:pt x="277" y="17"/>
                    <a:pt x="278" y="29"/>
                  </a:cubicBezTo>
                  <a:cubicBezTo>
                    <a:pt x="297" y="242"/>
                    <a:pt x="297" y="242"/>
                    <a:pt x="297" y="242"/>
                  </a:cubicBezTo>
                  <a:cubicBezTo>
                    <a:pt x="298" y="251"/>
                    <a:pt x="295" y="259"/>
                    <a:pt x="289" y="266"/>
                  </a:cubicBezTo>
                  <a:cubicBezTo>
                    <a:pt x="71" y="483"/>
                    <a:pt x="71" y="483"/>
                    <a:pt x="71" y="483"/>
                  </a:cubicBezTo>
                  <a:cubicBezTo>
                    <a:pt x="65" y="489"/>
                    <a:pt x="58" y="492"/>
                    <a:pt x="50" y="492"/>
                  </a:cubicBezTo>
                  <a:close/>
                  <a:moveTo>
                    <a:pt x="62" y="260"/>
                  </a:moveTo>
                  <a:cubicBezTo>
                    <a:pt x="74" y="395"/>
                    <a:pt x="74" y="395"/>
                    <a:pt x="74" y="395"/>
                  </a:cubicBezTo>
                  <a:cubicBezTo>
                    <a:pt x="236" y="233"/>
                    <a:pt x="236" y="233"/>
                    <a:pt x="236" y="233"/>
                  </a:cubicBezTo>
                  <a:cubicBezTo>
                    <a:pt x="224" y="99"/>
                    <a:pt x="224" y="99"/>
                    <a:pt x="224" y="99"/>
                  </a:cubicBezTo>
                  <a:lnTo>
                    <a:pt x="62" y="26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9" name="Google Shape;89;p28"/>
            <p:cNvSpPr/>
            <p:nvPr/>
          </p:nvSpPr>
          <p:spPr>
            <a:xfrm>
              <a:off x="4157663" y="5083175"/>
              <a:ext cx="501650" cy="301625"/>
            </a:xfrm>
            <a:custGeom>
              <a:rect b="b" l="l" r="r" t="t"/>
              <a:pathLst>
                <a:path extrusionOk="0" h="297" w="494">
                  <a:moveTo>
                    <a:pt x="245" y="297"/>
                  </a:moveTo>
                  <a:cubicBezTo>
                    <a:pt x="244" y="297"/>
                    <a:pt x="243" y="297"/>
                    <a:pt x="242" y="296"/>
                  </a:cubicBezTo>
                  <a:cubicBezTo>
                    <a:pt x="29" y="278"/>
                    <a:pt x="29" y="278"/>
                    <a:pt x="29" y="278"/>
                  </a:cubicBezTo>
                  <a:cubicBezTo>
                    <a:pt x="18" y="277"/>
                    <a:pt x="8" y="269"/>
                    <a:pt x="4" y="258"/>
                  </a:cubicBezTo>
                  <a:cubicBezTo>
                    <a:pt x="0" y="247"/>
                    <a:pt x="2" y="235"/>
                    <a:pt x="11" y="226"/>
                  </a:cubicBezTo>
                  <a:cubicBezTo>
                    <a:pt x="228" y="9"/>
                    <a:pt x="228" y="9"/>
                    <a:pt x="228" y="9"/>
                  </a:cubicBezTo>
                  <a:cubicBezTo>
                    <a:pt x="234" y="3"/>
                    <a:pt x="243" y="0"/>
                    <a:pt x="252" y="0"/>
                  </a:cubicBezTo>
                  <a:cubicBezTo>
                    <a:pt x="464" y="19"/>
                    <a:pt x="464" y="19"/>
                    <a:pt x="464" y="19"/>
                  </a:cubicBezTo>
                  <a:cubicBezTo>
                    <a:pt x="476" y="20"/>
                    <a:pt x="486" y="28"/>
                    <a:pt x="490" y="39"/>
                  </a:cubicBezTo>
                  <a:cubicBezTo>
                    <a:pt x="494" y="50"/>
                    <a:pt x="491" y="62"/>
                    <a:pt x="483" y="70"/>
                  </a:cubicBezTo>
                  <a:cubicBezTo>
                    <a:pt x="266" y="288"/>
                    <a:pt x="266" y="288"/>
                    <a:pt x="266" y="288"/>
                  </a:cubicBezTo>
                  <a:cubicBezTo>
                    <a:pt x="260" y="293"/>
                    <a:pt x="252" y="297"/>
                    <a:pt x="245" y="297"/>
                  </a:cubicBezTo>
                  <a:close/>
                  <a:moveTo>
                    <a:pt x="99" y="223"/>
                  </a:moveTo>
                  <a:cubicBezTo>
                    <a:pt x="233" y="235"/>
                    <a:pt x="233" y="235"/>
                    <a:pt x="233" y="235"/>
                  </a:cubicBezTo>
                  <a:cubicBezTo>
                    <a:pt x="395" y="73"/>
                    <a:pt x="395" y="73"/>
                    <a:pt x="395" y="73"/>
                  </a:cubicBezTo>
                  <a:cubicBezTo>
                    <a:pt x="261" y="62"/>
                    <a:pt x="261" y="62"/>
                    <a:pt x="261" y="62"/>
                  </a:cubicBezTo>
                  <a:lnTo>
                    <a:pt x="99" y="223"/>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90" name="Google Shape;90;p28"/>
          <p:cNvSpPr/>
          <p:nvPr/>
        </p:nvSpPr>
        <p:spPr>
          <a:xfrm>
            <a:off x="4619836" y="296368"/>
            <a:ext cx="7560000" cy="864888"/>
          </a:xfrm>
          <a:custGeom>
            <a:rect b="b" l="l" r="r" t="t"/>
            <a:pathLst>
              <a:path extrusionOk="0" h="10000" w="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rgbClr val="F2F2F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1" name="Google Shape;91;p28"/>
          <p:cNvSpPr/>
          <p:nvPr/>
        </p:nvSpPr>
        <p:spPr>
          <a:xfrm>
            <a:off x="4511824" y="296368"/>
            <a:ext cx="233363" cy="864380"/>
          </a:xfrm>
          <a:custGeom>
            <a:rect b="b" l="l" r="r" t="t"/>
            <a:pathLst>
              <a:path extrusionOk="0" h="493" w="147">
                <a:moveTo>
                  <a:pt x="33" y="0"/>
                </a:moveTo>
                <a:lnTo>
                  <a:pt x="0" y="0"/>
                </a:lnTo>
                <a:lnTo>
                  <a:pt x="114" y="248"/>
                </a:lnTo>
                <a:lnTo>
                  <a:pt x="0" y="493"/>
                </a:lnTo>
                <a:lnTo>
                  <a:pt x="33" y="493"/>
                </a:lnTo>
                <a:lnTo>
                  <a:pt x="147" y="248"/>
                </a:lnTo>
                <a:lnTo>
                  <a:pt x="33" y="0"/>
                </a:lnTo>
                <a:close/>
              </a:path>
            </a:pathLst>
          </a:custGeom>
          <a:solidFill>
            <a:srgbClr val="F2F2F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2" name="Google Shape;92;p28"/>
          <p:cNvSpPr txBox="1"/>
          <p:nvPr>
            <p:ph idx="1" type="body"/>
          </p:nvPr>
        </p:nvSpPr>
        <p:spPr>
          <a:xfrm>
            <a:off x="451202" y="1233276"/>
            <a:ext cx="11306175" cy="4680000"/>
          </a:xfrm>
          <a:prstGeom prst="rect">
            <a:avLst/>
          </a:prstGeom>
          <a:noFill/>
          <a:ln>
            <a:noFill/>
          </a:ln>
        </p:spPr>
        <p:txBody>
          <a:bodyPr anchorCtr="0" anchor="t" bIns="40050" lIns="80125" spcFirstLastPara="1" rIns="80125" wrap="square" tIns="40050">
            <a:noAutofit/>
          </a:bodyPr>
          <a:lstStyle>
            <a:lvl1pPr indent="-298450" lvl="0" marL="457200" marR="0" algn="just">
              <a:lnSpc>
                <a:spcPct val="140000"/>
              </a:lnSpc>
              <a:spcBef>
                <a:spcPts val="660"/>
              </a:spcBef>
              <a:spcAft>
                <a:spcPts val="0"/>
              </a:spcAft>
              <a:buClr>
                <a:schemeClr val="dk1"/>
              </a:buClr>
              <a:buSzPts val="1100"/>
              <a:buFont typeface="Noto Sans Symbols"/>
              <a:buChar char="●"/>
              <a:defRPr b="0" i="0" sz="2200" u="none" cap="none" strike="noStrike"/>
            </a:lvl1pPr>
            <a:lvl2pPr indent="-355536" lvl="1" marL="914400" algn="just">
              <a:lnSpc>
                <a:spcPct val="140000"/>
              </a:lnSpc>
              <a:spcBef>
                <a:spcPts val="720"/>
              </a:spcBef>
              <a:spcAft>
                <a:spcPts val="0"/>
              </a:spcAft>
              <a:buClr>
                <a:schemeClr val="dk1"/>
              </a:buClr>
              <a:buSzPts val="1999"/>
              <a:buChar char="▫"/>
              <a:defRPr>
                <a:latin typeface="Arial"/>
                <a:ea typeface="Arial"/>
                <a:cs typeface="Arial"/>
                <a:sym typeface="Arial"/>
              </a:defRPr>
            </a:lvl2pPr>
            <a:lvl3pPr indent="-285718" lvl="2" marL="1371600" algn="just">
              <a:lnSpc>
                <a:spcPct val="140000"/>
              </a:lnSpc>
              <a:spcBef>
                <a:spcPts val="648"/>
              </a:spcBef>
              <a:spcAft>
                <a:spcPts val="0"/>
              </a:spcAft>
              <a:buClr>
                <a:schemeClr val="dk1"/>
              </a:buClr>
              <a:buSzPts val="900"/>
              <a:buChar char="■"/>
              <a:defRPr>
                <a:latin typeface="Arial"/>
                <a:ea typeface="Arial"/>
                <a:cs typeface="Arial"/>
                <a:sym typeface="Arial"/>
              </a:defRPr>
            </a:lvl3pPr>
            <a:lvl4pPr indent="-330136" lvl="3" marL="1828800" algn="just">
              <a:lnSpc>
                <a:spcPct val="140000"/>
              </a:lnSpc>
              <a:spcBef>
                <a:spcPts val="576"/>
              </a:spcBef>
              <a:spcAft>
                <a:spcPts val="0"/>
              </a:spcAft>
              <a:buClr>
                <a:schemeClr val="dk1"/>
              </a:buClr>
              <a:buSzPts val="1599"/>
              <a:buChar char="−"/>
              <a:defRPr>
                <a:latin typeface="Arial"/>
                <a:ea typeface="Arial"/>
                <a:cs typeface="Arial"/>
                <a:sym typeface="Arial"/>
              </a:defRPr>
            </a:lvl4pPr>
            <a:lvl5pPr indent="-317436" lvl="4" marL="2286000" algn="just">
              <a:lnSpc>
                <a:spcPct val="140000"/>
              </a:lnSpc>
              <a:spcBef>
                <a:spcPts val="576"/>
              </a:spcBef>
              <a:spcAft>
                <a:spcPts val="0"/>
              </a:spcAft>
              <a:buClr>
                <a:schemeClr val="dk1"/>
              </a:buClr>
              <a:buSzPts val="1399"/>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目录">
  <p:cSld name="5#目录">
    <p:spTree>
      <p:nvGrpSpPr>
        <p:cNvPr id="93" name="Shape 93"/>
        <p:cNvGrpSpPr/>
        <p:nvPr/>
      </p:nvGrpSpPr>
      <p:grpSpPr>
        <a:xfrm>
          <a:off x="0" y="0"/>
          <a:ext cx="0" cy="0"/>
          <a:chOff x="0" y="0"/>
          <a:chExt cx="0" cy="0"/>
        </a:xfrm>
      </p:grpSpPr>
      <p:sp>
        <p:nvSpPr>
          <p:cNvPr id="94" name="Google Shape;94;p29"/>
          <p:cNvSpPr txBox="1"/>
          <p:nvPr/>
        </p:nvSpPr>
        <p:spPr>
          <a:xfrm>
            <a:off x="1595500" y="408779"/>
            <a:ext cx="2232248" cy="639559"/>
          </a:xfrm>
          <a:prstGeom prst="rect">
            <a:avLst/>
          </a:prstGeom>
          <a:noFill/>
          <a:ln>
            <a:noFill/>
          </a:ln>
        </p:spPr>
        <p:txBody>
          <a:bodyPr anchorCtr="0" anchor="t" bIns="49975" lIns="99975" spcFirstLastPara="1" rIns="99975" wrap="square" tIns="49975">
            <a:spAutoFit/>
          </a:bodyPr>
          <a:lstStyle/>
          <a:p>
            <a:pPr indent="0" lvl="0" marL="0" marR="0" rtl="0" algn="l">
              <a:spcBef>
                <a:spcPts val="0"/>
              </a:spcBef>
              <a:spcAft>
                <a:spcPts val="0"/>
              </a:spcAft>
              <a:buNone/>
            </a:pPr>
            <a:r>
              <a:rPr b="1" lang="en-US" sz="3500">
                <a:solidFill>
                  <a:schemeClr val="dk1"/>
                </a:solidFill>
                <a:latin typeface="Arial"/>
                <a:ea typeface="Arial"/>
                <a:cs typeface="Arial"/>
                <a:sym typeface="Arial"/>
              </a:rPr>
              <a:t>Contents</a:t>
            </a:r>
            <a:endParaRPr b="1" sz="3500">
              <a:solidFill>
                <a:schemeClr val="dk1"/>
              </a:solidFill>
              <a:latin typeface="Arial"/>
              <a:ea typeface="Arial"/>
              <a:cs typeface="Arial"/>
              <a:sym typeface="Arial"/>
            </a:endParaRPr>
          </a:p>
        </p:txBody>
      </p:sp>
      <p:sp>
        <p:nvSpPr>
          <p:cNvPr id="95" name="Google Shape;95;p29"/>
          <p:cNvSpPr/>
          <p:nvPr/>
        </p:nvSpPr>
        <p:spPr>
          <a:xfrm>
            <a:off x="3113" y="296368"/>
            <a:ext cx="1376363" cy="864380"/>
          </a:xfrm>
          <a:custGeom>
            <a:rect b="b" l="l" r="r" t="t"/>
            <a:pathLst>
              <a:path extrusionOk="0" h="493" w="867">
                <a:moveTo>
                  <a:pt x="756" y="493"/>
                </a:moveTo>
                <a:lnTo>
                  <a:pt x="0" y="493"/>
                </a:lnTo>
                <a:lnTo>
                  <a:pt x="0" y="0"/>
                </a:lnTo>
                <a:lnTo>
                  <a:pt x="756" y="0"/>
                </a:lnTo>
                <a:lnTo>
                  <a:pt x="867" y="248"/>
                </a:lnTo>
                <a:lnTo>
                  <a:pt x="756" y="493"/>
                </a:lnTo>
                <a:close/>
              </a:path>
            </a:pathLst>
          </a:custGeom>
          <a:solidFill>
            <a:srgbClr val="00B0F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6" name="Google Shape;96;p29"/>
          <p:cNvSpPr/>
          <p:nvPr/>
        </p:nvSpPr>
        <p:spPr>
          <a:xfrm>
            <a:off x="1246188" y="296368"/>
            <a:ext cx="233363" cy="864380"/>
          </a:xfrm>
          <a:custGeom>
            <a:rect b="b" l="l" r="r" t="t"/>
            <a:pathLst>
              <a:path extrusionOk="0" h="493" w="147">
                <a:moveTo>
                  <a:pt x="33" y="0"/>
                </a:moveTo>
                <a:lnTo>
                  <a:pt x="0" y="0"/>
                </a:lnTo>
                <a:lnTo>
                  <a:pt x="114" y="248"/>
                </a:lnTo>
                <a:lnTo>
                  <a:pt x="0" y="493"/>
                </a:lnTo>
                <a:lnTo>
                  <a:pt x="33" y="493"/>
                </a:lnTo>
                <a:lnTo>
                  <a:pt x="147" y="248"/>
                </a:lnTo>
                <a:lnTo>
                  <a:pt x="33" y="0"/>
                </a:lnTo>
                <a:close/>
              </a:path>
            </a:pathLst>
          </a:custGeom>
          <a:solidFill>
            <a:srgbClr val="0B9C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97" name="Google Shape;97;p29"/>
          <p:cNvGrpSpPr/>
          <p:nvPr/>
        </p:nvGrpSpPr>
        <p:grpSpPr>
          <a:xfrm>
            <a:off x="587388" y="515379"/>
            <a:ext cx="358335" cy="426359"/>
            <a:chOff x="3295650" y="230188"/>
            <a:chExt cx="936625" cy="1114426"/>
          </a:xfrm>
        </p:grpSpPr>
        <p:sp>
          <p:nvSpPr>
            <p:cNvPr id="98" name="Google Shape;98;p29"/>
            <p:cNvSpPr/>
            <p:nvPr/>
          </p:nvSpPr>
          <p:spPr>
            <a:xfrm>
              <a:off x="3959225" y="876301"/>
              <a:ext cx="182563" cy="4921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9" name="Google Shape;99;p29"/>
            <p:cNvSpPr/>
            <p:nvPr/>
          </p:nvSpPr>
          <p:spPr>
            <a:xfrm>
              <a:off x="3959225" y="777876"/>
              <a:ext cx="182563" cy="4921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0" name="Google Shape;100;p29"/>
            <p:cNvSpPr/>
            <p:nvPr/>
          </p:nvSpPr>
          <p:spPr>
            <a:xfrm>
              <a:off x="3959225" y="677863"/>
              <a:ext cx="182563" cy="476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1" name="Google Shape;101;p29"/>
            <p:cNvSpPr/>
            <p:nvPr/>
          </p:nvSpPr>
          <p:spPr>
            <a:xfrm>
              <a:off x="3959225" y="582613"/>
              <a:ext cx="182563" cy="4921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2" name="Google Shape;102;p29"/>
            <p:cNvSpPr/>
            <p:nvPr/>
          </p:nvSpPr>
          <p:spPr>
            <a:xfrm>
              <a:off x="3676650" y="1101726"/>
              <a:ext cx="469900" cy="476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3" name="Google Shape;103;p29"/>
            <p:cNvSpPr/>
            <p:nvPr/>
          </p:nvSpPr>
          <p:spPr>
            <a:xfrm>
              <a:off x="3676650" y="1198563"/>
              <a:ext cx="469900" cy="4921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4" name="Google Shape;104;p29"/>
            <p:cNvSpPr/>
            <p:nvPr/>
          </p:nvSpPr>
          <p:spPr>
            <a:xfrm>
              <a:off x="3590925" y="482601"/>
              <a:ext cx="641350" cy="862013"/>
            </a:xfrm>
            <a:custGeom>
              <a:rect b="b" l="l" r="r" t="t"/>
              <a:pathLst>
                <a:path extrusionOk="0" h="543" w="404">
                  <a:moveTo>
                    <a:pt x="229" y="0"/>
                  </a:moveTo>
                  <a:lnTo>
                    <a:pt x="229" y="30"/>
                  </a:lnTo>
                  <a:lnTo>
                    <a:pt x="373" y="30"/>
                  </a:lnTo>
                  <a:lnTo>
                    <a:pt x="373" y="513"/>
                  </a:lnTo>
                  <a:lnTo>
                    <a:pt x="33" y="513"/>
                  </a:lnTo>
                  <a:lnTo>
                    <a:pt x="31" y="387"/>
                  </a:lnTo>
                  <a:lnTo>
                    <a:pt x="0" y="387"/>
                  </a:lnTo>
                  <a:lnTo>
                    <a:pt x="0" y="543"/>
                  </a:lnTo>
                  <a:lnTo>
                    <a:pt x="404" y="543"/>
                  </a:lnTo>
                  <a:lnTo>
                    <a:pt x="404" y="0"/>
                  </a:lnTo>
                  <a:lnTo>
                    <a:pt x="229"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5" name="Google Shape;105;p29"/>
            <p:cNvSpPr/>
            <p:nvPr/>
          </p:nvSpPr>
          <p:spPr>
            <a:xfrm>
              <a:off x="3959225" y="989013"/>
              <a:ext cx="182563" cy="476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6" name="Google Shape;106;p29"/>
            <p:cNvSpPr/>
            <p:nvPr/>
          </p:nvSpPr>
          <p:spPr>
            <a:xfrm>
              <a:off x="3295650" y="230188"/>
              <a:ext cx="639763" cy="852488"/>
            </a:xfrm>
            <a:custGeom>
              <a:rect b="b" l="l" r="r" t="t"/>
              <a:pathLst>
                <a:path extrusionOk="0" h="537" w="403">
                  <a:moveTo>
                    <a:pt x="403" y="0"/>
                  </a:moveTo>
                  <a:lnTo>
                    <a:pt x="0" y="0"/>
                  </a:lnTo>
                  <a:lnTo>
                    <a:pt x="0" y="447"/>
                  </a:lnTo>
                  <a:lnTo>
                    <a:pt x="92" y="537"/>
                  </a:lnTo>
                  <a:lnTo>
                    <a:pt x="403" y="537"/>
                  </a:lnTo>
                  <a:lnTo>
                    <a:pt x="403" y="0"/>
                  </a:lnTo>
                  <a:close/>
                  <a:moveTo>
                    <a:pt x="373" y="508"/>
                  </a:moveTo>
                  <a:lnTo>
                    <a:pt x="108" y="508"/>
                  </a:lnTo>
                  <a:lnTo>
                    <a:pt x="108" y="433"/>
                  </a:lnTo>
                  <a:lnTo>
                    <a:pt x="30" y="433"/>
                  </a:lnTo>
                  <a:lnTo>
                    <a:pt x="30" y="31"/>
                  </a:lnTo>
                  <a:lnTo>
                    <a:pt x="373" y="31"/>
                  </a:lnTo>
                  <a:lnTo>
                    <a:pt x="373" y="508"/>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7" name="Google Shape;107;p29"/>
            <p:cNvSpPr/>
            <p:nvPr/>
          </p:nvSpPr>
          <p:spPr>
            <a:xfrm>
              <a:off x="3441700" y="376238"/>
              <a:ext cx="176213" cy="32385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8" name="Google Shape;108;p29"/>
            <p:cNvSpPr/>
            <p:nvPr/>
          </p:nvSpPr>
          <p:spPr>
            <a:xfrm>
              <a:off x="3411538" y="755651"/>
              <a:ext cx="438150" cy="460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9" name="Google Shape;109;p29"/>
            <p:cNvSpPr/>
            <p:nvPr/>
          </p:nvSpPr>
          <p:spPr>
            <a:xfrm>
              <a:off x="3670300" y="565151"/>
              <a:ext cx="179388" cy="4445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0" name="Google Shape;110;p29"/>
            <p:cNvSpPr/>
            <p:nvPr/>
          </p:nvSpPr>
          <p:spPr>
            <a:xfrm>
              <a:off x="3670300" y="658813"/>
              <a:ext cx="179388" cy="412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1" name="Google Shape;111;p29"/>
            <p:cNvSpPr/>
            <p:nvPr/>
          </p:nvSpPr>
          <p:spPr>
            <a:xfrm>
              <a:off x="3670300" y="471488"/>
              <a:ext cx="179388" cy="4445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2" name="Google Shape;112;p29"/>
            <p:cNvSpPr/>
            <p:nvPr/>
          </p:nvSpPr>
          <p:spPr>
            <a:xfrm>
              <a:off x="3670300" y="376238"/>
              <a:ext cx="179388" cy="412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3" name="Google Shape;113;p29"/>
            <p:cNvSpPr/>
            <p:nvPr/>
          </p:nvSpPr>
          <p:spPr>
            <a:xfrm>
              <a:off x="3411538" y="842963"/>
              <a:ext cx="438150" cy="4445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14" name="Google Shape;114;p29"/>
          <p:cNvSpPr/>
          <p:nvPr/>
        </p:nvSpPr>
        <p:spPr>
          <a:xfrm>
            <a:off x="4619836" y="296368"/>
            <a:ext cx="7560000" cy="864888"/>
          </a:xfrm>
          <a:custGeom>
            <a:rect b="b" l="l" r="r" t="t"/>
            <a:pathLst>
              <a:path extrusionOk="0" h="10000" w="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rgbClr val="F2F2F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5" name="Google Shape;115;p29"/>
          <p:cNvSpPr/>
          <p:nvPr/>
        </p:nvSpPr>
        <p:spPr>
          <a:xfrm>
            <a:off x="4511824" y="296368"/>
            <a:ext cx="233363" cy="864380"/>
          </a:xfrm>
          <a:custGeom>
            <a:rect b="b" l="l" r="r" t="t"/>
            <a:pathLst>
              <a:path extrusionOk="0" h="493" w="147">
                <a:moveTo>
                  <a:pt x="33" y="0"/>
                </a:moveTo>
                <a:lnTo>
                  <a:pt x="0" y="0"/>
                </a:lnTo>
                <a:lnTo>
                  <a:pt x="114" y="248"/>
                </a:lnTo>
                <a:lnTo>
                  <a:pt x="0" y="493"/>
                </a:lnTo>
                <a:lnTo>
                  <a:pt x="33" y="493"/>
                </a:lnTo>
                <a:lnTo>
                  <a:pt x="147" y="248"/>
                </a:lnTo>
                <a:lnTo>
                  <a:pt x="33" y="0"/>
                </a:lnTo>
                <a:close/>
              </a:path>
            </a:pathLst>
          </a:custGeom>
          <a:solidFill>
            <a:srgbClr val="F2F2F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6" name="Google Shape;116;p29"/>
          <p:cNvSpPr txBox="1"/>
          <p:nvPr>
            <p:ph idx="1" type="body"/>
          </p:nvPr>
        </p:nvSpPr>
        <p:spPr>
          <a:xfrm>
            <a:off x="454816" y="1233487"/>
            <a:ext cx="11307600" cy="4680000"/>
          </a:xfrm>
          <a:prstGeom prst="rect">
            <a:avLst/>
          </a:prstGeom>
          <a:noFill/>
          <a:ln>
            <a:noFill/>
          </a:ln>
        </p:spPr>
        <p:txBody>
          <a:bodyPr anchorCtr="0" anchor="t" bIns="40050" lIns="80125" spcFirstLastPara="1" rIns="80125" wrap="square" tIns="40050">
            <a:noAutofit/>
          </a:bodyPr>
          <a:lstStyle>
            <a:lvl1pPr indent="-368236" lvl="0" marL="457200" marR="0" algn="just">
              <a:lnSpc>
                <a:spcPct val="140000"/>
              </a:lnSpc>
              <a:spcBef>
                <a:spcPts val="660"/>
              </a:spcBef>
              <a:spcAft>
                <a:spcPts val="0"/>
              </a:spcAft>
              <a:buClr>
                <a:schemeClr val="dk1"/>
              </a:buClr>
              <a:buSzPts val="2199"/>
              <a:buFont typeface="Arial"/>
              <a:buAutoNum type="arabicPeriod"/>
              <a:defRPr>
                <a:latin typeface="Arial"/>
                <a:ea typeface="Arial"/>
                <a:cs typeface="Arial"/>
                <a:sym typeface="Arial"/>
              </a:defRPr>
            </a:lvl1pPr>
            <a:lvl2pPr indent="-355536" lvl="1" marL="914400" algn="l">
              <a:lnSpc>
                <a:spcPct val="140000"/>
              </a:lnSpc>
              <a:spcBef>
                <a:spcPts val="720"/>
              </a:spcBef>
              <a:spcAft>
                <a:spcPts val="0"/>
              </a:spcAft>
              <a:buClr>
                <a:schemeClr val="dk1"/>
              </a:buClr>
              <a:buSzPts val="1999"/>
              <a:buFont typeface="Arial"/>
              <a:buChar char="▫"/>
              <a:defRPr>
                <a:latin typeface="Arial"/>
                <a:ea typeface="Arial"/>
                <a:cs typeface="Arial"/>
                <a:sym typeface="Arial"/>
              </a:defRPr>
            </a:lvl2pPr>
            <a:lvl3pPr indent="-285718"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228600" lvl="4" marL="2286000" algn="l">
              <a:lnSpc>
                <a:spcPct val="140000"/>
              </a:lnSpc>
              <a:spcBef>
                <a:spcPts val="576"/>
              </a:spcBef>
              <a:spcAft>
                <a:spcPts val="0"/>
              </a:spcAft>
              <a:buClr>
                <a:schemeClr val="dk1"/>
              </a:buClr>
              <a:buSzPts val="1399"/>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标题和内容">
  <p:cSld name="7#标题和内容">
    <p:spTree>
      <p:nvGrpSpPr>
        <p:cNvPr id="117" name="Shape 117"/>
        <p:cNvGrpSpPr/>
        <p:nvPr/>
      </p:nvGrpSpPr>
      <p:grpSpPr>
        <a:xfrm>
          <a:off x="0" y="0"/>
          <a:ext cx="0" cy="0"/>
          <a:chOff x="0" y="0"/>
          <a:chExt cx="0" cy="0"/>
        </a:xfrm>
      </p:grpSpPr>
      <p:sp>
        <p:nvSpPr>
          <p:cNvPr id="118" name="Google Shape;118;p30"/>
          <p:cNvSpPr txBox="1"/>
          <p:nvPr>
            <p:ph idx="1" type="body"/>
          </p:nvPr>
        </p:nvSpPr>
        <p:spPr>
          <a:xfrm>
            <a:off x="451877" y="1242453"/>
            <a:ext cx="11306175" cy="4680000"/>
          </a:xfrm>
          <a:prstGeom prst="rect">
            <a:avLst/>
          </a:prstGeom>
          <a:noFill/>
          <a:ln>
            <a:noFill/>
          </a:ln>
        </p:spPr>
        <p:txBody>
          <a:bodyPr anchorCtr="0" anchor="t" bIns="40050" lIns="80125" spcFirstLastPara="1" rIns="80125" wrap="square" tIns="40050">
            <a:noAutofit/>
          </a:bodyPr>
          <a:lstStyle>
            <a:lvl1pPr indent="-298418" lvl="0" marL="457200" algn="just">
              <a:lnSpc>
                <a:spcPct val="140000"/>
              </a:lnSpc>
              <a:spcBef>
                <a:spcPts val="792"/>
              </a:spcBef>
              <a:spcAft>
                <a:spcPts val="0"/>
              </a:spcAft>
              <a:buClr>
                <a:schemeClr val="dk1"/>
              </a:buClr>
              <a:buSzPts val="1100"/>
              <a:buChar char="●"/>
              <a:defRPr>
                <a:latin typeface="Arial"/>
                <a:ea typeface="Arial"/>
                <a:cs typeface="Arial"/>
                <a:sym typeface="Arial"/>
              </a:defRPr>
            </a:lvl1pPr>
            <a:lvl2pPr indent="-342900" lvl="1" marL="914400" algn="l">
              <a:lnSpc>
                <a:spcPct val="140000"/>
              </a:lnSpc>
              <a:spcBef>
                <a:spcPts val="720"/>
              </a:spcBef>
              <a:spcAft>
                <a:spcPts val="0"/>
              </a:spcAft>
              <a:buClr>
                <a:schemeClr val="dk1"/>
              </a:buClr>
              <a:buSzPts val="18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9" name="Google Shape;119;p30"/>
          <p:cNvSpPr/>
          <p:nvPr/>
        </p:nvSpPr>
        <p:spPr>
          <a:xfrm>
            <a:off x="3113" y="296368"/>
            <a:ext cx="1376363" cy="864380"/>
          </a:xfrm>
          <a:custGeom>
            <a:rect b="b" l="l" r="r" t="t"/>
            <a:pathLst>
              <a:path extrusionOk="0" h="493" w="867">
                <a:moveTo>
                  <a:pt x="756" y="493"/>
                </a:moveTo>
                <a:lnTo>
                  <a:pt x="0" y="493"/>
                </a:lnTo>
                <a:lnTo>
                  <a:pt x="0" y="0"/>
                </a:lnTo>
                <a:lnTo>
                  <a:pt x="756" y="0"/>
                </a:lnTo>
                <a:lnTo>
                  <a:pt x="867" y="248"/>
                </a:lnTo>
                <a:lnTo>
                  <a:pt x="756" y="493"/>
                </a:lnTo>
                <a:close/>
              </a:path>
            </a:pathLst>
          </a:custGeom>
          <a:solidFill>
            <a:srgbClr val="00B0F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0" name="Google Shape;120;p30"/>
          <p:cNvSpPr/>
          <p:nvPr/>
        </p:nvSpPr>
        <p:spPr>
          <a:xfrm>
            <a:off x="1246188" y="296368"/>
            <a:ext cx="233363" cy="864380"/>
          </a:xfrm>
          <a:custGeom>
            <a:rect b="b" l="l" r="r" t="t"/>
            <a:pathLst>
              <a:path extrusionOk="0" h="493" w="147">
                <a:moveTo>
                  <a:pt x="33" y="0"/>
                </a:moveTo>
                <a:lnTo>
                  <a:pt x="0" y="0"/>
                </a:lnTo>
                <a:lnTo>
                  <a:pt x="114" y="248"/>
                </a:lnTo>
                <a:lnTo>
                  <a:pt x="0" y="493"/>
                </a:lnTo>
                <a:lnTo>
                  <a:pt x="33" y="493"/>
                </a:lnTo>
                <a:lnTo>
                  <a:pt x="147" y="248"/>
                </a:lnTo>
                <a:lnTo>
                  <a:pt x="33" y="0"/>
                </a:lnTo>
                <a:close/>
              </a:path>
            </a:pathLst>
          </a:custGeom>
          <a:solidFill>
            <a:srgbClr val="0B9C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21" name="Google Shape;121;p30"/>
          <p:cNvGrpSpPr/>
          <p:nvPr/>
        </p:nvGrpSpPr>
        <p:grpSpPr>
          <a:xfrm>
            <a:off x="587388" y="505779"/>
            <a:ext cx="374708" cy="445558"/>
            <a:chOff x="-1647825" y="2492375"/>
            <a:chExt cx="1947863" cy="2316163"/>
          </a:xfrm>
        </p:grpSpPr>
        <p:sp>
          <p:nvSpPr>
            <p:cNvPr id="122" name="Google Shape;122;p30"/>
            <p:cNvSpPr/>
            <p:nvPr/>
          </p:nvSpPr>
          <p:spPr>
            <a:xfrm>
              <a:off x="-1647825" y="2492375"/>
              <a:ext cx="1947863" cy="2316163"/>
            </a:xfrm>
            <a:custGeom>
              <a:rect b="b" l="l" r="r" t="t"/>
              <a:pathLst>
                <a:path extrusionOk="0" h="3258" w="2739">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3" name="Google Shape;123;p30"/>
            <p:cNvSpPr/>
            <p:nvPr/>
          </p:nvSpPr>
          <p:spPr>
            <a:xfrm>
              <a:off x="-1155700" y="2941638"/>
              <a:ext cx="963613" cy="893763"/>
            </a:xfrm>
            <a:custGeom>
              <a:rect b="b" l="l" r="r" t="t"/>
              <a:pathLst>
                <a:path extrusionOk="0" h="1256" w="1353">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24" name="Google Shape;124;p30"/>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lvl1pPr lvl="0" algn="l">
              <a:lnSpc>
                <a:spcPct val="90000"/>
              </a:lnSpc>
              <a:spcBef>
                <a:spcPts val="0"/>
              </a:spcBef>
              <a:spcAft>
                <a:spcPts val="0"/>
              </a:spcAft>
              <a:buClr>
                <a:schemeClr val="dk1"/>
              </a:buClr>
              <a:buSzPts val="3499"/>
              <a:buFont typeface="Arial"/>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全白背景" showMasterSp="0">
  <p:cSld name="9#全白背景">
    <p:spTree>
      <p:nvGrpSpPr>
        <p:cNvPr id="125" name="Shape 125"/>
        <p:cNvGrpSpPr/>
        <p:nvPr/>
      </p:nvGrpSpPr>
      <p:grpSpPr>
        <a:xfrm>
          <a:off x="0" y="0"/>
          <a:ext cx="0" cy="0"/>
          <a:chOff x="0" y="0"/>
          <a:chExt cx="0" cy="0"/>
        </a:xfrm>
      </p:grpSpPr>
      <p:grpSp>
        <p:nvGrpSpPr>
          <p:cNvPr id="126" name="Google Shape;126;p31"/>
          <p:cNvGrpSpPr/>
          <p:nvPr/>
        </p:nvGrpSpPr>
        <p:grpSpPr>
          <a:xfrm>
            <a:off x="12162528" y="4653136"/>
            <a:ext cx="638734" cy="1729234"/>
            <a:chOff x="12162528" y="4653136"/>
            <a:chExt cx="638734" cy="1729234"/>
          </a:xfrm>
        </p:grpSpPr>
        <p:sp>
          <p:nvSpPr>
            <p:cNvPr id="127" name="Google Shape;127;p31"/>
            <p:cNvSpPr/>
            <p:nvPr/>
          </p:nvSpPr>
          <p:spPr>
            <a:xfrm>
              <a:off x="12212029" y="4653136"/>
              <a:ext cx="539729" cy="288726"/>
            </a:xfrm>
            <a:prstGeom prst="rect">
              <a:avLst/>
            </a:prstGeom>
            <a:solidFill>
              <a:srgbClr val="00B0F0"/>
            </a:solidFill>
            <a:ln>
              <a:noFill/>
            </a:ln>
          </p:spPr>
          <p:txBody>
            <a:bodyPr anchorCtr="0" anchor="ctr" bIns="45700" lIns="91425" spcFirstLastPara="1" rIns="91425" wrap="square" tIns="45700">
              <a:noAutofit/>
            </a:bodyPr>
            <a:lstStyle/>
            <a:p>
              <a:pPr indent="-285613" lvl="0" marL="342763" marR="0" rtl="0" algn="ctr">
                <a:spcBef>
                  <a:spcPts val="0"/>
                </a:spcBef>
                <a:spcAft>
                  <a:spcPts val="0"/>
                </a:spcAft>
                <a:buClr>
                  <a:schemeClr val="dk1"/>
                </a:buClr>
                <a:buSzPts val="900"/>
                <a:buFont typeface="Arial"/>
                <a:buNone/>
              </a:pPr>
              <a:r>
                <a:t/>
              </a:r>
              <a:endParaRPr sz="900">
                <a:solidFill>
                  <a:schemeClr val="dk1"/>
                </a:solidFill>
                <a:latin typeface="Arial"/>
                <a:ea typeface="Arial"/>
                <a:cs typeface="Arial"/>
                <a:sym typeface="Arial"/>
              </a:endParaRPr>
            </a:p>
          </p:txBody>
        </p:sp>
        <p:sp>
          <p:nvSpPr>
            <p:cNvPr id="128" name="Google Shape;128;p31"/>
            <p:cNvSpPr/>
            <p:nvPr/>
          </p:nvSpPr>
          <p:spPr>
            <a:xfrm>
              <a:off x="12212029" y="4941964"/>
              <a:ext cx="539729" cy="288000"/>
            </a:xfrm>
            <a:prstGeom prst="rect">
              <a:avLst/>
            </a:prstGeom>
            <a:solidFill>
              <a:srgbClr val="A6D2FF"/>
            </a:solidFill>
            <a:ln>
              <a:noFill/>
            </a:ln>
          </p:spPr>
          <p:txBody>
            <a:bodyPr anchorCtr="0" anchor="ctr" bIns="45700" lIns="91425" spcFirstLastPara="1" rIns="91425" wrap="square" tIns="45700">
              <a:noAutofit/>
            </a:bodyPr>
            <a:lstStyle/>
            <a:p>
              <a:pPr indent="-285613" lvl="0" marL="342763" marR="0" rtl="0" algn="ctr">
                <a:spcBef>
                  <a:spcPts val="0"/>
                </a:spcBef>
                <a:spcAft>
                  <a:spcPts val="0"/>
                </a:spcAft>
                <a:buClr>
                  <a:schemeClr val="dk1"/>
                </a:buClr>
                <a:buSzPts val="900"/>
                <a:buFont typeface="Arial"/>
                <a:buNone/>
              </a:pPr>
              <a:r>
                <a:t/>
              </a:r>
              <a:endParaRPr sz="900">
                <a:solidFill>
                  <a:schemeClr val="dk1"/>
                </a:solidFill>
                <a:latin typeface="Arial"/>
                <a:ea typeface="Arial"/>
                <a:cs typeface="Arial"/>
                <a:sym typeface="Arial"/>
              </a:endParaRPr>
            </a:p>
          </p:txBody>
        </p:sp>
        <p:sp>
          <p:nvSpPr>
            <p:cNvPr id="129" name="Google Shape;129;p31"/>
            <p:cNvSpPr/>
            <p:nvPr/>
          </p:nvSpPr>
          <p:spPr>
            <a:xfrm>
              <a:off x="12212029" y="5230066"/>
              <a:ext cx="539729" cy="288000"/>
            </a:xfrm>
            <a:prstGeom prst="rect">
              <a:avLst/>
            </a:prstGeom>
            <a:solidFill>
              <a:srgbClr val="D8D8D8"/>
            </a:solidFill>
            <a:ln>
              <a:noFill/>
            </a:ln>
          </p:spPr>
          <p:txBody>
            <a:bodyPr anchorCtr="0" anchor="ctr" bIns="45700" lIns="91425" spcFirstLastPara="1" rIns="91425" wrap="square" tIns="45700">
              <a:noAutofit/>
            </a:bodyPr>
            <a:lstStyle/>
            <a:p>
              <a:pPr indent="-285613" lvl="0" marL="342763" marR="0" rtl="0" algn="ctr">
                <a:spcBef>
                  <a:spcPts val="0"/>
                </a:spcBef>
                <a:spcAft>
                  <a:spcPts val="0"/>
                </a:spcAft>
                <a:buClr>
                  <a:schemeClr val="dk1"/>
                </a:buClr>
                <a:buSzPts val="900"/>
                <a:buFont typeface="Arial"/>
                <a:buNone/>
              </a:pPr>
              <a:r>
                <a:t/>
              </a:r>
              <a:endParaRPr sz="900">
                <a:solidFill>
                  <a:schemeClr val="dk1"/>
                </a:solidFill>
                <a:latin typeface="Arial"/>
                <a:ea typeface="Arial"/>
                <a:cs typeface="Arial"/>
                <a:sym typeface="Arial"/>
              </a:endParaRPr>
            </a:p>
          </p:txBody>
        </p:sp>
        <p:sp>
          <p:nvSpPr>
            <p:cNvPr id="130" name="Google Shape;130;p31"/>
            <p:cNvSpPr/>
            <p:nvPr/>
          </p:nvSpPr>
          <p:spPr>
            <a:xfrm>
              <a:off x="12212029" y="5518168"/>
              <a:ext cx="539729" cy="288000"/>
            </a:xfrm>
            <a:prstGeom prst="rect">
              <a:avLst/>
            </a:prstGeom>
            <a:solidFill>
              <a:srgbClr val="C00000"/>
            </a:solidFill>
            <a:ln>
              <a:noFill/>
            </a:ln>
          </p:spPr>
          <p:txBody>
            <a:bodyPr anchorCtr="0" anchor="ctr" bIns="45700" lIns="91425" spcFirstLastPara="1" rIns="91425" wrap="square" tIns="45700">
              <a:noAutofit/>
            </a:bodyPr>
            <a:lstStyle/>
            <a:p>
              <a:pPr indent="-285613" lvl="0" marL="342763" marR="0" rtl="0" algn="ctr">
                <a:spcBef>
                  <a:spcPts val="0"/>
                </a:spcBef>
                <a:spcAft>
                  <a:spcPts val="0"/>
                </a:spcAft>
                <a:buClr>
                  <a:schemeClr val="dk1"/>
                </a:buClr>
                <a:buSzPts val="900"/>
                <a:buFont typeface="Arial"/>
                <a:buNone/>
              </a:pPr>
              <a:r>
                <a:t/>
              </a:r>
              <a:endParaRPr sz="900">
                <a:solidFill>
                  <a:schemeClr val="dk1"/>
                </a:solidFill>
                <a:latin typeface="Arial"/>
                <a:ea typeface="Arial"/>
                <a:cs typeface="Arial"/>
                <a:sym typeface="Arial"/>
              </a:endParaRPr>
            </a:p>
          </p:txBody>
        </p:sp>
        <p:sp>
          <p:nvSpPr>
            <p:cNvPr id="131" name="Google Shape;131;p31"/>
            <p:cNvSpPr/>
            <p:nvPr/>
          </p:nvSpPr>
          <p:spPr>
            <a:xfrm>
              <a:off x="12212029" y="5806270"/>
              <a:ext cx="539729" cy="288000"/>
            </a:xfrm>
            <a:prstGeom prst="rect">
              <a:avLst/>
            </a:prstGeom>
            <a:solidFill>
              <a:srgbClr val="FFFFCC"/>
            </a:solidFill>
            <a:ln>
              <a:noFill/>
            </a:ln>
          </p:spPr>
          <p:txBody>
            <a:bodyPr anchorCtr="0" anchor="ctr" bIns="45700" lIns="91425" spcFirstLastPara="1" rIns="91425" wrap="square" tIns="45700">
              <a:noAutofit/>
            </a:bodyPr>
            <a:lstStyle/>
            <a:p>
              <a:pPr indent="-285613" lvl="0" marL="342763" marR="0" rtl="0" algn="ctr">
                <a:spcBef>
                  <a:spcPts val="0"/>
                </a:spcBef>
                <a:spcAft>
                  <a:spcPts val="0"/>
                </a:spcAft>
                <a:buClr>
                  <a:schemeClr val="dk1"/>
                </a:buClr>
                <a:buSzPts val="900"/>
                <a:buFont typeface="Arial"/>
                <a:buNone/>
              </a:pPr>
              <a:r>
                <a:t/>
              </a:r>
              <a:endParaRPr sz="900">
                <a:solidFill>
                  <a:schemeClr val="dk1"/>
                </a:solidFill>
                <a:latin typeface="Arial"/>
                <a:ea typeface="Arial"/>
                <a:cs typeface="Arial"/>
                <a:sym typeface="Arial"/>
              </a:endParaRPr>
            </a:p>
          </p:txBody>
        </p:sp>
        <p:sp>
          <p:nvSpPr>
            <p:cNvPr id="132" name="Google Shape;132;p31"/>
            <p:cNvSpPr/>
            <p:nvPr/>
          </p:nvSpPr>
          <p:spPr>
            <a:xfrm>
              <a:off x="12212029" y="6094370"/>
              <a:ext cx="539729" cy="288000"/>
            </a:xfrm>
            <a:prstGeom prst="rect">
              <a:avLst/>
            </a:prstGeom>
            <a:solidFill>
              <a:srgbClr val="FFC000"/>
            </a:solidFill>
            <a:ln>
              <a:noFill/>
            </a:ln>
          </p:spPr>
          <p:txBody>
            <a:bodyPr anchorCtr="0" anchor="ctr" bIns="45700" lIns="91425" spcFirstLastPara="1" rIns="91425" wrap="square" tIns="45700">
              <a:noAutofit/>
            </a:bodyPr>
            <a:lstStyle/>
            <a:p>
              <a:pPr indent="-285613" lvl="0" marL="342763" marR="0" rtl="0" algn="ctr">
                <a:spcBef>
                  <a:spcPts val="0"/>
                </a:spcBef>
                <a:spcAft>
                  <a:spcPts val="0"/>
                </a:spcAft>
                <a:buClr>
                  <a:schemeClr val="dk1"/>
                </a:buClr>
                <a:buSzPts val="900"/>
                <a:buFont typeface="Arial"/>
                <a:buNone/>
              </a:pPr>
              <a:r>
                <a:t/>
              </a:r>
              <a:endParaRPr sz="900">
                <a:solidFill>
                  <a:schemeClr val="dk1"/>
                </a:solidFill>
                <a:latin typeface="Arial"/>
                <a:ea typeface="Arial"/>
                <a:cs typeface="Arial"/>
                <a:sym typeface="Arial"/>
              </a:endParaRPr>
            </a:p>
          </p:txBody>
        </p:sp>
        <p:sp>
          <p:nvSpPr>
            <p:cNvPr id="133" name="Google Shape;133;p31"/>
            <p:cNvSpPr txBox="1"/>
            <p:nvPr/>
          </p:nvSpPr>
          <p:spPr>
            <a:xfrm>
              <a:off x="12162528" y="4683920"/>
              <a:ext cx="638734" cy="227159"/>
            </a:xfrm>
            <a:prstGeom prst="rect">
              <a:avLst/>
            </a:prstGeom>
            <a:noFill/>
            <a:ln>
              <a:noFill/>
            </a:ln>
          </p:spPr>
          <p:txBody>
            <a:bodyPr anchorCtr="0" anchor="ctr" bIns="43875" lIns="87750" spcFirstLastPara="1" rIns="87750" wrap="square" tIns="43875">
              <a:spAutoFit/>
            </a:bodyPr>
            <a:lstStyle/>
            <a:p>
              <a:pPr indent="0" lvl="0" marL="0" marR="0" rtl="0" algn="ctr">
                <a:spcBef>
                  <a:spcPts val="0"/>
                </a:spcBef>
                <a:spcAft>
                  <a:spcPts val="0"/>
                </a:spcAft>
                <a:buNone/>
              </a:pPr>
              <a:r>
                <a:rPr lang="en-US" sz="900">
                  <a:solidFill>
                    <a:schemeClr val="lt1"/>
                  </a:solidFill>
                  <a:latin typeface="Arial"/>
                  <a:ea typeface="Arial"/>
                  <a:cs typeface="Arial"/>
                  <a:sym typeface="Arial"/>
                </a:rPr>
                <a:t>表格表头</a:t>
              </a:r>
              <a:endParaRPr/>
            </a:p>
          </p:txBody>
        </p:sp>
        <p:sp>
          <p:nvSpPr>
            <p:cNvPr id="134" name="Google Shape;134;p31"/>
            <p:cNvSpPr txBox="1"/>
            <p:nvPr/>
          </p:nvSpPr>
          <p:spPr>
            <a:xfrm>
              <a:off x="12162528" y="4972385"/>
              <a:ext cx="638734" cy="227159"/>
            </a:xfrm>
            <a:prstGeom prst="rect">
              <a:avLst/>
            </a:prstGeom>
            <a:noFill/>
            <a:ln>
              <a:noFill/>
            </a:ln>
          </p:spPr>
          <p:txBody>
            <a:bodyPr anchorCtr="0" anchor="ctr" bIns="43875" lIns="87750" spcFirstLastPara="1" rIns="87750" wrap="square" tIns="43875">
              <a:spAutoFit/>
            </a:bodyPr>
            <a:lstStyle/>
            <a:p>
              <a:pPr indent="0" lvl="0" marL="0" marR="0" rtl="0" algn="ctr">
                <a:spcBef>
                  <a:spcPts val="0"/>
                </a:spcBef>
                <a:spcAft>
                  <a:spcPts val="0"/>
                </a:spcAft>
                <a:buNone/>
              </a:pPr>
              <a:r>
                <a:rPr lang="en-US" sz="900">
                  <a:solidFill>
                    <a:schemeClr val="dk1"/>
                  </a:solidFill>
                  <a:latin typeface="Arial"/>
                  <a:ea typeface="Arial"/>
                  <a:cs typeface="Arial"/>
                  <a:sym typeface="Arial"/>
                </a:rPr>
                <a:t>表格边框</a:t>
              </a:r>
              <a:endParaRPr/>
            </a:p>
          </p:txBody>
        </p:sp>
        <p:sp>
          <p:nvSpPr>
            <p:cNvPr id="135" name="Google Shape;135;p31"/>
            <p:cNvSpPr txBox="1"/>
            <p:nvPr/>
          </p:nvSpPr>
          <p:spPr>
            <a:xfrm>
              <a:off x="12162528" y="5260487"/>
              <a:ext cx="638734" cy="227159"/>
            </a:xfrm>
            <a:prstGeom prst="rect">
              <a:avLst/>
            </a:prstGeom>
            <a:noFill/>
            <a:ln>
              <a:noFill/>
            </a:ln>
          </p:spPr>
          <p:txBody>
            <a:bodyPr anchorCtr="0" anchor="ctr" bIns="43875" lIns="87750" spcFirstLastPara="1" rIns="87750" wrap="square" tIns="43875">
              <a:spAutoFit/>
            </a:bodyPr>
            <a:lstStyle/>
            <a:p>
              <a:pPr indent="0" lvl="0" marL="0" marR="0" rtl="0" algn="ctr">
                <a:spcBef>
                  <a:spcPts val="0"/>
                </a:spcBef>
                <a:spcAft>
                  <a:spcPts val="0"/>
                </a:spcAft>
                <a:buNone/>
              </a:pPr>
              <a:r>
                <a:rPr lang="en-US" sz="900">
                  <a:solidFill>
                    <a:schemeClr val="dk1"/>
                  </a:solidFill>
                  <a:latin typeface="Arial"/>
                  <a:ea typeface="Arial"/>
                  <a:cs typeface="Arial"/>
                  <a:sym typeface="Arial"/>
                </a:rPr>
                <a:t>导航灰底</a:t>
              </a:r>
              <a:endParaRPr/>
            </a:p>
          </p:txBody>
        </p:sp>
        <p:sp>
          <p:nvSpPr>
            <p:cNvPr id="136" name="Google Shape;136;p31"/>
            <p:cNvSpPr txBox="1"/>
            <p:nvPr/>
          </p:nvSpPr>
          <p:spPr>
            <a:xfrm>
              <a:off x="12220212" y="5548589"/>
              <a:ext cx="523364" cy="227159"/>
            </a:xfrm>
            <a:prstGeom prst="rect">
              <a:avLst/>
            </a:prstGeom>
            <a:noFill/>
            <a:ln>
              <a:noFill/>
            </a:ln>
          </p:spPr>
          <p:txBody>
            <a:bodyPr anchorCtr="0" anchor="ctr" bIns="43875" lIns="87750" spcFirstLastPara="1" rIns="87750" wrap="square" tIns="43875">
              <a:spAutoFit/>
            </a:bodyPr>
            <a:lstStyle/>
            <a:p>
              <a:pPr indent="0" lvl="0" marL="0" marR="0" rtl="0" algn="ctr">
                <a:spcBef>
                  <a:spcPts val="0"/>
                </a:spcBef>
                <a:spcAft>
                  <a:spcPts val="0"/>
                </a:spcAft>
                <a:buNone/>
              </a:pPr>
              <a:r>
                <a:rPr lang="en-US" sz="900">
                  <a:solidFill>
                    <a:schemeClr val="lt1"/>
                  </a:solidFill>
                  <a:latin typeface="Arial"/>
                  <a:ea typeface="Arial"/>
                  <a:cs typeface="Arial"/>
                  <a:sym typeface="Arial"/>
                </a:rPr>
                <a:t>华为红</a:t>
              </a:r>
              <a:endParaRPr/>
            </a:p>
          </p:txBody>
        </p:sp>
        <p:sp>
          <p:nvSpPr>
            <p:cNvPr id="137" name="Google Shape;137;p31"/>
            <p:cNvSpPr txBox="1"/>
            <p:nvPr/>
          </p:nvSpPr>
          <p:spPr>
            <a:xfrm>
              <a:off x="12162528" y="5836691"/>
              <a:ext cx="638734" cy="227159"/>
            </a:xfrm>
            <a:prstGeom prst="rect">
              <a:avLst/>
            </a:prstGeom>
            <a:noFill/>
            <a:ln>
              <a:noFill/>
            </a:ln>
          </p:spPr>
          <p:txBody>
            <a:bodyPr anchorCtr="0" anchor="ctr" bIns="43875" lIns="87750" spcFirstLastPara="1" rIns="87750" wrap="square" tIns="43875">
              <a:spAutoFit/>
            </a:bodyPr>
            <a:lstStyle/>
            <a:p>
              <a:pPr indent="0" lvl="0" marL="0" marR="0" rtl="0" algn="ctr">
                <a:spcBef>
                  <a:spcPts val="0"/>
                </a:spcBef>
                <a:spcAft>
                  <a:spcPts val="0"/>
                </a:spcAft>
                <a:buNone/>
              </a:pPr>
              <a:r>
                <a:rPr lang="en-US" sz="900">
                  <a:solidFill>
                    <a:schemeClr val="dk1"/>
                  </a:solidFill>
                  <a:latin typeface="Arial"/>
                  <a:ea typeface="Arial"/>
                  <a:cs typeface="Arial"/>
                  <a:sym typeface="Arial"/>
                </a:rPr>
                <a:t>文字底色</a:t>
              </a:r>
              <a:endParaRPr/>
            </a:p>
          </p:txBody>
        </p:sp>
        <p:sp>
          <p:nvSpPr>
            <p:cNvPr id="138" name="Google Shape;138;p31"/>
            <p:cNvSpPr txBox="1"/>
            <p:nvPr/>
          </p:nvSpPr>
          <p:spPr>
            <a:xfrm>
              <a:off x="12162528" y="6124791"/>
              <a:ext cx="638734" cy="227159"/>
            </a:xfrm>
            <a:prstGeom prst="rect">
              <a:avLst/>
            </a:prstGeom>
            <a:noFill/>
            <a:ln>
              <a:noFill/>
            </a:ln>
          </p:spPr>
          <p:txBody>
            <a:bodyPr anchorCtr="0" anchor="ctr" bIns="43875" lIns="87750" spcFirstLastPara="1" rIns="87750" wrap="square" tIns="43875">
              <a:spAutoFit/>
            </a:bodyPr>
            <a:lstStyle/>
            <a:p>
              <a:pPr indent="0" lvl="0" marL="0" marR="0" rtl="0" algn="ctr">
                <a:spcBef>
                  <a:spcPts val="0"/>
                </a:spcBef>
                <a:spcAft>
                  <a:spcPts val="0"/>
                </a:spcAft>
                <a:buNone/>
              </a:pPr>
              <a:r>
                <a:rPr lang="en-US" sz="900">
                  <a:solidFill>
                    <a:schemeClr val="dk1"/>
                  </a:solidFill>
                  <a:latin typeface="Arial"/>
                  <a:ea typeface="Arial"/>
                  <a:cs typeface="Arial"/>
                  <a:sym typeface="Arial"/>
                </a:rPr>
                <a:t>文字边框</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仅标题">
  <p:cSld name="8#仅标题">
    <p:spTree>
      <p:nvGrpSpPr>
        <p:cNvPr id="139" name="Shape 139"/>
        <p:cNvGrpSpPr/>
        <p:nvPr/>
      </p:nvGrpSpPr>
      <p:grpSpPr>
        <a:xfrm>
          <a:off x="0" y="0"/>
          <a:ext cx="0" cy="0"/>
          <a:chOff x="0" y="0"/>
          <a:chExt cx="0" cy="0"/>
        </a:xfrm>
      </p:grpSpPr>
      <p:sp>
        <p:nvSpPr>
          <p:cNvPr id="140" name="Google Shape;140;p32"/>
          <p:cNvSpPr/>
          <p:nvPr/>
        </p:nvSpPr>
        <p:spPr>
          <a:xfrm>
            <a:off x="3113" y="296368"/>
            <a:ext cx="1376363" cy="864380"/>
          </a:xfrm>
          <a:custGeom>
            <a:rect b="b" l="l" r="r" t="t"/>
            <a:pathLst>
              <a:path extrusionOk="0" h="493" w="867">
                <a:moveTo>
                  <a:pt x="756" y="493"/>
                </a:moveTo>
                <a:lnTo>
                  <a:pt x="0" y="493"/>
                </a:lnTo>
                <a:lnTo>
                  <a:pt x="0" y="0"/>
                </a:lnTo>
                <a:lnTo>
                  <a:pt x="756" y="0"/>
                </a:lnTo>
                <a:lnTo>
                  <a:pt x="867" y="248"/>
                </a:lnTo>
                <a:lnTo>
                  <a:pt x="756" y="493"/>
                </a:lnTo>
                <a:close/>
              </a:path>
            </a:pathLst>
          </a:custGeom>
          <a:solidFill>
            <a:srgbClr val="00B0F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1" name="Google Shape;141;p32"/>
          <p:cNvSpPr/>
          <p:nvPr/>
        </p:nvSpPr>
        <p:spPr>
          <a:xfrm>
            <a:off x="1246188" y="296368"/>
            <a:ext cx="233363" cy="864380"/>
          </a:xfrm>
          <a:custGeom>
            <a:rect b="b" l="l" r="r" t="t"/>
            <a:pathLst>
              <a:path extrusionOk="0" h="493" w="147">
                <a:moveTo>
                  <a:pt x="33" y="0"/>
                </a:moveTo>
                <a:lnTo>
                  <a:pt x="0" y="0"/>
                </a:lnTo>
                <a:lnTo>
                  <a:pt x="114" y="248"/>
                </a:lnTo>
                <a:lnTo>
                  <a:pt x="0" y="493"/>
                </a:lnTo>
                <a:lnTo>
                  <a:pt x="33" y="493"/>
                </a:lnTo>
                <a:lnTo>
                  <a:pt x="147" y="248"/>
                </a:lnTo>
                <a:lnTo>
                  <a:pt x="33" y="0"/>
                </a:lnTo>
                <a:close/>
              </a:path>
            </a:pathLst>
          </a:custGeom>
          <a:solidFill>
            <a:srgbClr val="0B9C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2" name="Google Shape;142;p32"/>
          <p:cNvSpPr/>
          <p:nvPr/>
        </p:nvSpPr>
        <p:spPr>
          <a:xfrm>
            <a:off x="479376" y="474075"/>
            <a:ext cx="508162" cy="508967"/>
          </a:xfrm>
          <a:custGeom>
            <a:rect b="b" l="l" r="r" t="t"/>
            <a:pathLst>
              <a:path extrusionOk="0" h="2867" w="2867">
                <a:moveTo>
                  <a:pt x="1433" y="0"/>
                </a:moveTo>
                <a:cubicBezTo>
                  <a:pt x="643" y="0"/>
                  <a:pt x="0" y="643"/>
                  <a:pt x="0" y="1433"/>
                </a:cubicBezTo>
                <a:cubicBezTo>
                  <a:pt x="0" y="2224"/>
                  <a:pt x="643" y="2867"/>
                  <a:pt x="1433" y="2867"/>
                </a:cubicBezTo>
                <a:cubicBezTo>
                  <a:pt x="2224" y="2867"/>
                  <a:pt x="2867" y="2224"/>
                  <a:pt x="2867" y="1433"/>
                </a:cubicBezTo>
                <a:cubicBezTo>
                  <a:pt x="2867" y="643"/>
                  <a:pt x="2224" y="0"/>
                  <a:pt x="1433" y="0"/>
                </a:cubicBezTo>
                <a:close/>
                <a:moveTo>
                  <a:pt x="1433" y="2662"/>
                </a:moveTo>
                <a:cubicBezTo>
                  <a:pt x="756" y="2662"/>
                  <a:pt x="205" y="2111"/>
                  <a:pt x="205" y="1433"/>
                </a:cubicBezTo>
                <a:cubicBezTo>
                  <a:pt x="205" y="756"/>
                  <a:pt x="756" y="205"/>
                  <a:pt x="1433" y="205"/>
                </a:cubicBezTo>
                <a:cubicBezTo>
                  <a:pt x="2111" y="205"/>
                  <a:pt x="2662" y="756"/>
                  <a:pt x="2662" y="1433"/>
                </a:cubicBezTo>
                <a:cubicBezTo>
                  <a:pt x="2662" y="2111"/>
                  <a:pt x="2111" y="2662"/>
                  <a:pt x="1433" y="2662"/>
                </a:cubicBezTo>
                <a:close/>
                <a:moveTo>
                  <a:pt x="2336" y="2066"/>
                </a:moveTo>
                <a:cubicBezTo>
                  <a:pt x="523" y="2066"/>
                  <a:pt x="523" y="2066"/>
                  <a:pt x="523" y="2066"/>
                </a:cubicBezTo>
                <a:cubicBezTo>
                  <a:pt x="976" y="1432"/>
                  <a:pt x="976" y="1432"/>
                  <a:pt x="976" y="1432"/>
                </a:cubicBezTo>
                <a:cubicBezTo>
                  <a:pt x="1255" y="1810"/>
                  <a:pt x="1255" y="1810"/>
                  <a:pt x="1255" y="1810"/>
                </a:cubicBezTo>
                <a:cubicBezTo>
                  <a:pt x="1792" y="1069"/>
                  <a:pt x="1792" y="1069"/>
                  <a:pt x="1792" y="1069"/>
                </a:cubicBezTo>
                <a:lnTo>
                  <a:pt x="2336" y="2066"/>
                </a:lnTo>
                <a:close/>
                <a:moveTo>
                  <a:pt x="704" y="978"/>
                </a:moveTo>
                <a:cubicBezTo>
                  <a:pt x="704" y="878"/>
                  <a:pt x="786" y="797"/>
                  <a:pt x="886" y="797"/>
                </a:cubicBezTo>
                <a:cubicBezTo>
                  <a:pt x="986" y="797"/>
                  <a:pt x="1067" y="878"/>
                  <a:pt x="1067" y="978"/>
                </a:cubicBezTo>
                <a:cubicBezTo>
                  <a:pt x="1067" y="1079"/>
                  <a:pt x="986" y="1160"/>
                  <a:pt x="886" y="1160"/>
                </a:cubicBezTo>
                <a:cubicBezTo>
                  <a:pt x="786" y="1160"/>
                  <a:pt x="704" y="1079"/>
                  <a:pt x="704" y="978"/>
                </a:cubicBezTo>
                <a:close/>
                <a:moveTo>
                  <a:pt x="704" y="978"/>
                </a:moveTo>
                <a:cubicBezTo>
                  <a:pt x="704" y="978"/>
                  <a:pt x="704" y="978"/>
                  <a:pt x="704" y="978"/>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3" name="Google Shape;143;p32"/>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lvl1pPr lvl="0" algn="l">
              <a:lnSpc>
                <a:spcPct val="90000"/>
              </a:lnSpc>
              <a:spcBef>
                <a:spcPts val="0"/>
              </a:spcBef>
              <a:spcAft>
                <a:spcPts val="0"/>
              </a:spcAft>
              <a:buClr>
                <a:schemeClr val="dk1"/>
              </a:buClr>
              <a:buSzPts val="3499"/>
              <a:buFont typeface="Arial"/>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思考题">
  <p:cSld name="10#思考题">
    <p:spTree>
      <p:nvGrpSpPr>
        <p:cNvPr id="144" name="Shape 144"/>
        <p:cNvGrpSpPr/>
        <p:nvPr/>
      </p:nvGrpSpPr>
      <p:grpSpPr>
        <a:xfrm>
          <a:off x="0" y="0"/>
          <a:ext cx="0" cy="0"/>
          <a:chOff x="0" y="0"/>
          <a:chExt cx="0" cy="0"/>
        </a:xfrm>
      </p:grpSpPr>
      <p:sp>
        <p:nvSpPr>
          <p:cNvPr id="145" name="Google Shape;145;p33"/>
          <p:cNvSpPr txBox="1"/>
          <p:nvPr>
            <p:ph idx="1" type="body"/>
          </p:nvPr>
        </p:nvSpPr>
        <p:spPr>
          <a:xfrm>
            <a:off x="451878" y="1242452"/>
            <a:ext cx="11306175" cy="4680000"/>
          </a:xfrm>
          <a:prstGeom prst="rect">
            <a:avLst/>
          </a:prstGeom>
          <a:noFill/>
          <a:ln>
            <a:noFill/>
          </a:ln>
        </p:spPr>
        <p:txBody>
          <a:bodyPr anchorCtr="0" anchor="t" bIns="40050" lIns="80125" spcFirstLastPara="1" rIns="80125" wrap="square" tIns="40050">
            <a:noAutofit/>
          </a:bodyPr>
          <a:lstStyle>
            <a:lvl1pPr indent="-355600" lvl="0" marL="457200" marR="0" algn="just">
              <a:lnSpc>
                <a:spcPct val="140000"/>
              </a:lnSpc>
              <a:spcBef>
                <a:spcPts val="600"/>
              </a:spcBef>
              <a:spcAft>
                <a:spcPts val="0"/>
              </a:spcAft>
              <a:buClr>
                <a:schemeClr val="dk1"/>
              </a:buClr>
              <a:buSzPts val="2000"/>
              <a:buFont typeface="Arial"/>
              <a:buAutoNum type="arabicPeriod"/>
              <a:defRPr sz="2000">
                <a:latin typeface="Arial"/>
                <a:ea typeface="Arial"/>
                <a:cs typeface="Arial"/>
                <a:sym typeface="Arial"/>
              </a:defRPr>
            </a:lvl1pPr>
            <a:lvl2pPr indent="-342900" lvl="1" marL="914400" algn="just">
              <a:lnSpc>
                <a:spcPct val="140000"/>
              </a:lnSpc>
              <a:spcBef>
                <a:spcPts val="720"/>
              </a:spcBef>
              <a:spcAft>
                <a:spcPts val="0"/>
              </a:spcAft>
              <a:buClr>
                <a:schemeClr val="dk1"/>
              </a:buClr>
              <a:buSzPts val="1800"/>
              <a:buFont typeface="Arial"/>
              <a:buAutoNum type="alphaUcPeriod"/>
              <a:defRPr sz="1800">
                <a:latin typeface="Arial"/>
                <a:ea typeface="Arial"/>
                <a:cs typeface="Arial"/>
                <a:sym typeface="Arial"/>
              </a:defRPr>
            </a:lvl2pPr>
            <a:lvl3pPr indent="-285718"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228600" lvl="4" marL="2286000" algn="l">
              <a:lnSpc>
                <a:spcPct val="140000"/>
              </a:lnSpc>
              <a:spcBef>
                <a:spcPts val="576"/>
              </a:spcBef>
              <a:spcAft>
                <a:spcPts val="0"/>
              </a:spcAft>
              <a:buClr>
                <a:schemeClr val="dk1"/>
              </a:buClr>
              <a:buSzPts val="1399"/>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 name="Google Shape;146;p33"/>
          <p:cNvSpPr txBox="1"/>
          <p:nvPr/>
        </p:nvSpPr>
        <p:spPr>
          <a:xfrm>
            <a:off x="1595500" y="408779"/>
            <a:ext cx="1665402" cy="639559"/>
          </a:xfrm>
          <a:prstGeom prst="rect">
            <a:avLst/>
          </a:prstGeom>
          <a:noFill/>
          <a:ln>
            <a:noFill/>
          </a:ln>
        </p:spPr>
        <p:txBody>
          <a:bodyPr anchorCtr="0" anchor="t" bIns="49975" lIns="99975" spcFirstLastPara="1" rIns="99975" wrap="square" tIns="49975">
            <a:spAutoFit/>
          </a:bodyPr>
          <a:lstStyle/>
          <a:p>
            <a:pPr indent="0" lvl="0" marL="0" marR="0" rtl="0" algn="l">
              <a:spcBef>
                <a:spcPts val="0"/>
              </a:spcBef>
              <a:spcAft>
                <a:spcPts val="0"/>
              </a:spcAft>
              <a:buNone/>
            </a:pPr>
            <a:r>
              <a:rPr b="1" lang="en-US" sz="3500">
                <a:solidFill>
                  <a:schemeClr val="dk1"/>
                </a:solidFill>
                <a:latin typeface="Arial"/>
                <a:ea typeface="Arial"/>
                <a:cs typeface="Arial"/>
                <a:sym typeface="Arial"/>
              </a:rPr>
              <a:t>Quiz</a:t>
            </a:r>
            <a:endParaRPr b="1" sz="3500">
              <a:solidFill>
                <a:schemeClr val="dk1"/>
              </a:solidFill>
              <a:latin typeface="Arial"/>
              <a:ea typeface="Arial"/>
              <a:cs typeface="Arial"/>
              <a:sym typeface="Arial"/>
            </a:endParaRPr>
          </a:p>
        </p:txBody>
      </p:sp>
      <p:sp>
        <p:nvSpPr>
          <p:cNvPr id="147" name="Google Shape;147;p33"/>
          <p:cNvSpPr/>
          <p:nvPr/>
        </p:nvSpPr>
        <p:spPr>
          <a:xfrm>
            <a:off x="3113" y="296368"/>
            <a:ext cx="1376363" cy="864380"/>
          </a:xfrm>
          <a:custGeom>
            <a:rect b="b" l="l" r="r" t="t"/>
            <a:pathLst>
              <a:path extrusionOk="0" h="493" w="867">
                <a:moveTo>
                  <a:pt x="756" y="493"/>
                </a:moveTo>
                <a:lnTo>
                  <a:pt x="0" y="493"/>
                </a:lnTo>
                <a:lnTo>
                  <a:pt x="0" y="0"/>
                </a:lnTo>
                <a:lnTo>
                  <a:pt x="756" y="0"/>
                </a:lnTo>
                <a:lnTo>
                  <a:pt x="867" y="248"/>
                </a:lnTo>
                <a:lnTo>
                  <a:pt x="756" y="493"/>
                </a:lnTo>
                <a:close/>
              </a:path>
            </a:pathLst>
          </a:custGeom>
          <a:solidFill>
            <a:srgbClr val="00B0F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8" name="Google Shape;148;p33"/>
          <p:cNvSpPr/>
          <p:nvPr/>
        </p:nvSpPr>
        <p:spPr>
          <a:xfrm>
            <a:off x="1246188" y="296368"/>
            <a:ext cx="233363" cy="864380"/>
          </a:xfrm>
          <a:custGeom>
            <a:rect b="b" l="l" r="r" t="t"/>
            <a:pathLst>
              <a:path extrusionOk="0" h="493" w="147">
                <a:moveTo>
                  <a:pt x="33" y="0"/>
                </a:moveTo>
                <a:lnTo>
                  <a:pt x="0" y="0"/>
                </a:lnTo>
                <a:lnTo>
                  <a:pt x="114" y="248"/>
                </a:lnTo>
                <a:lnTo>
                  <a:pt x="0" y="493"/>
                </a:lnTo>
                <a:lnTo>
                  <a:pt x="33" y="493"/>
                </a:lnTo>
                <a:lnTo>
                  <a:pt x="147" y="248"/>
                </a:lnTo>
                <a:lnTo>
                  <a:pt x="33" y="0"/>
                </a:lnTo>
                <a:close/>
              </a:path>
            </a:pathLst>
          </a:custGeom>
          <a:solidFill>
            <a:srgbClr val="0B9C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49" name="Google Shape;149;p33"/>
          <p:cNvGrpSpPr/>
          <p:nvPr/>
        </p:nvGrpSpPr>
        <p:grpSpPr>
          <a:xfrm>
            <a:off x="479376" y="424270"/>
            <a:ext cx="495619" cy="592462"/>
            <a:chOff x="5554662" y="2422526"/>
            <a:chExt cx="690564" cy="825500"/>
          </a:xfrm>
        </p:grpSpPr>
        <p:sp>
          <p:nvSpPr>
            <p:cNvPr id="150" name="Google Shape;150;p33"/>
            <p:cNvSpPr/>
            <p:nvPr/>
          </p:nvSpPr>
          <p:spPr>
            <a:xfrm>
              <a:off x="5554662" y="2487613"/>
              <a:ext cx="258763" cy="760413"/>
            </a:xfrm>
            <a:custGeom>
              <a:rect b="b" l="l" r="r" t="t"/>
              <a:pathLst>
                <a:path extrusionOk="0" h="722" w="245">
                  <a:moveTo>
                    <a:pt x="233" y="722"/>
                  </a:moveTo>
                  <a:cubicBezTo>
                    <a:pt x="240" y="722"/>
                    <a:pt x="245" y="717"/>
                    <a:pt x="245" y="710"/>
                  </a:cubicBezTo>
                  <a:cubicBezTo>
                    <a:pt x="245" y="614"/>
                    <a:pt x="245" y="614"/>
                    <a:pt x="245" y="614"/>
                  </a:cubicBezTo>
                  <a:cubicBezTo>
                    <a:pt x="245" y="605"/>
                    <a:pt x="242" y="574"/>
                    <a:pt x="187" y="559"/>
                  </a:cubicBezTo>
                  <a:cubicBezTo>
                    <a:pt x="128" y="543"/>
                    <a:pt x="94" y="522"/>
                    <a:pt x="93" y="499"/>
                  </a:cubicBezTo>
                  <a:cubicBezTo>
                    <a:pt x="93" y="401"/>
                    <a:pt x="93" y="401"/>
                    <a:pt x="93" y="401"/>
                  </a:cubicBezTo>
                  <a:cubicBezTo>
                    <a:pt x="82" y="398"/>
                    <a:pt x="82" y="398"/>
                    <a:pt x="82" y="398"/>
                  </a:cubicBezTo>
                  <a:cubicBezTo>
                    <a:pt x="64" y="393"/>
                    <a:pt x="45" y="385"/>
                    <a:pt x="38" y="381"/>
                  </a:cubicBezTo>
                  <a:cubicBezTo>
                    <a:pt x="38" y="369"/>
                    <a:pt x="44" y="325"/>
                    <a:pt x="102" y="255"/>
                  </a:cubicBezTo>
                  <a:cubicBezTo>
                    <a:pt x="106" y="250"/>
                    <a:pt x="106" y="250"/>
                    <a:pt x="106" y="250"/>
                  </a:cubicBezTo>
                  <a:cubicBezTo>
                    <a:pt x="105" y="244"/>
                    <a:pt x="105" y="244"/>
                    <a:pt x="105" y="244"/>
                  </a:cubicBezTo>
                  <a:cubicBezTo>
                    <a:pt x="105" y="237"/>
                    <a:pt x="92" y="92"/>
                    <a:pt x="218" y="31"/>
                  </a:cubicBezTo>
                  <a:cubicBezTo>
                    <a:pt x="224" y="28"/>
                    <a:pt x="227" y="21"/>
                    <a:pt x="225" y="15"/>
                  </a:cubicBezTo>
                  <a:cubicBezTo>
                    <a:pt x="222" y="9"/>
                    <a:pt x="222" y="9"/>
                    <a:pt x="222" y="9"/>
                  </a:cubicBezTo>
                  <a:cubicBezTo>
                    <a:pt x="220" y="3"/>
                    <a:pt x="213" y="0"/>
                    <a:pt x="207" y="3"/>
                  </a:cubicBezTo>
                  <a:cubicBezTo>
                    <a:pt x="147" y="31"/>
                    <a:pt x="105" y="81"/>
                    <a:pt x="86" y="148"/>
                  </a:cubicBezTo>
                  <a:cubicBezTo>
                    <a:pt x="74" y="189"/>
                    <a:pt x="74" y="226"/>
                    <a:pt x="75" y="240"/>
                  </a:cubicBezTo>
                  <a:cubicBezTo>
                    <a:pt x="0" y="333"/>
                    <a:pt x="7" y="385"/>
                    <a:pt x="8" y="390"/>
                  </a:cubicBezTo>
                  <a:cubicBezTo>
                    <a:pt x="8" y="391"/>
                    <a:pt x="8" y="391"/>
                    <a:pt x="8" y="391"/>
                  </a:cubicBezTo>
                  <a:cubicBezTo>
                    <a:pt x="8" y="393"/>
                    <a:pt x="8" y="393"/>
                    <a:pt x="8" y="393"/>
                  </a:cubicBezTo>
                  <a:cubicBezTo>
                    <a:pt x="10" y="397"/>
                    <a:pt x="14" y="409"/>
                    <a:pt x="63" y="424"/>
                  </a:cubicBezTo>
                  <a:cubicBezTo>
                    <a:pt x="63" y="500"/>
                    <a:pt x="63" y="500"/>
                    <a:pt x="63" y="500"/>
                  </a:cubicBezTo>
                  <a:cubicBezTo>
                    <a:pt x="65" y="539"/>
                    <a:pt x="104" y="569"/>
                    <a:pt x="179" y="588"/>
                  </a:cubicBezTo>
                  <a:cubicBezTo>
                    <a:pt x="213" y="597"/>
                    <a:pt x="215" y="611"/>
                    <a:pt x="215" y="612"/>
                  </a:cubicBezTo>
                  <a:cubicBezTo>
                    <a:pt x="215" y="614"/>
                    <a:pt x="215" y="614"/>
                    <a:pt x="215" y="614"/>
                  </a:cubicBezTo>
                  <a:cubicBezTo>
                    <a:pt x="215" y="710"/>
                    <a:pt x="215" y="710"/>
                    <a:pt x="215" y="710"/>
                  </a:cubicBezTo>
                  <a:cubicBezTo>
                    <a:pt x="215" y="717"/>
                    <a:pt x="220" y="722"/>
                    <a:pt x="227" y="722"/>
                  </a:cubicBezTo>
                  <a:lnTo>
                    <a:pt x="233" y="72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1" name="Google Shape;151;p33"/>
            <p:cNvSpPr/>
            <p:nvPr/>
          </p:nvSpPr>
          <p:spPr>
            <a:xfrm>
              <a:off x="6029325" y="2752726"/>
              <a:ext cx="169863" cy="495300"/>
            </a:xfrm>
            <a:custGeom>
              <a:rect b="b" l="l" r="r" t="t"/>
              <a:pathLst>
                <a:path extrusionOk="0" h="470" w="162">
                  <a:moveTo>
                    <a:pt x="21" y="470"/>
                  </a:moveTo>
                  <a:cubicBezTo>
                    <a:pt x="28" y="470"/>
                    <a:pt x="33" y="465"/>
                    <a:pt x="33" y="458"/>
                  </a:cubicBezTo>
                  <a:cubicBezTo>
                    <a:pt x="33" y="361"/>
                    <a:pt x="33" y="361"/>
                    <a:pt x="33" y="361"/>
                  </a:cubicBezTo>
                  <a:cubicBezTo>
                    <a:pt x="33" y="360"/>
                    <a:pt x="29" y="262"/>
                    <a:pt x="108" y="168"/>
                  </a:cubicBezTo>
                  <a:cubicBezTo>
                    <a:pt x="137" y="133"/>
                    <a:pt x="157" y="75"/>
                    <a:pt x="162" y="13"/>
                  </a:cubicBezTo>
                  <a:cubicBezTo>
                    <a:pt x="162" y="7"/>
                    <a:pt x="157" y="1"/>
                    <a:pt x="151" y="1"/>
                  </a:cubicBezTo>
                  <a:cubicBezTo>
                    <a:pt x="144" y="0"/>
                    <a:pt x="144" y="0"/>
                    <a:pt x="144" y="0"/>
                  </a:cubicBezTo>
                  <a:cubicBezTo>
                    <a:pt x="138" y="0"/>
                    <a:pt x="132" y="5"/>
                    <a:pt x="131" y="12"/>
                  </a:cubicBezTo>
                  <a:cubicBezTo>
                    <a:pt x="127" y="67"/>
                    <a:pt x="110" y="119"/>
                    <a:pt x="84" y="149"/>
                  </a:cubicBezTo>
                  <a:cubicBezTo>
                    <a:pt x="0" y="249"/>
                    <a:pt x="3" y="353"/>
                    <a:pt x="3" y="362"/>
                  </a:cubicBezTo>
                  <a:cubicBezTo>
                    <a:pt x="3" y="458"/>
                    <a:pt x="3" y="458"/>
                    <a:pt x="3" y="458"/>
                  </a:cubicBezTo>
                  <a:cubicBezTo>
                    <a:pt x="3" y="465"/>
                    <a:pt x="8" y="470"/>
                    <a:pt x="15" y="470"/>
                  </a:cubicBezTo>
                  <a:lnTo>
                    <a:pt x="21" y="47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2" name="Google Shape;152;p33"/>
            <p:cNvSpPr/>
            <p:nvPr/>
          </p:nvSpPr>
          <p:spPr>
            <a:xfrm>
              <a:off x="5851525" y="2489201"/>
              <a:ext cx="325437" cy="406401"/>
            </a:xfrm>
            <a:custGeom>
              <a:rect b="b" l="l" r="r" t="t"/>
              <a:pathLst>
                <a:path extrusionOk="0" h="386" w="309">
                  <a:moveTo>
                    <a:pt x="155" y="386"/>
                  </a:moveTo>
                  <a:cubicBezTo>
                    <a:pt x="170" y="386"/>
                    <a:pt x="184" y="377"/>
                    <a:pt x="189" y="363"/>
                  </a:cubicBezTo>
                  <a:cubicBezTo>
                    <a:pt x="208" y="363"/>
                    <a:pt x="208" y="363"/>
                    <a:pt x="208" y="363"/>
                  </a:cubicBezTo>
                  <a:cubicBezTo>
                    <a:pt x="217" y="363"/>
                    <a:pt x="226" y="360"/>
                    <a:pt x="232" y="353"/>
                  </a:cubicBezTo>
                  <a:cubicBezTo>
                    <a:pt x="238" y="347"/>
                    <a:pt x="242" y="338"/>
                    <a:pt x="242" y="329"/>
                  </a:cubicBezTo>
                  <a:cubicBezTo>
                    <a:pt x="242" y="308"/>
                    <a:pt x="242" y="308"/>
                    <a:pt x="242" y="308"/>
                  </a:cubicBezTo>
                  <a:cubicBezTo>
                    <a:pt x="212" y="308"/>
                    <a:pt x="212" y="308"/>
                    <a:pt x="212" y="308"/>
                  </a:cubicBezTo>
                  <a:cubicBezTo>
                    <a:pt x="212" y="329"/>
                    <a:pt x="212" y="329"/>
                    <a:pt x="212" y="329"/>
                  </a:cubicBezTo>
                  <a:cubicBezTo>
                    <a:pt x="212" y="330"/>
                    <a:pt x="211" y="331"/>
                    <a:pt x="210" y="332"/>
                  </a:cubicBezTo>
                  <a:cubicBezTo>
                    <a:pt x="210" y="332"/>
                    <a:pt x="209" y="333"/>
                    <a:pt x="208" y="333"/>
                  </a:cubicBezTo>
                  <a:cubicBezTo>
                    <a:pt x="162" y="333"/>
                    <a:pt x="162" y="333"/>
                    <a:pt x="162" y="333"/>
                  </a:cubicBezTo>
                  <a:cubicBezTo>
                    <a:pt x="162" y="348"/>
                    <a:pt x="162" y="348"/>
                    <a:pt x="162" y="348"/>
                  </a:cubicBezTo>
                  <a:cubicBezTo>
                    <a:pt x="162" y="352"/>
                    <a:pt x="159" y="356"/>
                    <a:pt x="155" y="356"/>
                  </a:cubicBezTo>
                  <a:cubicBezTo>
                    <a:pt x="150" y="356"/>
                    <a:pt x="147" y="352"/>
                    <a:pt x="147" y="348"/>
                  </a:cubicBezTo>
                  <a:cubicBezTo>
                    <a:pt x="147" y="333"/>
                    <a:pt x="147" y="333"/>
                    <a:pt x="147" y="333"/>
                  </a:cubicBezTo>
                  <a:cubicBezTo>
                    <a:pt x="101" y="333"/>
                    <a:pt x="101" y="333"/>
                    <a:pt x="101" y="333"/>
                  </a:cubicBezTo>
                  <a:cubicBezTo>
                    <a:pt x="99" y="333"/>
                    <a:pt x="98" y="331"/>
                    <a:pt x="98" y="329"/>
                  </a:cubicBezTo>
                  <a:cubicBezTo>
                    <a:pt x="98" y="266"/>
                    <a:pt x="98" y="266"/>
                    <a:pt x="98" y="266"/>
                  </a:cubicBezTo>
                  <a:cubicBezTo>
                    <a:pt x="90" y="262"/>
                    <a:pt x="90" y="262"/>
                    <a:pt x="90" y="262"/>
                  </a:cubicBezTo>
                  <a:cubicBezTo>
                    <a:pt x="53" y="239"/>
                    <a:pt x="30" y="199"/>
                    <a:pt x="30" y="155"/>
                  </a:cubicBezTo>
                  <a:cubicBezTo>
                    <a:pt x="30" y="87"/>
                    <a:pt x="86" y="31"/>
                    <a:pt x="155" y="31"/>
                  </a:cubicBezTo>
                  <a:cubicBezTo>
                    <a:pt x="223" y="31"/>
                    <a:pt x="279" y="87"/>
                    <a:pt x="279" y="155"/>
                  </a:cubicBezTo>
                  <a:cubicBezTo>
                    <a:pt x="279" y="198"/>
                    <a:pt x="258" y="236"/>
                    <a:pt x="222" y="260"/>
                  </a:cubicBezTo>
                  <a:cubicBezTo>
                    <a:pt x="174" y="259"/>
                    <a:pt x="174" y="259"/>
                    <a:pt x="174" y="259"/>
                  </a:cubicBezTo>
                  <a:cubicBezTo>
                    <a:pt x="172" y="259"/>
                    <a:pt x="170" y="258"/>
                    <a:pt x="170" y="255"/>
                  </a:cubicBezTo>
                  <a:cubicBezTo>
                    <a:pt x="170" y="188"/>
                    <a:pt x="170" y="188"/>
                    <a:pt x="170" y="188"/>
                  </a:cubicBezTo>
                  <a:cubicBezTo>
                    <a:pt x="139" y="188"/>
                    <a:pt x="139" y="188"/>
                    <a:pt x="139" y="188"/>
                  </a:cubicBezTo>
                  <a:cubicBezTo>
                    <a:pt x="139" y="255"/>
                    <a:pt x="139" y="255"/>
                    <a:pt x="139" y="255"/>
                  </a:cubicBezTo>
                  <a:cubicBezTo>
                    <a:pt x="139" y="274"/>
                    <a:pt x="155" y="290"/>
                    <a:pt x="174" y="290"/>
                  </a:cubicBezTo>
                  <a:cubicBezTo>
                    <a:pt x="231" y="290"/>
                    <a:pt x="231" y="290"/>
                    <a:pt x="231" y="290"/>
                  </a:cubicBezTo>
                  <a:cubicBezTo>
                    <a:pt x="235" y="288"/>
                    <a:pt x="235" y="288"/>
                    <a:pt x="235" y="288"/>
                  </a:cubicBezTo>
                  <a:cubicBezTo>
                    <a:pt x="281" y="259"/>
                    <a:pt x="309" y="210"/>
                    <a:pt x="309" y="155"/>
                  </a:cubicBezTo>
                  <a:cubicBezTo>
                    <a:pt x="309" y="70"/>
                    <a:pt x="240" y="0"/>
                    <a:pt x="155" y="0"/>
                  </a:cubicBezTo>
                  <a:cubicBezTo>
                    <a:pt x="69" y="0"/>
                    <a:pt x="0" y="70"/>
                    <a:pt x="0" y="155"/>
                  </a:cubicBezTo>
                  <a:cubicBezTo>
                    <a:pt x="0" y="207"/>
                    <a:pt x="25" y="254"/>
                    <a:pt x="67" y="283"/>
                  </a:cubicBezTo>
                  <a:cubicBezTo>
                    <a:pt x="67" y="329"/>
                    <a:pt x="67" y="329"/>
                    <a:pt x="67" y="329"/>
                  </a:cubicBezTo>
                  <a:cubicBezTo>
                    <a:pt x="67" y="348"/>
                    <a:pt x="83" y="363"/>
                    <a:pt x="101" y="363"/>
                  </a:cubicBezTo>
                  <a:cubicBezTo>
                    <a:pt x="120" y="363"/>
                    <a:pt x="120" y="363"/>
                    <a:pt x="120" y="363"/>
                  </a:cubicBezTo>
                  <a:cubicBezTo>
                    <a:pt x="126" y="377"/>
                    <a:pt x="139" y="386"/>
                    <a:pt x="155" y="386"/>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3" name="Google Shape;153;p33"/>
            <p:cNvSpPr/>
            <p:nvPr/>
          </p:nvSpPr>
          <p:spPr>
            <a:xfrm>
              <a:off x="5956300" y="2597151"/>
              <a:ext cx="114300" cy="114300"/>
            </a:xfrm>
            <a:custGeom>
              <a:rect b="b" l="l" r="r" t="t"/>
              <a:pathLst>
                <a:path extrusionOk="0" h="108" w="109">
                  <a:moveTo>
                    <a:pt x="55" y="108"/>
                  </a:moveTo>
                  <a:cubicBezTo>
                    <a:pt x="84" y="108"/>
                    <a:pt x="109" y="84"/>
                    <a:pt x="109" y="54"/>
                  </a:cubicBezTo>
                  <a:cubicBezTo>
                    <a:pt x="109" y="24"/>
                    <a:pt x="84" y="0"/>
                    <a:pt x="55" y="0"/>
                  </a:cubicBezTo>
                  <a:cubicBezTo>
                    <a:pt x="25" y="0"/>
                    <a:pt x="0" y="24"/>
                    <a:pt x="0" y="54"/>
                  </a:cubicBezTo>
                  <a:cubicBezTo>
                    <a:pt x="0" y="84"/>
                    <a:pt x="25" y="108"/>
                    <a:pt x="55" y="108"/>
                  </a:cubicBezTo>
                  <a:close/>
                  <a:moveTo>
                    <a:pt x="55" y="30"/>
                  </a:moveTo>
                  <a:cubicBezTo>
                    <a:pt x="68" y="30"/>
                    <a:pt x="78" y="41"/>
                    <a:pt x="78" y="54"/>
                  </a:cubicBezTo>
                  <a:cubicBezTo>
                    <a:pt x="78" y="67"/>
                    <a:pt x="68" y="78"/>
                    <a:pt x="55" y="78"/>
                  </a:cubicBezTo>
                  <a:cubicBezTo>
                    <a:pt x="41" y="78"/>
                    <a:pt x="31" y="67"/>
                    <a:pt x="31" y="54"/>
                  </a:cubicBezTo>
                  <a:cubicBezTo>
                    <a:pt x="31" y="41"/>
                    <a:pt x="41" y="30"/>
                    <a:pt x="55" y="3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4" name="Google Shape;154;p33"/>
            <p:cNvSpPr/>
            <p:nvPr/>
          </p:nvSpPr>
          <p:spPr>
            <a:xfrm>
              <a:off x="5997575" y="2422526"/>
              <a:ext cx="33338" cy="476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5" name="Google Shape;155;p33"/>
            <p:cNvSpPr/>
            <p:nvPr/>
          </p:nvSpPr>
          <p:spPr>
            <a:xfrm>
              <a:off x="6132513" y="2479676"/>
              <a:ext cx="57150" cy="55563"/>
            </a:xfrm>
            <a:custGeom>
              <a:rect b="b" l="l" r="r" t="t"/>
              <a:pathLst>
                <a:path extrusionOk="0" h="35" w="36">
                  <a:moveTo>
                    <a:pt x="14" y="35"/>
                  </a:moveTo>
                  <a:lnTo>
                    <a:pt x="36" y="14"/>
                  </a:lnTo>
                  <a:lnTo>
                    <a:pt x="21" y="0"/>
                  </a:lnTo>
                  <a:lnTo>
                    <a:pt x="0" y="21"/>
                  </a:lnTo>
                  <a:lnTo>
                    <a:pt x="14" y="35"/>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6" name="Google Shape;156;p33"/>
            <p:cNvSpPr/>
            <p:nvPr/>
          </p:nvSpPr>
          <p:spPr>
            <a:xfrm>
              <a:off x="6196013" y="2638426"/>
              <a:ext cx="49213" cy="3175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7" name="Google Shape;157;p33"/>
            <p:cNvSpPr/>
            <p:nvPr/>
          </p:nvSpPr>
          <p:spPr>
            <a:xfrm>
              <a:off x="5783263" y="2638426"/>
              <a:ext cx="47625" cy="3175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8" name="Google Shape;158;p33"/>
            <p:cNvSpPr/>
            <p:nvPr/>
          </p:nvSpPr>
          <p:spPr>
            <a:xfrm>
              <a:off x="5840413" y="2479676"/>
              <a:ext cx="55563" cy="55563"/>
            </a:xfrm>
            <a:custGeom>
              <a:rect b="b" l="l" r="r" t="t"/>
              <a:pathLst>
                <a:path extrusionOk="0" h="35" w="35">
                  <a:moveTo>
                    <a:pt x="21" y="35"/>
                  </a:moveTo>
                  <a:lnTo>
                    <a:pt x="35" y="21"/>
                  </a:lnTo>
                  <a:lnTo>
                    <a:pt x="14" y="0"/>
                  </a:lnTo>
                  <a:lnTo>
                    <a:pt x="0" y="14"/>
                  </a:lnTo>
                  <a:lnTo>
                    <a:pt x="21" y="35"/>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9" name="Google Shape;159;p33"/>
            <p:cNvSpPr/>
            <p:nvPr/>
          </p:nvSpPr>
          <p:spPr>
            <a:xfrm>
              <a:off x="5913438" y="2433638"/>
              <a:ext cx="47625" cy="55563"/>
            </a:xfrm>
            <a:custGeom>
              <a:rect b="b" l="l" r="r" t="t"/>
              <a:pathLst>
                <a:path extrusionOk="0" h="35" w="30">
                  <a:moveTo>
                    <a:pt x="11" y="35"/>
                  </a:moveTo>
                  <a:lnTo>
                    <a:pt x="30" y="28"/>
                  </a:lnTo>
                  <a:lnTo>
                    <a:pt x="19" y="0"/>
                  </a:lnTo>
                  <a:lnTo>
                    <a:pt x="0" y="7"/>
                  </a:lnTo>
                  <a:lnTo>
                    <a:pt x="11" y="35"/>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0" name="Google Shape;160;p33"/>
            <p:cNvSpPr/>
            <p:nvPr/>
          </p:nvSpPr>
          <p:spPr>
            <a:xfrm>
              <a:off x="6070600" y="2435226"/>
              <a:ext cx="49213" cy="57150"/>
            </a:xfrm>
            <a:custGeom>
              <a:rect b="b" l="l" r="r" t="t"/>
              <a:pathLst>
                <a:path extrusionOk="0" h="36" w="31">
                  <a:moveTo>
                    <a:pt x="19" y="36"/>
                  </a:moveTo>
                  <a:lnTo>
                    <a:pt x="31" y="8"/>
                  </a:lnTo>
                  <a:lnTo>
                    <a:pt x="12" y="0"/>
                  </a:lnTo>
                  <a:lnTo>
                    <a:pt x="0" y="28"/>
                  </a:lnTo>
                  <a:lnTo>
                    <a:pt x="19" y="36"/>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1" name="Google Shape;161;p33"/>
            <p:cNvSpPr/>
            <p:nvPr/>
          </p:nvSpPr>
          <p:spPr>
            <a:xfrm>
              <a:off x="6176963" y="2554288"/>
              <a:ext cx="57150" cy="47625"/>
            </a:xfrm>
            <a:custGeom>
              <a:rect b="b" l="l" r="r" t="t"/>
              <a:pathLst>
                <a:path extrusionOk="0" h="30" w="36">
                  <a:moveTo>
                    <a:pt x="8" y="30"/>
                  </a:moveTo>
                  <a:lnTo>
                    <a:pt x="36" y="18"/>
                  </a:lnTo>
                  <a:lnTo>
                    <a:pt x="29" y="0"/>
                  </a:lnTo>
                  <a:lnTo>
                    <a:pt x="0" y="11"/>
                  </a:lnTo>
                  <a:lnTo>
                    <a:pt x="8" y="3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2" name="Google Shape;162;p33"/>
            <p:cNvSpPr/>
            <p:nvPr/>
          </p:nvSpPr>
          <p:spPr>
            <a:xfrm>
              <a:off x="5795963" y="2547938"/>
              <a:ext cx="57150" cy="47625"/>
            </a:xfrm>
            <a:custGeom>
              <a:rect b="b" l="l" r="r" t="t"/>
              <a:pathLst>
                <a:path extrusionOk="0" h="30" w="36">
                  <a:moveTo>
                    <a:pt x="28" y="30"/>
                  </a:moveTo>
                  <a:lnTo>
                    <a:pt x="36" y="12"/>
                  </a:lnTo>
                  <a:lnTo>
                    <a:pt x="8" y="0"/>
                  </a:lnTo>
                  <a:lnTo>
                    <a:pt x="0" y="18"/>
                  </a:lnTo>
                  <a:lnTo>
                    <a:pt x="28" y="3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63" name="Google Shape;163;p33"/>
          <p:cNvSpPr/>
          <p:nvPr/>
        </p:nvSpPr>
        <p:spPr>
          <a:xfrm>
            <a:off x="3288528" y="296368"/>
            <a:ext cx="8892000" cy="864888"/>
          </a:xfrm>
          <a:custGeom>
            <a:rect b="b" l="l" r="r" t="t"/>
            <a:pathLst>
              <a:path extrusionOk="0" h="10000" w="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rgbClr val="F2F2F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4" name="Google Shape;164;p33"/>
          <p:cNvSpPr/>
          <p:nvPr/>
        </p:nvSpPr>
        <p:spPr>
          <a:xfrm>
            <a:off x="3180516" y="296368"/>
            <a:ext cx="233363" cy="864380"/>
          </a:xfrm>
          <a:custGeom>
            <a:rect b="b" l="l" r="r" t="t"/>
            <a:pathLst>
              <a:path extrusionOk="0" h="493" w="147">
                <a:moveTo>
                  <a:pt x="33" y="0"/>
                </a:moveTo>
                <a:lnTo>
                  <a:pt x="0" y="0"/>
                </a:lnTo>
                <a:lnTo>
                  <a:pt x="114" y="248"/>
                </a:lnTo>
                <a:lnTo>
                  <a:pt x="0" y="493"/>
                </a:lnTo>
                <a:lnTo>
                  <a:pt x="33" y="493"/>
                </a:lnTo>
                <a:lnTo>
                  <a:pt x="147" y="248"/>
                </a:lnTo>
                <a:lnTo>
                  <a:pt x="33" y="0"/>
                </a:lnTo>
                <a:close/>
              </a:path>
            </a:pathLst>
          </a:custGeom>
          <a:solidFill>
            <a:srgbClr val="F2F2F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本章总结">
  <p:cSld name="12#本章总结">
    <p:spTree>
      <p:nvGrpSpPr>
        <p:cNvPr id="165" name="Shape 165"/>
        <p:cNvGrpSpPr/>
        <p:nvPr/>
      </p:nvGrpSpPr>
      <p:grpSpPr>
        <a:xfrm>
          <a:off x="0" y="0"/>
          <a:ext cx="0" cy="0"/>
          <a:chOff x="0" y="0"/>
          <a:chExt cx="0" cy="0"/>
        </a:xfrm>
      </p:grpSpPr>
      <p:sp>
        <p:nvSpPr>
          <p:cNvPr id="166" name="Google Shape;166;p34"/>
          <p:cNvSpPr txBox="1"/>
          <p:nvPr/>
        </p:nvSpPr>
        <p:spPr>
          <a:xfrm>
            <a:off x="1595500" y="408779"/>
            <a:ext cx="2412268" cy="639559"/>
          </a:xfrm>
          <a:prstGeom prst="rect">
            <a:avLst/>
          </a:prstGeom>
          <a:noFill/>
          <a:ln>
            <a:noFill/>
          </a:ln>
        </p:spPr>
        <p:txBody>
          <a:bodyPr anchorCtr="0" anchor="t" bIns="49975" lIns="99975" spcFirstLastPara="1" rIns="99975" wrap="square" tIns="49975">
            <a:spAutoFit/>
          </a:bodyPr>
          <a:lstStyle/>
          <a:p>
            <a:pPr indent="0" lvl="0" marL="0" marR="0" rtl="0" algn="l">
              <a:spcBef>
                <a:spcPts val="0"/>
              </a:spcBef>
              <a:spcAft>
                <a:spcPts val="0"/>
              </a:spcAft>
              <a:buNone/>
            </a:pPr>
            <a:r>
              <a:rPr b="1" lang="en-US" sz="3500">
                <a:solidFill>
                  <a:schemeClr val="dk1"/>
                </a:solidFill>
                <a:latin typeface="Arial"/>
                <a:ea typeface="Arial"/>
                <a:cs typeface="Arial"/>
                <a:sym typeface="Arial"/>
              </a:rPr>
              <a:t>Summary</a:t>
            </a:r>
            <a:endParaRPr b="1" sz="3500">
              <a:solidFill>
                <a:schemeClr val="dk1"/>
              </a:solidFill>
              <a:latin typeface="Arial"/>
              <a:ea typeface="Arial"/>
              <a:cs typeface="Arial"/>
              <a:sym typeface="Arial"/>
            </a:endParaRPr>
          </a:p>
        </p:txBody>
      </p:sp>
      <p:sp>
        <p:nvSpPr>
          <p:cNvPr id="167" name="Google Shape;167;p34"/>
          <p:cNvSpPr/>
          <p:nvPr/>
        </p:nvSpPr>
        <p:spPr>
          <a:xfrm>
            <a:off x="3113" y="296368"/>
            <a:ext cx="1376363" cy="864380"/>
          </a:xfrm>
          <a:custGeom>
            <a:rect b="b" l="l" r="r" t="t"/>
            <a:pathLst>
              <a:path extrusionOk="0" h="493" w="867">
                <a:moveTo>
                  <a:pt x="756" y="493"/>
                </a:moveTo>
                <a:lnTo>
                  <a:pt x="0" y="493"/>
                </a:lnTo>
                <a:lnTo>
                  <a:pt x="0" y="0"/>
                </a:lnTo>
                <a:lnTo>
                  <a:pt x="756" y="0"/>
                </a:lnTo>
                <a:lnTo>
                  <a:pt x="867" y="248"/>
                </a:lnTo>
                <a:lnTo>
                  <a:pt x="756" y="493"/>
                </a:lnTo>
                <a:close/>
              </a:path>
            </a:pathLst>
          </a:custGeom>
          <a:solidFill>
            <a:srgbClr val="00B0F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8" name="Google Shape;168;p34"/>
          <p:cNvSpPr/>
          <p:nvPr/>
        </p:nvSpPr>
        <p:spPr>
          <a:xfrm>
            <a:off x="1246188" y="296368"/>
            <a:ext cx="233363" cy="864380"/>
          </a:xfrm>
          <a:custGeom>
            <a:rect b="b" l="l" r="r" t="t"/>
            <a:pathLst>
              <a:path extrusionOk="0" h="493" w="147">
                <a:moveTo>
                  <a:pt x="33" y="0"/>
                </a:moveTo>
                <a:lnTo>
                  <a:pt x="0" y="0"/>
                </a:lnTo>
                <a:lnTo>
                  <a:pt x="114" y="248"/>
                </a:lnTo>
                <a:lnTo>
                  <a:pt x="0" y="493"/>
                </a:lnTo>
                <a:lnTo>
                  <a:pt x="33" y="493"/>
                </a:lnTo>
                <a:lnTo>
                  <a:pt x="147" y="248"/>
                </a:lnTo>
                <a:lnTo>
                  <a:pt x="33" y="0"/>
                </a:lnTo>
                <a:close/>
              </a:path>
            </a:pathLst>
          </a:custGeom>
          <a:solidFill>
            <a:srgbClr val="0B9C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69" name="Google Shape;169;p34"/>
          <p:cNvGrpSpPr/>
          <p:nvPr/>
        </p:nvGrpSpPr>
        <p:grpSpPr>
          <a:xfrm>
            <a:off x="515380" y="490848"/>
            <a:ext cx="470694" cy="475421"/>
            <a:chOff x="5540375" y="2868613"/>
            <a:chExt cx="1106488" cy="1117600"/>
          </a:xfrm>
        </p:grpSpPr>
        <p:sp>
          <p:nvSpPr>
            <p:cNvPr id="170" name="Google Shape;170;p34"/>
            <p:cNvSpPr/>
            <p:nvPr/>
          </p:nvSpPr>
          <p:spPr>
            <a:xfrm>
              <a:off x="5970588" y="3251201"/>
              <a:ext cx="676275" cy="517525"/>
            </a:xfrm>
            <a:custGeom>
              <a:rect b="b" l="l" r="r" t="t"/>
              <a:pathLst>
                <a:path extrusionOk="0" h="138" w="180">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1" name="Google Shape;171;p34"/>
            <p:cNvSpPr/>
            <p:nvPr/>
          </p:nvSpPr>
          <p:spPr>
            <a:xfrm>
              <a:off x="5540375" y="2868613"/>
              <a:ext cx="941388" cy="1117600"/>
            </a:xfrm>
            <a:custGeom>
              <a:rect b="b" l="l" r="r" t="t"/>
              <a:pathLst>
                <a:path extrusionOk="0" h="298" w="251">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72" name="Google Shape;172;p34"/>
          <p:cNvSpPr txBox="1"/>
          <p:nvPr>
            <p:ph idx="1" type="body"/>
          </p:nvPr>
        </p:nvSpPr>
        <p:spPr>
          <a:xfrm>
            <a:off x="451879" y="1241721"/>
            <a:ext cx="11306174" cy="4680000"/>
          </a:xfrm>
          <a:prstGeom prst="rect">
            <a:avLst/>
          </a:prstGeom>
          <a:noFill/>
          <a:ln>
            <a:noFill/>
          </a:ln>
        </p:spPr>
        <p:txBody>
          <a:bodyPr anchorCtr="0" anchor="t" bIns="40050" lIns="80125" spcFirstLastPara="1" rIns="80125" wrap="square" tIns="40050">
            <a:noAutofit/>
          </a:bodyPr>
          <a:lstStyle>
            <a:lvl1pPr indent="-298418" lvl="0" marL="457200" algn="just">
              <a:lnSpc>
                <a:spcPct val="140000"/>
              </a:lnSpc>
              <a:spcBef>
                <a:spcPts val="792"/>
              </a:spcBef>
              <a:spcAft>
                <a:spcPts val="0"/>
              </a:spcAft>
              <a:buClr>
                <a:schemeClr val="dk1"/>
              </a:buClr>
              <a:buSzPts val="1100"/>
              <a:buChar char="●"/>
              <a:defRPr>
                <a:latin typeface="Arial"/>
                <a:ea typeface="Arial"/>
                <a:cs typeface="Arial"/>
                <a:sym typeface="Arial"/>
              </a:defRPr>
            </a:lvl1pPr>
            <a:lvl2pPr indent="-355536" lvl="1" marL="914400" algn="l">
              <a:lnSpc>
                <a:spcPct val="140000"/>
              </a:lnSpc>
              <a:spcBef>
                <a:spcPts val="720"/>
              </a:spcBef>
              <a:spcAft>
                <a:spcPts val="0"/>
              </a:spcAft>
              <a:buClr>
                <a:schemeClr val="dk1"/>
              </a:buClr>
              <a:buSzPts val="1999"/>
              <a:buChar char="▫"/>
              <a:defRPr>
                <a:latin typeface="Arial"/>
                <a:ea typeface="Arial"/>
                <a:cs typeface="Arial"/>
                <a:sym typeface="Arial"/>
              </a:defRPr>
            </a:lvl2pPr>
            <a:lvl3pPr indent="-285718" lvl="2" marL="1371600" algn="l">
              <a:lnSpc>
                <a:spcPct val="140000"/>
              </a:lnSpc>
              <a:spcBef>
                <a:spcPts val="648"/>
              </a:spcBef>
              <a:spcAft>
                <a:spcPts val="0"/>
              </a:spcAft>
              <a:buClr>
                <a:schemeClr val="dk1"/>
              </a:buClr>
              <a:buSzPts val="900"/>
              <a:buChar char="■"/>
              <a:defRPr>
                <a:latin typeface="Arial"/>
                <a:ea typeface="Arial"/>
                <a:cs typeface="Arial"/>
                <a:sym typeface="Arial"/>
              </a:defRPr>
            </a:lvl3pPr>
            <a:lvl4pPr indent="-330136" lvl="3" marL="1828800" algn="l">
              <a:lnSpc>
                <a:spcPct val="140000"/>
              </a:lnSpc>
              <a:spcBef>
                <a:spcPts val="576"/>
              </a:spcBef>
              <a:spcAft>
                <a:spcPts val="0"/>
              </a:spcAft>
              <a:buClr>
                <a:schemeClr val="dk1"/>
              </a:buClr>
              <a:buSzPts val="1599"/>
              <a:buChar char="−"/>
              <a:defRPr>
                <a:latin typeface="Arial"/>
                <a:ea typeface="Arial"/>
                <a:cs typeface="Arial"/>
                <a:sym typeface="Arial"/>
              </a:defRPr>
            </a:lvl4pPr>
            <a:lvl5pPr indent="-228600" lvl="4" marL="2286000" algn="l">
              <a:lnSpc>
                <a:spcPct val="140000"/>
              </a:lnSpc>
              <a:spcBef>
                <a:spcPts val="576"/>
              </a:spcBef>
              <a:spcAft>
                <a:spcPts val="0"/>
              </a:spcAft>
              <a:buClr>
                <a:schemeClr val="dk1"/>
              </a:buClr>
              <a:buSzPts val="1399"/>
              <a:buNone/>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谢谢">
  <p:cSld name="15#谢谢">
    <p:spTree>
      <p:nvGrpSpPr>
        <p:cNvPr id="173" name="Shape 173"/>
        <p:cNvGrpSpPr/>
        <p:nvPr/>
      </p:nvGrpSpPr>
      <p:grpSpPr>
        <a:xfrm>
          <a:off x="0" y="0"/>
          <a:ext cx="0" cy="0"/>
          <a:chOff x="0" y="0"/>
          <a:chExt cx="0" cy="0"/>
        </a:xfrm>
      </p:grpSpPr>
      <p:pic>
        <p:nvPicPr>
          <p:cNvPr descr="D:\201207257配图\培训\shutterstock_242224906.jpg" id="174" name="Google Shape;174;p35"/>
          <p:cNvPicPr preferRelativeResize="0"/>
          <p:nvPr/>
        </p:nvPicPr>
        <p:blipFill rotWithShape="1">
          <a:blip r:embed="rId2">
            <a:alphaModFix/>
          </a:blip>
          <a:srcRect b="10658" l="0" r="0" t="17895"/>
          <a:stretch/>
        </p:blipFill>
        <p:spPr>
          <a:xfrm>
            <a:off x="1549" y="0"/>
            <a:ext cx="12188903" cy="6858000"/>
          </a:xfrm>
          <a:prstGeom prst="rect">
            <a:avLst/>
          </a:prstGeom>
          <a:noFill/>
          <a:ln>
            <a:noFill/>
          </a:ln>
        </p:spPr>
      </p:pic>
      <p:sp>
        <p:nvSpPr>
          <p:cNvPr id="175" name="Google Shape;175;p35"/>
          <p:cNvSpPr/>
          <p:nvPr/>
        </p:nvSpPr>
        <p:spPr>
          <a:xfrm>
            <a:off x="2380" y="0"/>
            <a:ext cx="12187240" cy="6858000"/>
          </a:xfrm>
          <a:prstGeom prst="rect">
            <a:avLst/>
          </a:prstGeom>
          <a:solidFill>
            <a:srgbClr val="003C78">
              <a:alpha val="40000"/>
            </a:srgbClr>
          </a:solidFill>
          <a:ln>
            <a:noFill/>
          </a:ln>
        </p:spPr>
        <p:txBody>
          <a:bodyPr anchorCtr="0" anchor="t" bIns="45700" lIns="91400" spcFirstLastPara="1" rIns="91400" wrap="square" tIns="457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1"/>
              </a:solidFill>
              <a:latin typeface="Arial"/>
              <a:ea typeface="Arial"/>
              <a:cs typeface="Arial"/>
              <a:sym typeface="Arial"/>
            </a:endParaRPr>
          </a:p>
        </p:txBody>
      </p:sp>
      <p:grpSp>
        <p:nvGrpSpPr>
          <p:cNvPr id="176" name="Google Shape;176;p35"/>
          <p:cNvGrpSpPr/>
          <p:nvPr/>
        </p:nvGrpSpPr>
        <p:grpSpPr>
          <a:xfrm>
            <a:off x="4148952" y="2637135"/>
            <a:ext cx="3894096" cy="1598831"/>
            <a:chOff x="4302972" y="2345035"/>
            <a:chExt cx="3895617" cy="1598831"/>
          </a:xfrm>
        </p:grpSpPr>
        <p:sp>
          <p:nvSpPr>
            <p:cNvPr id="177" name="Google Shape;177;p35"/>
            <p:cNvSpPr/>
            <p:nvPr/>
          </p:nvSpPr>
          <p:spPr>
            <a:xfrm>
              <a:off x="4478610" y="2345035"/>
              <a:ext cx="3544342" cy="9230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5398" cap="none">
                  <a:solidFill>
                    <a:schemeClr val="lt1"/>
                  </a:solidFill>
                  <a:latin typeface="Arial"/>
                  <a:ea typeface="Arial"/>
                  <a:cs typeface="Arial"/>
                  <a:sym typeface="Arial"/>
                </a:rPr>
                <a:t>Thank You</a:t>
              </a:r>
              <a:endParaRPr/>
            </a:p>
          </p:txBody>
        </p:sp>
        <p:sp>
          <p:nvSpPr>
            <p:cNvPr id="178" name="Google Shape;178;p35"/>
            <p:cNvSpPr/>
            <p:nvPr/>
          </p:nvSpPr>
          <p:spPr>
            <a:xfrm>
              <a:off x="4302972" y="3297535"/>
              <a:ext cx="3895617"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3599" cap="none">
                  <a:solidFill>
                    <a:schemeClr val="lt1"/>
                  </a:solidFill>
                  <a:latin typeface="Arial"/>
                  <a:ea typeface="Arial"/>
                  <a:cs typeface="Arial"/>
                  <a:sym typeface="Arial"/>
                </a:rPr>
                <a:t>www.huawei.com</a:t>
              </a:r>
              <a:endParaRPr b="0" sz="3599" cap="none">
                <a:solidFill>
                  <a:schemeClr val="lt1"/>
                </a:solidFill>
                <a:latin typeface="Arial"/>
                <a:ea typeface="Arial"/>
                <a:cs typeface="Arial"/>
                <a:sym typeface="Arial"/>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本节概述和学习目标(可选)">
  <p:cSld name="6#本节概述和学习目标(可选)">
    <p:spTree>
      <p:nvGrpSpPr>
        <p:cNvPr id="179" name="Shape 179"/>
        <p:cNvGrpSpPr/>
        <p:nvPr/>
      </p:nvGrpSpPr>
      <p:grpSpPr>
        <a:xfrm>
          <a:off x="0" y="0"/>
          <a:ext cx="0" cy="0"/>
          <a:chOff x="0" y="0"/>
          <a:chExt cx="0" cy="0"/>
        </a:xfrm>
      </p:grpSpPr>
      <p:sp>
        <p:nvSpPr>
          <p:cNvPr id="180" name="Google Shape;180;p36"/>
          <p:cNvSpPr txBox="1"/>
          <p:nvPr>
            <p:ph idx="1" type="body"/>
          </p:nvPr>
        </p:nvSpPr>
        <p:spPr>
          <a:xfrm>
            <a:off x="451878" y="1242452"/>
            <a:ext cx="11306175" cy="4680000"/>
          </a:xfrm>
          <a:prstGeom prst="rect">
            <a:avLst/>
          </a:prstGeom>
          <a:noFill/>
          <a:ln>
            <a:noFill/>
          </a:ln>
        </p:spPr>
        <p:txBody>
          <a:bodyPr anchorCtr="0" anchor="t" bIns="40050" lIns="80125" spcFirstLastPara="1" rIns="80125" wrap="square" tIns="40050">
            <a:noAutofit/>
          </a:bodyPr>
          <a:lstStyle>
            <a:lvl1pPr indent="-298418" lvl="0" marL="457200" algn="just">
              <a:lnSpc>
                <a:spcPct val="140000"/>
              </a:lnSpc>
              <a:spcBef>
                <a:spcPts val="792"/>
              </a:spcBef>
              <a:spcAft>
                <a:spcPts val="0"/>
              </a:spcAft>
              <a:buClr>
                <a:schemeClr val="dk1"/>
              </a:buClr>
              <a:buSzPts val="1100"/>
              <a:buChar char="●"/>
              <a:defRPr>
                <a:latin typeface="Arial"/>
                <a:ea typeface="Arial"/>
                <a:cs typeface="Arial"/>
                <a:sym typeface="Arial"/>
              </a:defRPr>
            </a:lvl1pPr>
            <a:lvl2pPr indent="-355536" lvl="1" marL="914400" algn="just">
              <a:lnSpc>
                <a:spcPct val="140000"/>
              </a:lnSpc>
              <a:spcBef>
                <a:spcPts val="720"/>
              </a:spcBef>
              <a:spcAft>
                <a:spcPts val="0"/>
              </a:spcAft>
              <a:buClr>
                <a:schemeClr val="dk1"/>
              </a:buClr>
              <a:buSzPts val="1999"/>
              <a:buChar char="▫"/>
              <a:defRPr>
                <a:latin typeface="Arial"/>
                <a:ea typeface="Arial"/>
                <a:cs typeface="Arial"/>
                <a:sym typeface="Arial"/>
              </a:defRPr>
            </a:lvl2pPr>
            <a:lvl3pPr indent="-285718" lvl="2" marL="1371600" algn="just">
              <a:lnSpc>
                <a:spcPct val="140000"/>
              </a:lnSpc>
              <a:spcBef>
                <a:spcPts val="648"/>
              </a:spcBef>
              <a:spcAft>
                <a:spcPts val="0"/>
              </a:spcAft>
              <a:buClr>
                <a:schemeClr val="dk1"/>
              </a:buClr>
              <a:buSzPts val="900"/>
              <a:buChar char="■"/>
              <a:defRPr>
                <a:latin typeface="Arial"/>
                <a:ea typeface="Arial"/>
                <a:cs typeface="Arial"/>
                <a:sym typeface="Arial"/>
              </a:defRPr>
            </a:lvl3pPr>
            <a:lvl4pPr indent="-330136" lvl="3" marL="1828800" algn="just">
              <a:lnSpc>
                <a:spcPct val="140000"/>
              </a:lnSpc>
              <a:spcBef>
                <a:spcPts val="576"/>
              </a:spcBef>
              <a:spcAft>
                <a:spcPts val="0"/>
              </a:spcAft>
              <a:buClr>
                <a:schemeClr val="dk1"/>
              </a:buClr>
              <a:buSzPts val="1599"/>
              <a:buChar char="−"/>
              <a:defRPr>
                <a:latin typeface="Arial"/>
                <a:ea typeface="Arial"/>
                <a:cs typeface="Arial"/>
                <a:sym typeface="Arial"/>
              </a:defRPr>
            </a:lvl4pPr>
            <a:lvl5pPr indent="-317436" lvl="4" marL="2286000" algn="just">
              <a:lnSpc>
                <a:spcPct val="140000"/>
              </a:lnSpc>
              <a:spcBef>
                <a:spcPts val="576"/>
              </a:spcBef>
              <a:spcAft>
                <a:spcPts val="0"/>
              </a:spcAft>
              <a:buClr>
                <a:schemeClr val="dk1"/>
              </a:buClr>
              <a:buSzPts val="1399"/>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1" name="Google Shape;181;p36"/>
          <p:cNvSpPr txBox="1"/>
          <p:nvPr/>
        </p:nvSpPr>
        <p:spPr>
          <a:xfrm>
            <a:off x="1595500" y="408779"/>
            <a:ext cx="9829738" cy="639559"/>
          </a:xfrm>
          <a:prstGeom prst="rect">
            <a:avLst/>
          </a:prstGeom>
          <a:noFill/>
          <a:ln>
            <a:noFill/>
          </a:ln>
        </p:spPr>
        <p:txBody>
          <a:bodyPr anchorCtr="0" anchor="t" bIns="49975" lIns="99975" spcFirstLastPara="1" rIns="99975" wrap="square" tIns="49975">
            <a:spAutoFit/>
          </a:bodyPr>
          <a:lstStyle/>
          <a:p>
            <a:pPr indent="0" lvl="0" marL="0" marR="0" rtl="0" algn="l">
              <a:spcBef>
                <a:spcPts val="0"/>
              </a:spcBef>
              <a:spcAft>
                <a:spcPts val="0"/>
              </a:spcAft>
              <a:buNone/>
            </a:pPr>
            <a:r>
              <a:rPr b="1" lang="en-US" sz="3500">
                <a:solidFill>
                  <a:schemeClr val="dk1"/>
                </a:solidFill>
                <a:latin typeface="Arial"/>
                <a:ea typeface="Arial"/>
                <a:cs typeface="Arial"/>
                <a:sym typeface="Arial"/>
              </a:rPr>
              <a:t>Overview and Objectives</a:t>
            </a:r>
            <a:endParaRPr b="1" sz="3500">
              <a:solidFill>
                <a:schemeClr val="dk1"/>
              </a:solidFill>
              <a:latin typeface="Arial"/>
              <a:ea typeface="Arial"/>
              <a:cs typeface="Arial"/>
              <a:sym typeface="Arial"/>
            </a:endParaRPr>
          </a:p>
        </p:txBody>
      </p:sp>
      <p:sp>
        <p:nvSpPr>
          <p:cNvPr id="182" name="Google Shape;182;p36"/>
          <p:cNvSpPr/>
          <p:nvPr/>
        </p:nvSpPr>
        <p:spPr>
          <a:xfrm>
            <a:off x="3113" y="296368"/>
            <a:ext cx="1376363" cy="864380"/>
          </a:xfrm>
          <a:custGeom>
            <a:rect b="b" l="l" r="r" t="t"/>
            <a:pathLst>
              <a:path extrusionOk="0" h="493" w="867">
                <a:moveTo>
                  <a:pt x="756" y="493"/>
                </a:moveTo>
                <a:lnTo>
                  <a:pt x="0" y="493"/>
                </a:lnTo>
                <a:lnTo>
                  <a:pt x="0" y="0"/>
                </a:lnTo>
                <a:lnTo>
                  <a:pt x="756" y="0"/>
                </a:lnTo>
                <a:lnTo>
                  <a:pt x="867" y="248"/>
                </a:lnTo>
                <a:lnTo>
                  <a:pt x="756" y="493"/>
                </a:lnTo>
                <a:close/>
              </a:path>
            </a:pathLst>
          </a:custGeom>
          <a:solidFill>
            <a:srgbClr val="00B0F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3" name="Google Shape;183;p36"/>
          <p:cNvSpPr/>
          <p:nvPr/>
        </p:nvSpPr>
        <p:spPr>
          <a:xfrm>
            <a:off x="1246188" y="296368"/>
            <a:ext cx="233363" cy="864380"/>
          </a:xfrm>
          <a:custGeom>
            <a:rect b="b" l="l" r="r" t="t"/>
            <a:pathLst>
              <a:path extrusionOk="0" h="493" w="147">
                <a:moveTo>
                  <a:pt x="33" y="0"/>
                </a:moveTo>
                <a:lnTo>
                  <a:pt x="0" y="0"/>
                </a:lnTo>
                <a:lnTo>
                  <a:pt x="114" y="248"/>
                </a:lnTo>
                <a:lnTo>
                  <a:pt x="0" y="493"/>
                </a:lnTo>
                <a:lnTo>
                  <a:pt x="33" y="493"/>
                </a:lnTo>
                <a:lnTo>
                  <a:pt x="147" y="248"/>
                </a:lnTo>
                <a:lnTo>
                  <a:pt x="33" y="0"/>
                </a:lnTo>
                <a:close/>
              </a:path>
            </a:pathLst>
          </a:custGeom>
          <a:solidFill>
            <a:srgbClr val="0B9C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84" name="Google Shape;184;p36"/>
          <p:cNvGrpSpPr/>
          <p:nvPr/>
        </p:nvGrpSpPr>
        <p:grpSpPr>
          <a:xfrm>
            <a:off x="587388" y="505779"/>
            <a:ext cx="374708" cy="445558"/>
            <a:chOff x="-1647825" y="2492375"/>
            <a:chExt cx="1947863" cy="2316163"/>
          </a:xfrm>
        </p:grpSpPr>
        <p:sp>
          <p:nvSpPr>
            <p:cNvPr id="185" name="Google Shape;185;p36"/>
            <p:cNvSpPr/>
            <p:nvPr/>
          </p:nvSpPr>
          <p:spPr>
            <a:xfrm>
              <a:off x="-1647825" y="2492375"/>
              <a:ext cx="1947863" cy="2316163"/>
            </a:xfrm>
            <a:custGeom>
              <a:rect b="b" l="l" r="r" t="t"/>
              <a:pathLst>
                <a:path extrusionOk="0" h="3258" w="2739">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6" name="Google Shape;186;p36"/>
            <p:cNvSpPr/>
            <p:nvPr/>
          </p:nvSpPr>
          <p:spPr>
            <a:xfrm>
              <a:off x="-1155700" y="2941638"/>
              <a:ext cx="963613" cy="893763"/>
            </a:xfrm>
            <a:custGeom>
              <a:rect b="b" l="l" r="r" t="t"/>
              <a:pathLst>
                <a:path extrusionOk="0" h="1256" w="1353">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本节小结(可选)">
  <p:cSld name="11#本节小结(可选)">
    <p:spTree>
      <p:nvGrpSpPr>
        <p:cNvPr id="187" name="Shape 187"/>
        <p:cNvGrpSpPr/>
        <p:nvPr/>
      </p:nvGrpSpPr>
      <p:grpSpPr>
        <a:xfrm>
          <a:off x="0" y="0"/>
          <a:ext cx="0" cy="0"/>
          <a:chOff x="0" y="0"/>
          <a:chExt cx="0" cy="0"/>
        </a:xfrm>
      </p:grpSpPr>
      <p:sp>
        <p:nvSpPr>
          <p:cNvPr id="188" name="Google Shape;188;p37"/>
          <p:cNvSpPr txBox="1"/>
          <p:nvPr>
            <p:ph idx="1" type="body"/>
          </p:nvPr>
        </p:nvSpPr>
        <p:spPr>
          <a:xfrm>
            <a:off x="451878" y="1242452"/>
            <a:ext cx="11306175" cy="4680000"/>
          </a:xfrm>
          <a:prstGeom prst="rect">
            <a:avLst/>
          </a:prstGeom>
          <a:noFill/>
          <a:ln>
            <a:noFill/>
          </a:ln>
        </p:spPr>
        <p:txBody>
          <a:bodyPr anchorCtr="0" anchor="t" bIns="40050" lIns="80125" spcFirstLastPara="1" rIns="80125" wrap="square" tIns="40050">
            <a:noAutofit/>
          </a:bodyPr>
          <a:lstStyle>
            <a:lvl1pPr indent="-298418" lvl="0" marL="457200" algn="just">
              <a:lnSpc>
                <a:spcPct val="140000"/>
              </a:lnSpc>
              <a:spcBef>
                <a:spcPts val="792"/>
              </a:spcBef>
              <a:spcAft>
                <a:spcPts val="0"/>
              </a:spcAft>
              <a:buClr>
                <a:schemeClr val="dk1"/>
              </a:buClr>
              <a:buSzPts val="1100"/>
              <a:buChar char="●"/>
              <a:defRPr>
                <a:latin typeface="Arial"/>
                <a:ea typeface="Arial"/>
                <a:cs typeface="Arial"/>
                <a:sym typeface="Arial"/>
              </a:defRPr>
            </a:lvl1pPr>
            <a:lvl2pPr indent="-342900" lvl="1" marL="914400" algn="l">
              <a:lnSpc>
                <a:spcPct val="140000"/>
              </a:lnSpc>
              <a:spcBef>
                <a:spcPts val="720"/>
              </a:spcBef>
              <a:spcAft>
                <a:spcPts val="0"/>
              </a:spcAft>
              <a:buClr>
                <a:schemeClr val="dk1"/>
              </a:buClr>
              <a:buSzPts val="18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228600" lvl="4" marL="2286000" algn="l">
              <a:lnSpc>
                <a:spcPct val="140000"/>
              </a:lnSpc>
              <a:spcBef>
                <a:spcPts val="576"/>
              </a:spcBef>
              <a:spcAft>
                <a:spcPts val="0"/>
              </a:spcAft>
              <a:buClr>
                <a:schemeClr val="dk1"/>
              </a:buClr>
              <a:buSzPts val="1399"/>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9" name="Google Shape;189;p37"/>
          <p:cNvSpPr txBox="1"/>
          <p:nvPr/>
        </p:nvSpPr>
        <p:spPr>
          <a:xfrm>
            <a:off x="1595500" y="408779"/>
            <a:ext cx="4248472" cy="639559"/>
          </a:xfrm>
          <a:prstGeom prst="rect">
            <a:avLst/>
          </a:prstGeom>
          <a:noFill/>
          <a:ln>
            <a:noFill/>
          </a:ln>
        </p:spPr>
        <p:txBody>
          <a:bodyPr anchorCtr="0" anchor="t" bIns="49975" lIns="99975" spcFirstLastPara="1" rIns="99975" wrap="square" tIns="49975">
            <a:spAutoFit/>
          </a:bodyPr>
          <a:lstStyle/>
          <a:p>
            <a:pPr indent="0" lvl="0" marL="0" marR="0" rtl="0" algn="l">
              <a:spcBef>
                <a:spcPts val="0"/>
              </a:spcBef>
              <a:spcAft>
                <a:spcPts val="0"/>
              </a:spcAft>
              <a:buNone/>
            </a:pPr>
            <a:r>
              <a:rPr b="1" lang="en-US" sz="3500">
                <a:solidFill>
                  <a:schemeClr val="dk1"/>
                </a:solidFill>
                <a:latin typeface="Arial"/>
                <a:ea typeface="Arial"/>
                <a:cs typeface="Arial"/>
                <a:sym typeface="Arial"/>
              </a:rPr>
              <a:t>Section Summary</a:t>
            </a:r>
            <a:endParaRPr b="1" sz="3500">
              <a:solidFill>
                <a:schemeClr val="dk1"/>
              </a:solidFill>
              <a:latin typeface="Arial"/>
              <a:ea typeface="Arial"/>
              <a:cs typeface="Arial"/>
              <a:sym typeface="Arial"/>
            </a:endParaRPr>
          </a:p>
        </p:txBody>
      </p:sp>
      <p:sp>
        <p:nvSpPr>
          <p:cNvPr id="190" name="Google Shape;190;p37"/>
          <p:cNvSpPr/>
          <p:nvPr/>
        </p:nvSpPr>
        <p:spPr>
          <a:xfrm>
            <a:off x="3113" y="296368"/>
            <a:ext cx="1376363" cy="864380"/>
          </a:xfrm>
          <a:custGeom>
            <a:rect b="b" l="l" r="r" t="t"/>
            <a:pathLst>
              <a:path extrusionOk="0" h="493" w="867">
                <a:moveTo>
                  <a:pt x="756" y="493"/>
                </a:moveTo>
                <a:lnTo>
                  <a:pt x="0" y="493"/>
                </a:lnTo>
                <a:lnTo>
                  <a:pt x="0" y="0"/>
                </a:lnTo>
                <a:lnTo>
                  <a:pt x="756" y="0"/>
                </a:lnTo>
                <a:lnTo>
                  <a:pt x="867" y="248"/>
                </a:lnTo>
                <a:lnTo>
                  <a:pt x="756" y="493"/>
                </a:lnTo>
                <a:close/>
              </a:path>
            </a:pathLst>
          </a:custGeom>
          <a:solidFill>
            <a:srgbClr val="00B0F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1" name="Google Shape;191;p37"/>
          <p:cNvSpPr/>
          <p:nvPr/>
        </p:nvSpPr>
        <p:spPr>
          <a:xfrm>
            <a:off x="1246188" y="296368"/>
            <a:ext cx="233363" cy="864380"/>
          </a:xfrm>
          <a:custGeom>
            <a:rect b="b" l="l" r="r" t="t"/>
            <a:pathLst>
              <a:path extrusionOk="0" h="493" w="147">
                <a:moveTo>
                  <a:pt x="33" y="0"/>
                </a:moveTo>
                <a:lnTo>
                  <a:pt x="0" y="0"/>
                </a:lnTo>
                <a:lnTo>
                  <a:pt x="114" y="248"/>
                </a:lnTo>
                <a:lnTo>
                  <a:pt x="0" y="493"/>
                </a:lnTo>
                <a:lnTo>
                  <a:pt x="33" y="493"/>
                </a:lnTo>
                <a:lnTo>
                  <a:pt x="147" y="248"/>
                </a:lnTo>
                <a:lnTo>
                  <a:pt x="33" y="0"/>
                </a:lnTo>
                <a:close/>
              </a:path>
            </a:pathLst>
          </a:custGeom>
          <a:solidFill>
            <a:srgbClr val="0B9C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92" name="Google Shape;192;p37"/>
          <p:cNvGrpSpPr/>
          <p:nvPr/>
        </p:nvGrpSpPr>
        <p:grpSpPr>
          <a:xfrm>
            <a:off x="515380" y="490848"/>
            <a:ext cx="470694" cy="475421"/>
            <a:chOff x="5540375" y="2868613"/>
            <a:chExt cx="1106488" cy="1117600"/>
          </a:xfrm>
        </p:grpSpPr>
        <p:sp>
          <p:nvSpPr>
            <p:cNvPr id="193" name="Google Shape;193;p37"/>
            <p:cNvSpPr/>
            <p:nvPr/>
          </p:nvSpPr>
          <p:spPr>
            <a:xfrm>
              <a:off x="5970588" y="3251201"/>
              <a:ext cx="676275" cy="517525"/>
            </a:xfrm>
            <a:custGeom>
              <a:rect b="b" l="l" r="r" t="t"/>
              <a:pathLst>
                <a:path extrusionOk="0" h="138" w="180">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4" name="Google Shape;194;p37"/>
            <p:cNvSpPr/>
            <p:nvPr/>
          </p:nvSpPr>
          <p:spPr>
            <a:xfrm>
              <a:off x="5540375" y="2868613"/>
              <a:ext cx="941388" cy="1117600"/>
            </a:xfrm>
            <a:custGeom>
              <a:rect b="b" l="l" r="r" t="t"/>
              <a:pathLst>
                <a:path extrusionOk="0" h="298" w="251">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更多信息(可选)">
  <p:cSld name="13#更多信息(可选)">
    <p:spTree>
      <p:nvGrpSpPr>
        <p:cNvPr id="195" name="Shape 195"/>
        <p:cNvGrpSpPr/>
        <p:nvPr/>
      </p:nvGrpSpPr>
      <p:grpSpPr>
        <a:xfrm>
          <a:off x="0" y="0"/>
          <a:ext cx="0" cy="0"/>
          <a:chOff x="0" y="0"/>
          <a:chExt cx="0" cy="0"/>
        </a:xfrm>
      </p:grpSpPr>
      <p:sp>
        <p:nvSpPr>
          <p:cNvPr id="196" name="Google Shape;196;p38"/>
          <p:cNvSpPr txBox="1"/>
          <p:nvPr>
            <p:ph idx="1" type="body"/>
          </p:nvPr>
        </p:nvSpPr>
        <p:spPr>
          <a:xfrm>
            <a:off x="451878" y="1242452"/>
            <a:ext cx="11306175" cy="4680000"/>
          </a:xfrm>
          <a:prstGeom prst="rect">
            <a:avLst/>
          </a:prstGeom>
          <a:noFill/>
          <a:ln>
            <a:noFill/>
          </a:ln>
        </p:spPr>
        <p:txBody>
          <a:bodyPr anchorCtr="0" anchor="t" bIns="40050" lIns="80125" spcFirstLastPara="1" rIns="80125" wrap="square" tIns="40050">
            <a:noAutofit/>
          </a:bodyPr>
          <a:lstStyle>
            <a:lvl1pPr indent="-298418" lvl="0" marL="457200" algn="just">
              <a:lnSpc>
                <a:spcPct val="140000"/>
              </a:lnSpc>
              <a:spcBef>
                <a:spcPts val="792"/>
              </a:spcBef>
              <a:spcAft>
                <a:spcPts val="0"/>
              </a:spcAft>
              <a:buClr>
                <a:schemeClr val="dk1"/>
              </a:buClr>
              <a:buSzPts val="1100"/>
              <a:buChar char="●"/>
              <a:defRPr>
                <a:latin typeface="Arial"/>
                <a:ea typeface="Arial"/>
                <a:cs typeface="Arial"/>
                <a:sym typeface="Arial"/>
              </a:defRPr>
            </a:lvl1pPr>
            <a:lvl2pPr indent="-342900" lvl="1" marL="914400" algn="l">
              <a:lnSpc>
                <a:spcPct val="140000"/>
              </a:lnSpc>
              <a:spcBef>
                <a:spcPts val="720"/>
              </a:spcBef>
              <a:spcAft>
                <a:spcPts val="0"/>
              </a:spcAft>
              <a:buClr>
                <a:schemeClr val="dk1"/>
              </a:buClr>
              <a:buSzPts val="18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228600" lvl="4" marL="2286000" algn="l">
              <a:lnSpc>
                <a:spcPct val="140000"/>
              </a:lnSpc>
              <a:spcBef>
                <a:spcPts val="576"/>
              </a:spcBef>
              <a:spcAft>
                <a:spcPts val="0"/>
              </a:spcAft>
              <a:buClr>
                <a:schemeClr val="dk1"/>
              </a:buClr>
              <a:buSzPts val="1399"/>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7" name="Google Shape;197;p38"/>
          <p:cNvSpPr txBox="1"/>
          <p:nvPr/>
        </p:nvSpPr>
        <p:spPr>
          <a:xfrm>
            <a:off x="1595500" y="408779"/>
            <a:ext cx="5040560" cy="639559"/>
          </a:xfrm>
          <a:prstGeom prst="rect">
            <a:avLst/>
          </a:prstGeom>
          <a:noFill/>
          <a:ln>
            <a:noFill/>
          </a:ln>
        </p:spPr>
        <p:txBody>
          <a:bodyPr anchorCtr="0" anchor="t" bIns="49975" lIns="99975" spcFirstLastPara="1" rIns="99975" wrap="square" tIns="49975">
            <a:spAutoFit/>
          </a:bodyPr>
          <a:lstStyle/>
          <a:p>
            <a:pPr indent="0" lvl="0" marL="0" marR="0" rtl="0" algn="l">
              <a:spcBef>
                <a:spcPts val="0"/>
              </a:spcBef>
              <a:spcAft>
                <a:spcPts val="0"/>
              </a:spcAft>
              <a:buNone/>
            </a:pPr>
            <a:r>
              <a:rPr b="1" lang="en-US" sz="3500">
                <a:solidFill>
                  <a:schemeClr val="dk1"/>
                </a:solidFill>
                <a:latin typeface="Arial"/>
                <a:ea typeface="Arial"/>
                <a:cs typeface="Arial"/>
                <a:sym typeface="Arial"/>
              </a:rPr>
              <a:t>More Information</a:t>
            </a:r>
            <a:endParaRPr b="1" sz="3500">
              <a:solidFill>
                <a:schemeClr val="dk1"/>
              </a:solidFill>
              <a:latin typeface="Arial"/>
              <a:ea typeface="Arial"/>
              <a:cs typeface="Arial"/>
              <a:sym typeface="Arial"/>
            </a:endParaRPr>
          </a:p>
        </p:txBody>
      </p:sp>
      <p:sp>
        <p:nvSpPr>
          <p:cNvPr id="198" name="Google Shape;198;p38"/>
          <p:cNvSpPr/>
          <p:nvPr/>
        </p:nvSpPr>
        <p:spPr>
          <a:xfrm>
            <a:off x="3113" y="296368"/>
            <a:ext cx="1376363" cy="864380"/>
          </a:xfrm>
          <a:custGeom>
            <a:rect b="b" l="l" r="r" t="t"/>
            <a:pathLst>
              <a:path extrusionOk="0" h="493" w="867">
                <a:moveTo>
                  <a:pt x="756" y="493"/>
                </a:moveTo>
                <a:lnTo>
                  <a:pt x="0" y="493"/>
                </a:lnTo>
                <a:lnTo>
                  <a:pt x="0" y="0"/>
                </a:lnTo>
                <a:lnTo>
                  <a:pt x="756" y="0"/>
                </a:lnTo>
                <a:lnTo>
                  <a:pt x="867" y="248"/>
                </a:lnTo>
                <a:lnTo>
                  <a:pt x="756" y="493"/>
                </a:lnTo>
                <a:close/>
              </a:path>
            </a:pathLst>
          </a:custGeom>
          <a:solidFill>
            <a:srgbClr val="00B0F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9" name="Google Shape;199;p38"/>
          <p:cNvSpPr/>
          <p:nvPr/>
        </p:nvSpPr>
        <p:spPr>
          <a:xfrm>
            <a:off x="1246188" y="296368"/>
            <a:ext cx="233363" cy="864380"/>
          </a:xfrm>
          <a:custGeom>
            <a:rect b="b" l="l" r="r" t="t"/>
            <a:pathLst>
              <a:path extrusionOk="0" h="493" w="147">
                <a:moveTo>
                  <a:pt x="33" y="0"/>
                </a:moveTo>
                <a:lnTo>
                  <a:pt x="0" y="0"/>
                </a:lnTo>
                <a:lnTo>
                  <a:pt x="114" y="248"/>
                </a:lnTo>
                <a:lnTo>
                  <a:pt x="0" y="493"/>
                </a:lnTo>
                <a:lnTo>
                  <a:pt x="33" y="493"/>
                </a:lnTo>
                <a:lnTo>
                  <a:pt x="147" y="248"/>
                </a:lnTo>
                <a:lnTo>
                  <a:pt x="33" y="0"/>
                </a:lnTo>
                <a:close/>
              </a:path>
            </a:pathLst>
          </a:custGeom>
          <a:solidFill>
            <a:srgbClr val="0B9C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200" name="Google Shape;200;p38"/>
          <p:cNvGrpSpPr/>
          <p:nvPr/>
        </p:nvGrpSpPr>
        <p:grpSpPr>
          <a:xfrm>
            <a:off x="479376" y="480268"/>
            <a:ext cx="496581" cy="496581"/>
            <a:chOff x="4485904" y="3429000"/>
            <a:chExt cx="2003425" cy="2003425"/>
          </a:xfrm>
        </p:grpSpPr>
        <p:sp>
          <p:nvSpPr>
            <p:cNvPr id="201" name="Google Shape;201;p38"/>
            <p:cNvSpPr/>
            <p:nvPr/>
          </p:nvSpPr>
          <p:spPr>
            <a:xfrm>
              <a:off x="4485904" y="3429000"/>
              <a:ext cx="2003425" cy="2003425"/>
            </a:xfrm>
            <a:custGeom>
              <a:rect b="b" l="l" r="r" t="t"/>
              <a:pathLst>
                <a:path extrusionOk="0" h="1338" w="1338">
                  <a:moveTo>
                    <a:pt x="669" y="0"/>
                  </a:moveTo>
                  <a:cubicBezTo>
                    <a:pt x="1039" y="0"/>
                    <a:pt x="1338" y="299"/>
                    <a:pt x="1338" y="669"/>
                  </a:cubicBezTo>
                  <a:cubicBezTo>
                    <a:pt x="1338" y="1039"/>
                    <a:pt x="1039" y="1338"/>
                    <a:pt x="669" y="1338"/>
                  </a:cubicBezTo>
                  <a:cubicBezTo>
                    <a:pt x="299" y="1338"/>
                    <a:pt x="0" y="1039"/>
                    <a:pt x="0" y="669"/>
                  </a:cubicBezTo>
                  <a:cubicBezTo>
                    <a:pt x="0" y="299"/>
                    <a:pt x="299" y="0"/>
                    <a:pt x="669" y="0"/>
                  </a:cubicBezTo>
                  <a:close/>
                  <a:moveTo>
                    <a:pt x="669" y="92"/>
                  </a:moveTo>
                  <a:cubicBezTo>
                    <a:pt x="988" y="92"/>
                    <a:pt x="1246" y="350"/>
                    <a:pt x="1246" y="669"/>
                  </a:cubicBezTo>
                  <a:cubicBezTo>
                    <a:pt x="1246" y="988"/>
                    <a:pt x="988" y="1246"/>
                    <a:pt x="669" y="1246"/>
                  </a:cubicBezTo>
                  <a:cubicBezTo>
                    <a:pt x="350" y="1246"/>
                    <a:pt x="92" y="988"/>
                    <a:pt x="92" y="669"/>
                  </a:cubicBezTo>
                  <a:cubicBezTo>
                    <a:pt x="92" y="350"/>
                    <a:pt x="350" y="92"/>
                    <a:pt x="669" y="9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2" name="Google Shape;202;p38"/>
            <p:cNvSpPr/>
            <p:nvPr/>
          </p:nvSpPr>
          <p:spPr>
            <a:xfrm>
              <a:off x="4978029" y="4324350"/>
              <a:ext cx="212725" cy="212725"/>
            </a:xfrm>
            <a:custGeom>
              <a:rect b="b" l="l" r="r" t="t"/>
              <a:pathLst>
                <a:path extrusionOk="0" h="142" w="142">
                  <a:moveTo>
                    <a:pt x="0" y="72"/>
                  </a:moveTo>
                  <a:cubicBezTo>
                    <a:pt x="0" y="70"/>
                    <a:pt x="0" y="70"/>
                    <a:pt x="0" y="70"/>
                  </a:cubicBezTo>
                  <a:cubicBezTo>
                    <a:pt x="0" y="32"/>
                    <a:pt x="32" y="0"/>
                    <a:pt x="71" y="0"/>
                  </a:cubicBezTo>
                  <a:cubicBezTo>
                    <a:pt x="71" y="0"/>
                    <a:pt x="71" y="0"/>
                    <a:pt x="71" y="0"/>
                  </a:cubicBezTo>
                  <a:cubicBezTo>
                    <a:pt x="110" y="0"/>
                    <a:pt x="142" y="32"/>
                    <a:pt x="142" y="70"/>
                  </a:cubicBezTo>
                  <a:cubicBezTo>
                    <a:pt x="142" y="72"/>
                    <a:pt x="142" y="72"/>
                    <a:pt x="142" y="72"/>
                  </a:cubicBezTo>
                  <a:cubicBezTo>
                    <a:pt x="142" y="110"/>
                    <a:pt x="110" y="142"/>
                    <a:pt x="71" y="142"/>
                  </a:cubicBezTo>
                  <a:cubicBezTo>
                    <a:pt x="71" y="142"/>
                    <a:pt x="71" y="142"/>
                    <a:pt x="71" y="142"/>
                  </a:cubicBezTo>
                  <a:cubicBezTo>
                    <a:pt x="32" y="142"/>
                    <a:pt x="0" y="110"/>
                    <a:pt x="0" y="7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3" name="Google Shape;203;p38"/>
            <p:cNvSpPr/>
            <p:nvPr/>
          </p:nvSpPr>
          <p:spPr>
            <a:xfrm>
              <a:off x="5395542" y="4324350"/>
              <a:ext cx="211138" cy="212725"/>
            </a:xfrm>
            <a:custGeom>
              <a:rect b="b" l="l" r="r" t="t"/>
              <a:pathLst>
                <a:path extrusionOk="0" h="142" w="141">
                  <a:moveTo>
                    <a:pt x="0" y="72"/>
                  </a:moveTo>
                  <a:cubicBezTo>
                    <a:pt x="0" y="70"/>
                    <a:pt x="0" y="70"/>
                    <a:pt x="0" y="70"/>
                  </a:cubicBezTo>
                  <a:cubicBezTo>
                    <a:pt x="0" y="32"/>
                    <a:pt x="31"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1" y="142"/>
                    <a:pt x="0" y="110"/>
                    <a:pt x="0" y="7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4" name="Google Shape;204;p38"/>
            <p:cNvSpPr/>
            <p:nvPr/>
          </p:nvSpPr>
          <p:spPr>
            <a:xfrm>
              <a:off x="5809879" y="4324350"/>
              <a:ext cx="211138" cy="212725"/>
            </a:xfrm>
            <a:custGeom>
              <a:rect b="b" l="l" r="r" t="t"/>
              <a:pathLst>
                <a:path extrusionOk="0" h="142" w="141">
                  <a:moveTo>
                    <a:pt x="0" y="72"/>
                  </a:moveTo>
                  <a:cubicBezTo>
                    <a:pt x="0" y="70"/>
                    <a:pt x="0" y="70"/>
                    <a:pt x="0" y="70"/>
                  </a:cubicBezTo>
                  <a:cubicBezTo>
                    <a:pt x="0" y="32"/>
                    <a:pt x="32"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2" y="142"/>
                    <a:pt x="0" y="110"/>
                    <a:pt x="0" y="7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学习推荐(可选)">
  <p:cSld name="14#学习推荐(可选)">
    <p:spTree>
      <p:nvGrpSpPr>
        <p:cNvPr id="205" name="Shape 205"/>
        <p:cNvGrpSpPr/>
        <p:nvPr/>
      </p:nvGrpSpPr>
      <p:grpSpPr>
        <a:xfrm>
          <a:off x="0" y="0"/>
          <a:ext cx="0" cy="0"/>
          <a:chOff x="0" y="0"/>
          <a:chExt cx="0" cy="0"/>
        </a:xfrm>
      </p:grpSpPr>
      <p:sp>
        <p:nvSpPr>
          <p:cNvPr id="206" name="Google Shape;206;p39"/>
          <p:cNvSpPr txBox="1"/>
          <p:nvPr>
            <p:ph idx="1" type="body"/>
          </p:nvPr>
        </p:nvSpPr>
        <p:spPr>
          <a:xfrm>
            <a:off x="451878" y="1242452"/>
            <a:ext cx="11306175" cy="4680000"/>
          </a:xfrm>
          <a:prstGeom prst="rect">
            <a:avLst/>
          </a:prstGeom>
          <a:noFill/>
          <a:ln>
            <a:noFill/>
          </a:ln>
        </p:spPr>
        <p:txBody>
          <a:bodyPr anchorCtr="0" anchor="t" bIns="40050" lIns="80125" spcFirstLastPara="1" rIns="80125" wrap="square" tIns="40050">
            <a:noAutofit/>
          </a:bodyPr>
          <a:lstStyle>
            <a:lvl1pPr indent="-298418" lvl="0" marL="457200" algn="just">
              <a:lnSpc>
                <a:spcPct val="140000"/>
              </a:lnSpc>
              <a:spcBef>
                <a:spcPts val="792"/>
              </a:spcBef>
              <a:spcAft>
                <a:spcPts val="0"/>
              </a:spcAft>
              <a:buClr>
                <a:schemeClr val="dk1"/>
              </a:buClr>
              <a:buSzPts val="1100"/>
              <a:buChar char="●"/>
              <a:defRPr>
                <a:latin typeface="Arial"/>
                <a:ea typeface="Arial"/>
                <a:cs typeface="Arial"/>
                <a:sym typeface="Arial"/>
              </a:defRPr>
            </a:lvl1pPr>
            <a:lvl2pPr indent="-342900" lvl="1" marL="914400" algn="l">
              <a:lnSpc>
                <a:spcPct val="140000"/>
              </a:lnSpc>
              <a:spcBef>
                <a:spcPts val="720"/>
              </a:spcBef>
              <a:spcAft>
                <a:spcPts val="0"/>
              </a:spcAft>
              <a:buClr>
                <a:schemeClr val="dk1"/>
              </a:buClr>
              <a:buSzPts val="18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7" name="Google Shape;207;p39"/>
          <p:cNvSpPr txBox="1"/>
          <p:nvPr/>
        </p:nvSpPr>
        <p:spPr>
          <a:xfrm>
            <a:off x="1595500" y="408779"/>
            <a:ext cx="5040560" cy="639559"/>
          </a:xfrm>
          <a:prstGeom prst="rect">
            <a:avLst/>
          </a:prstGeom>
          <a:noFill/>
          <a:ln>
            <a:noFill/>
          </a:ln>
        </p:spPr>
        <p:txBody>
          <a:bodyPr anchorCtr="0" anchor="t" bIns="49975" lIns="99975" spcFirstLastPara="1" rIns="99975" wrap="square" tIns="49975">
            <a:spAutoFit/>
          </a:bodyPr>
          <a:lstStyle/>
          <a:p>
            <a:pPr indent="0" lvl="0" marL="0" marR="0" rtl="0" algn="l">
              <a:spcBef>
                <a:spcPts val="0"/>
              </a:spcBef>
              <a:spcAft>
                <a:spcPts val="0"/>
              </a:spcAft>
              <a:buNone/>
            </a:pPr>
            <a:r>
              <a:rPr b="1" lang="en-US" sz="3500">
                <a:solidFill>
                  <a:schemeClr val="dk1"/>
                </a:solidFill>
                <a:latin typeface="Arial"/>
                <a:ea typeface="Arial"/>
                <a:cs typeface="Arial"/>
                <a:sym typeface="Arial"/>
              </a:rPr>
              <a:t>Recommendations</a:t>
            </a:r>
            <a:endParaRPr b="1" sz="3500">
              <a:solidFill>
                <a:schemeClr val="dk1"/>
              </a:solidFill>
              <a:latin typeface="Arial"/>
              <a:ea typeface="Arial"/>
              <a:cs typeface="Arial"/>
              <a:sym typeface="Arial"/>
            </a:endParaRPr>
          </a:p>
        </p:txBody>
      </p:sp>
      <p:sp>
        <p:nvSpPr>
          <p:cNvPr id="208" name="Google Shape;208;p39"/>
          <p:cNvSpPr/>
          <p:nvPr/>
        </p:nvSpPr>
        <p:spPr>
          <a:xfrm>
            <a:off x="3113" y="296368"/>
            <a:ext cx="1376363" cy="864380"/>
          </a:xfrm>
          <a:custGeom>
            <a:rect b="b" l="l" r="r" t="t"/>
            <a:pathLst>
              <a:path extrusionOk="0" h="493" w="867">
                <a:moveTo>
                  <a:pt x="756" y="493"/>
                </a:moveTo>
                <a:lnTo>
                  <a:pt x="0" y="493"/>
                </a:lnTo>
                <a:lnTo>
                  <a:pt x="0" y="0"/>
                </a:lnTo>
                <a:lnTo>
                  <a:pt x="756" y="0"/>
                </a:lnTo>
                <a:lnTo>
                  <a:pt x="867" y="248"/>
                </a:lnTo>
                <a:lnTo>
                  <a:pt x="756" y="493"/>
                </a:lnTo>
                <a:close/>
              </a:path>
            </a:pathLst>
          </a:custGeom>
          <a:solidFill>
            <a:srgbClr val="00B0F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9" name="Google Shape;209;p39"/>
          <p:cNvSpPr/>
          <p:nvPr/>
        </p:nvSpPr>
        <p:spPr>
          <a:xfrm>
            <a:off x="1246188" y="296368"/>
            <a:ext cx="233363" cy="864380"/>
          </a:xfrm>
          <a:custGeom>
            <a:rect b="b" l="l" r="r" t="t"/>
            <a:pathLst>
              <a:path extrusionOk="0" h="493" w="147">
                <a:moveTo>
                  <a:pt x="33" y="0"/>
                </a:moveTo>
                <a:lnTo>
                  <a:pt x="0" y="0"/>
                </a:lnTo>
                <a:lnTo>
                  <a:pt x="114" y="248"/>
                </a:lnTo>
                <a:lnTo>
                  <a:pt x="0" y="493"/>
                </a:lnTo>
                <a:lnTo>
                  <a:pt x="33" y="493"/>
                </a:lnTo>
                <a:lnTo>
                  <a:pt x="147" y="248"/>
                </a:lnTo>
                <a:lnTo>
                  <a:pt x="33" y="0"/>
                </a:lnTo>
                <a:close/>
              </a:path>
            </a:pathLst>
          </a:custGeom>
          <a:solidFill>
            <a:srgbClr val="0B9C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210" name="Google Shape;210;p39"/>
          <p:cNvGrpSpPr/>
          <p:nvPr/>
        </p:nvGrpSpPr>
        <p:grpSpPr>
          <a:xfrm>
            <a:off x="515380" y="456929"/>
            <a:ext cx="461963" cy="485190"/>
            <a:chOff x="-779463" y="1835151"/>
            <a:chExt cx="1136650" cy="1193799"/>
          </a:xfrm>
        </p:grpSpPr>
        <p:sp>
          <p:nvSpPr>
            <p:cNvPr id="211" name="Google Shape;211;p39"/>
            <p:cNvSpPr/>
            <p:nvPr/>
          </p:nvSpPr>
          <p:spPr>
            <a:xfrm>
              <a:off x="-727075" y="2262188"/>
              <a:ext cx="1031875" cy="625475"/>
            </a:xfrm>
            <a:custGeom>
              <a:rect b="b" l="l" r="r" t="t"/>
              <a:pathLst>
                <a:path extrusionOk="0" h="587" w="968">
                  <a:moveTo>
                    <a:pt x="946" y="587"/>
                  </a:moveTo>
                  <a:cubicBezTo>
                    <a:pt x="22" y="587"/>
                    <a:pt x="22" y="587"/>
                    <a:pt x="22" y="587"/>
                  </a:cubicBezTo>
                  <a:cubicBezTo>
                    <a:pt x="10" y="587"/>
                    <a:pt x="0" y="577"/>
                    <a:pt x="0" y="565"/>
                  </a:cubicBezTo>
                  <a:cubicBezTo>
                    <a:pt x="0" y="63"/>
                    <a:pt x="0" y="63"/>
                    <a:pt x="0" y="63"/>
                  </a:cubicBezTo>
                  <a:cubicBezTo>
                    <a:pt x="0" y="28"/>
                    <a:pt x="28" y="0"/>
                    <a:pt x="62" y="0"/>
                  </a:cubicBezTo>
                  <a:cubicBezTo>
                    <a:pt x="104" y="0"/>
                    <a:pt x="104" y="0"/>
                    <a:pt x="104" y="0"/>
                  </a:cubicBezTo>
                  <a:cubicBezTo>
                    <a:pt x="116" y="0"/>
                    <a:pt x="126" y="10"/>
                    <a:pt x="126" y="22"/>
                  </a:cubicBezTo>
                  <a:cubicBezTo>
                    <a:pt x="126" y="34"/>
                    <a:pt x="116" y="43"/>
                    <a:pt x="104" y="43"/>
                  </a:cubicBezTo>
                  <a:cubicBezTo>
                    <a:pt x="62" y="43"/>
                    <a:pt x="62" y="43"/>
                    <a:pt x="62" y="43"/>
                  </a:cubicBezTo>
                  <a:cubicBezTo>
                    <a:pt x="52" y="43"/>
                    <a:pt x="43" y="52"/>
                    <a:pt x="43" y="63"/>
                  </a:cubicBezTo>
                  <a:cubicBezTo>
                    <a:pt x="43" y="544"/>
                    <a:pt x="43" y="544"/>
                    <a:pt x="43" y="544"/>
                  </a:cubicBezTo>
                  <a:cubicBezTo>
                    <a:pt x="925" y="544"/>
                    <a:pt x="925" y="544"/>
                    <a:pt x="925" y="544"/>
                  </a:cubicBezTo>
                  <a:cubicBezTo>
                    <a:pt x="925" y="63"/>
                    <a:pt x="925" y="63"/>
                    <a:pt x="925" y="63"/>
                  </a:cubicBezTo>
                  <a:cubicBezTo>
                    <a:pt x="925" y="52"/>
                    <a:pt x="916" y="43"/>
                    <a:pt x="906" y="43"/>
                  </a:cubicBezTo>
                  <a:cubicBezTo>
                    <a:pt x="859" y="43"/>
                    <a:pt x="859" y="43"/>
                    <a:pt x="859" y="43"/>
                  </a:cubicBezTo>
                  <a:cubicBezTo>
                    <a:pt x="847" y="43"/>
                    <a:pt x="837" y="34"/>
                    <a:pt x="837" y="22"/>
                  </a:cubicBezTo>
                  <a:cubicBezTo>
                    <a:pt x="837" y="10"/>
                    <a:pt x="847" y="0"/>
                    <a:pt x="859" y="0"/>
                  </a:cubicBezTo>
                  <a:cubicBezTo>
                    <a:pt x="906" y="0"/>
                    <a:pt x="906" y="0"/>
                    <a:pt x="906" y="0"/>
                  </a:cubicBezTo>
                  <a:cubicBezTo>
                    <a:pt x="940" y="0"/>
                    <a:pt x="968" y="28"/>
                    <a:pt x="968" y="63"/>
                  </a:cubicBezTo>
                  <a:cubicBezTo>
                    <a:pt x="968" y="565"/>
                    <a:pt x="968" y="565"/>
                    <a:pt x="968" y="565"/>
                  </a:cubicBezTo>
                  <a:cubicBezTo>
                    <a:pt x="968" y="577"/>
                    <a:pt x="958" y="587"/>
                    <a:pt x="946" y="587"/>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2" name="Google Shape;212;p39"/>
            <p:cNvSpPr/>
            <p:nvPr/>
          </p:nvSpPr>
          <p:spPr>
            <a:xfrm>
              <a:off x="-779463" y="2841625"/>
              <a:ext cx="1136650" cy="187325"/>
            </a:xfrm>
            <a:custGeom>
              <a:rect b="b" l="l" r="r" t="t"/>
              <a:pathLst>
                <a:path extrusionOk="0" h="176" w="1066">
                  <a:moveTo>
                    <a:pt x="1024" y="176"/>
                  </a:moveTo>
                  <a:cubicBezTo>
                    <a:pt x="42" y="176"/>
                    <a:pt x="42" y="176"/>
                    <a:pt x="42" y="176"/>
                  </a:cubicBezTo>
                  <a:cubicBezTo>
                    <a:pt x="19" y="176"/>
                    <a:pt x="0" y="157"/>
                    <a:pt x="0" y="134"/>
                  </a:cubicBezTo>
                  <a:cubicBezTo>
                    <a:pt x="0" y="42"/>
                    <a:pt x="0" y="42"/>
                    <a:pt x="0" y="42"/>
                  </a:cubicBezTo>
                  <a:cubicBezTo>
                    <a:pt x="0" y="18"/>
                    <a:pt x="19" y="0"/>
                    <a:pt x="42" y="0"/>
                  </a:cubicBezTo>
                  <a:cubicBezTo>
                    <a:pt x="1024" y="0"/>
                    <a:pt x="1024" y="0"/>
                    <a:pt x="1024" y="0"/>
                  </a:cubicBezTo>
                  <a:cubicBezTo>
                    <a:pt x="1047" y="0"/>
                    <a:pt x="1066" y="18"/>
                    <a:pt x="1066" y="42"/>
                  </a:cubicBezTo>
                  <a:cubicBezTo>
                    <a:pt x="1066" y="134"/>
                    <a:pt x="1066" y="134"/>
                    <a:pt x="1066" y="134"/>
                  </a:cubicBezTo>
                  <a:cubicBezTo>
                    <a:pt x="1066" y="157"/>
                    <a:pt x="1047" y="176"/>
                    <a:pt x="1024" y="176"/>
                  </a:cubicBezTo>
                  <a:close/>
                  <a:moveTo>
                    <a:pt x="1023" y="42"/>
                  </a:moveTo>
                  <a:cubicBezTo>
                    <a:pt x="42" y="43"/>
                    <a:pt x="42" y="43"/>
                    <a:pt x="42" y="43"/>
                  </a:cubicBezTo>
                  <a:cubicBezTo>
                    <a:pt x="43" y="134"/>
                    <a:pt x="43" y="134"/>
                    <a:pt x="43" y="134"/>
                  </a:cubicBezTo>
                  <a:cubicBezTo>
                    <a:pt x="1023" y="133"/>
                    <a:pt x="1023" y="133"/>
                    <a:pt x="1023" y="133"/>
                  </a:cubicBezTo>
                  <a:lnTo>
                    <a:pt x="1023" y="4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3" name="Google Shape;213;p39"/>
            <p:cNvSpPr/>
            <p:nvPr/>
          </p:nvSpPr>
          <p:spPr>
            <a:xfrm>
              <a:off x="-303213" y="2911475"/>
              <a:ext cx="184150" cy="46037"/>
            </a:xfrm>
            <a:custGeom>
              <a:rect b="b" l="l" r="r" t="t"/>
              <a:pathLst>
                <a:path extrusionOk="0" h="43" w="172">
                  <a:moveTo>
                    <a:pt x="151" y="43"/>
                  </a:moveTo>
                  <a:cubicBezTo>
                    <a:pt x="21" y="43"/>
                    <a:pt x="21" y="43"/>
                    <a:pt x="21" y="43"/>
                  </a:cubicBezTo>
                  <a:cubicBezTo>
                    <a:pt x="10" y="43"/>
                    <a:pt x="0" y="34"/>
                    <a:pt x="0" y="22"/>
                  </a:cubicBezTo>
                  <a:cubicBezTo>
                    <a:pt x="0" y="10"/>
                    <a:pt x="10" y="0"/>
                    <a:pt x="21" y="0"/>
                  </a:cubicBezTo>
                  <a:cubicBezTo>
                    <a:pt x="151" y="0"/>
                    <a:pt x="151" y="0"/>
                    <a:pt x="151" y="0"/>
                  </a:cubicBezTo>
                  <a:cubicBezTo>
                    <a:pt x="162" y="0"/>
                    <a:pt x="172" y="10"/>
                    <a:pt x="172" y="22"/>
                  </a:cubicBezTo>
                  <a:cubicBezTo>
                    <a:pt x="172" y="34"/>
                    <a:pt x="162" y="43"/>
                    <a:pt x="151" y="43"/>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4" name="Google Shape;214;p39"/>
            <p:cNvSpPr/>
            <p:nvPr/>
          </p:nvSpPr>
          <p:spPr>
            <a:xfrm>
              <a:off x="-568325" y="1835151"/>
              <a:ext cx="712788" cy="852487"/>
            </a:xfrm>
            <a:custGeom>
              <a:rect b="b" l="l" r="r" t="t"/>
              <a:pathLst>
                <a:path extrusionOk="0" h="800" w="668">
                  <a:moveTo>
                    <a:pt x="335" y="800"/>
                  </a:moveTo>
                  <a:cubicBezTo>
                    <a:pt x="327" y="800"/>
                    <a:pt x="320" y="796"/>
                    <a:pt x="316" y="789"/>
                  </a:cubicBezTo>
                  <a:cubicBezTo>
                    <a:pt x="246" y="662"/>
                    <a:pt x="246" y="662"/>
                    <a:pt x="246" y="662"/>
                  </a:cubicBezTo>
                  <a:cubicBezTo>
                    <a:pt x="165" y="638"/>
                    <a:pt x="97" y="582"/>
                    <a:pt x="57" y="508"/>
                  </a:cubicBezTo>
                  <a:cubicBezTo>
                    <a:pt x="54" y="502"/>
                    <a:pt x="52" y="497"/>
                    <a:pt x="49" y="492"/>
                  </a:cubicBezTo>
                  <a:cubicBezTo>
                    <a:pt x="0" y="385"/>
                    <a:pt x="13" y="261"/>
                    <a:pt x="84" y="168"/>
                  </a:cubicBezTo>
                  <a:cubicBezTo>
                    <a:pt x="115" y="127"/>
                    <a:pt x="155" y="95"/>
                    <a:pt x="202" y="73"/>
                  </a:cubicBezTo>
                  <a:cubicBezTo>
                    <a:pt x="360" y="0"/>
                    <a:pt x="548" y="69"/>
                    <a:pt x="621" y="226"/>
                  </a:cubicBezTo>
                  <a:cubicBezTo>
                    <a:pt x="621" y="226"/>
                    <a:pt x="621" y="226"/>
                    <a:pt x="621" y="226"/>
                  </a:cubicBezTo>
                  <a:cubicBezTo>
                    <a:pt x="668" y="327"/>
                    <a:pt x="658" y="447"/>
                    <a:pt x="594" y="538"/>
                  </a:cubicBezTo>
                  <a:cubicBezTo>
                    <a:pt x="563" y="584"/>
                    <a:pt x="519" y="621"/>
                    <a:pt x="468" y="645"/>
                  </a:cubicBezTo>
                  <a:cubicBezTo>
                    <a:pt x="450" y="653"/>
                    <a:pt x="431" y="660"/>
                    <a:pt x="412" y="665"/>
                  </a:cubicBezTo>
                  <a:cubicBezTo>
                    <a:pt x="355" y="787"/>
                    <a:pt x="355" y="787"/>
                    <a:pt x="355" y="787"/>
                  </a:cubicBezTo>
                  <a:cubicBezTo>
                    <a:pt x="351" y="795"/>
                    <a:pt x="344" y="800"/>
                    <a:pt x="336" y="800"/>
                  </a:cubicBezTo>
                  <a:cubicBezTo>
                    <a:pt x="335" y="800"/>
                    <a:pt x="335" y="800"/>
                    <a:pt x="335" y="800"/>
                  </a:cubicBezTo>
                  <a:close/>
                  <a:moveTo>
                    <a:pt x="334" y="87"/>
                  </a:moveTo>
                  <a:cubicBezTo>
                    <a:pt x="296" y="87"/>
                    <a:pt x="257" y="95"/>
                    <a:pt x="220" y="112"/>
                  </a:cubicBezTo>
                  <a:cubicBezTo>
                    <a:pt x="180" y="131"/>
                    <a:pt x="145" y="159"/>
                    <a:pt x="119" y="194"/>
                  </a:cubicBezTo>
                  <a:cubicBezTo>
                    <a:pt x="57" y="275"/>
                    <a:pt x="45" y="382"/>
                    <a:pt x="88" y="474"/>
                  </a:cubicBezTo>
                  <a:cubicBezTo>
                    <a:pt x="90" y="478"/>
                    <a:pt x="92" y="483"/>
                    <a:pt x="95" y="487"/>
                  </a:cubicBezTo>
                  <a:cubicBezTo>
                    <a:pt x="130" y="554"/>
                    <a:pt x="193" y="603"/>
                    <a:pt x="266" y="622"/>
                  </a:cubicBezTo>
                  <a:cubicBezTo>
                    <a:pt x="272" y="624"/>
                    <a:pt x="277" y="628"/>
                    <a:pt x="280" y="633"/>
                  </a:cubicBezTo>
                  <a:cubicBezTo>
                    <a:pt x="333" y="731"/>
                    <a:pt x="333" y="731"/>
                    <a:pt x="333" y="731"/>
                  </a:cubicBezTo>
                  <a:cubicBezTo>
                    <a:pt x="377" y="637"/>
                    <a:pt x="377" y="637"/>
                    <a:pt x="377" y="637"/>
                  </a:cubicBezTo>
                  <a:cubicBezTo>
                    <a:pt x="380" y="631"/>
                    <a:pt x="386" y="626"/>
                    <a:pt x="392" y="625"/>
                  </a:cubicBezTo>
                  <a:cubicBezTo>
                    <a:pt x="413" y="621"/>
                    <a:pt x="432" y="614"/>
                    <a:pt x="450" y="606"/>
                  </a:cubicBezTo>
                  <a:cubicBezTo>
                    <a:pt x="494" y="585"/>
                    <a:pt x="532" y="554"/>
                    <a:pt x="559" y="514"/>
                  </a:cubicBezTo>
                  <a:cubicBezTo>
                    <a:pt x="613" y="435"/>
                    <a:pt x="622" y="331"/>
                    <a:pt x="582" y="244"/>
                  </a:cubicBezTo>
                  <a:cubicBezTo>
                    <a:pt x="582" y="244"/>
                    <a:pt x="582" y="244"/>
                    <a:pt x="582" y="244"/>
                  </a:cubicBezTo>
                  <a:cubicBezTo>
                    <a:pt x="536" y="145"/>
                    <a:pt x="437" y="87"/>
                    <a:pt x="334" y="87"/>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5" name="Google Shape;215;p39"/>
            <p:cNvSpPr/>
            <p:nvPr/>
          </p:nvSpPr>
          <p:spPr>
            <a:xfrm>
              <a:off x="-354013" y="2181225"/>
              <a:ext cx="280988" cy="187325"/>
            </a:xfrm>
            <a:custGeom>
              <a:rect b="b" l="l" r="r" t="t"/>
              <a:pathLst>
                <a:path extrusionOk="0" h="177" w="263">
                  <a:moveTo>
                    <a:pt x="140" y="177"/>
                  </a:moveTo>
                  <a:cubicBezTo>
                    <a:pt x="137" y="177"/>
                    <a:pt x="133" y="177"/>
                    <a:pt x="130" y="177"/>
                  </a:cubicBezTo>
                  <a:cubicBezTo>
                    <a:pt x="65" y="175"/>
                    <a:pt x="0" y="155"/>
                    <a:pt x="2" y="115"/>
                  </a:cubicBezTo>
                  <a:cubicBezTo>
                    <a:pt x="3" y="21"/>
                    <a:pt x="3" y="21"/>
                    <a:pt x="3" y="21"/>
                  </a:cubicBezTo>
                  <a:cubicBezTo>
                    <a:pt x="3" y="9"/>
                    <a:pt x="14" y="0"/>
                    <a:pt x="25" y="0"/>
                  </a:cubicBezTo>
                  <a:cubicBezTo>
                    <a:pt x="37" y="0"/>
                    <a:pt x="47" y="10"/>
                    <a:pt x="46" y="21"/>
                  </a:cubicBezTo>
                  <a:cubicBezTo>
                    <a:pt x="45" y="113"/>
                    <a:pt x="45" y="113"/>
                    <a:pt x="45" y="113"/>
                  </a:cubicBezTo>
                  <a:cubicBezTo>
                    <a:pt x="51" y="120"/>
                    <a:pt x="82" y="133"/>
                    <a:pt x="131" y="134"/>
                  </a:cubicBezTo>
                  <a:cubicBezTo>
                    <a:pt x="180" y="136"/>
                    <a:pt x="211" y="125"/>
                    <a:pt x="218" y="119"/>
                  </a:cubicBezTo>
                  <a:cubicBezTo>
                    <a:pt x="220" y="27"/>
                    <a:pt x="220" y="27"/>
                    <a:pt x="220" y="27"/>
                  </a:cubicBezTo>
                  <a:cubicBezTo>
                    <a:pt x="220" y="15"/>
                    <a:pt x="231" y="5"/>
                    <a:pt x="242" y="6"/>
                  </a:cubicBezTo>
                  <a:cubicBezTo>
                    <a:pt x="254" y="6"/>
                    <a:pt x="263" y="16"/>
                    <a:pt x="263" y="28"/>
                  </a:cubicBezTo>
                  <a:cubicBezTo>
                    <a:pt x="261" y="122"/>
                    <a:pt x="261" y="122"/>
                    <a:pt x="261" y="122"/>
                  </a:cubicBezTo>
                  <a:cubicBezTo>
                    <a:pt x="261" y="136"/>
                    <a:pt x="252" y="156"/>
                    <a:pt x="214" y="168"/>
                  </a:cubicBezTo>
                  <a:cubicBezTo>
                    <a:pt x="193" y="174"/>
                    <a:pt x="167" y="177"/>
                    <a:pt x="140" y="177"/>
                  </a:cubicBezTo>
                  <a:close/>
                  <a:moveTo>
                    <a:pt x="45" y="116"/>
                  </a:moveTo>
                  <a:cubicBezTo>
                    <a:pt x="45" y="116"/>
                    <a:pt x="45" y="116"/>
                    <a:pt x="45" y="116"/>
                  </a:cubicBezTo>
                  <a:cubicBezTo>
                    <a:pt x="45" y="116"/>
                    <a:pt x="45" y="116"/>
                    <a:pt x="45" y="116"/>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6" name="Google Shape;216;p39"/>
            <p:cNvSpPr/>
            <p:nvPr/>
          </p:nvSpPr>
          <p:spPr>
            <a:xfrm>
              <a:off x="-420688" y="2066925"/>
              <a:ext cx="419100" cy="209550"/>
            </a:xfrm>
            <a:custGeom>
              <a:rect b="b" l="l" r="r" t="t"/>
              <a:pathLst>
                <a:path extrusionOk="0" h="197" w="394">
                  <a:moveTo>
                    <a:pt x="195" y="197"/>
                  </a:moveTo>
                  <a:cubicBezTo>
                    <a:pt x="192" y="197"/>
                    <a:pt x="189" y="196"/>
                    <a:pt x="186" y="195"/>
                  </a:cubicBezTo>
                  <a:cubicBezTo>
                    <a:pt x="13" y="117"/>
                    <a:pt x="13" y="117"/>
                    <a:pt x="13" y="117"/>
                  </a:cubicBezTo>
                  <a:cubicBezTo>
                    <a:pt x="5" y="113"/>
                    <a:pt x="0" y="105"/>
                    <a:pt x="0" y="97"/>
                  </a:cubicBezTo>
                  <a:cubicBezTo>
                    <a:pt x="1" y="88"/>
                    <a:pt x="6" y="80"/>
                    <a:pt x="14" y="77"/>
                  </a:cubicBezTo>
                  <a:cubicBezTo>
                    <a:pt x="191" y="2"/>
                    <a:pt x="191" y="2"/>
                    <a:pt x="191" y="2"/>
                  </a:cubicBezTo>
                  <a:cubicBezTo>
                    <a:pt x="197" y="0"/>
                    <a:pt x="203" y="0"/>
                    <a:pt x="209" y="3"/>
                  </a:cubicBezTo>
                  <a:cubicBezTo>
                    <a:pt x="382" y="88"/>
                    <a:pt x="382" y="88"/>
                    <a:pt x="382" y="88"/>
                  </a:cubicBezTo>
                  <a:cubicBezTo>
                    <a:pt x="389" y="92"/>
                    <a:pt x="394" y="100"/>
                    <a:pt x="394" y="108"/>
                  </a:cubicBezTo>
                  <a:cubicBezTo>
                    <a:pt x="393" y="117"/>
                    <a:pt x="388" y="124"/>
                    <a:pt x="380" y="128"/>
                  </a:cubicBezTo>
                  <a:cubicBezTo>
                    <a:pt x="203" y="195"/>
                    <a:pt x="203" y="195"/>
                    <a:pt x="203" y="195"/>
                  </a:cubicBezTo>
                  <a:cubicBezTo>
                    <a:pt x="200" y="196"/>
                    <a:pt x="197" y="197"/>
                    <a:pt x="195" y="197"/>
                  </a:cubicBezTo>
                  <a:close/>
                  <a:moveTo>
                    <a:pt x="76" y="98"/>
                  </a:moveTo>
                  <a:cubicBezTo>
                    <a:pt x="196" y="152"/>
                    <a:pt x="196" y="152"/>
                    <a:pt x="196" y="152"/>
                  </a:cubicBezTo>
                  <a:cubicBezTo>
                    <a:pt x="318" y="105"/>
                    <a:pt x="318" y="105"/>
                    <a:pt x="318" y="105"/>
                  </a:cubicBezTo>
                  <a:cubicBezTo>
                    <a:pt x="199" y="46"/>
                    <a:pt x="199" y="46"/>
                    <a:pt x="199" y="46"/>
                  </a:cubicBezTo>
                  <a:lnTo>
                    <a:pt x="76" y="98"/>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theme" Target="../theme/theme1.xml"/><Relationship Id="rId16" Type="http://schemas.openxmlformats.org/officeDocument/2006/relationships/slideLayout" Target="../slideLayouts/slideLayout15.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4"/>
          <p:cNvSpPr txBox="1"/>
          <p:nvPr>
            <p:ph type="title"/>
          </p:nvPr>
        </p:nvSpPr>
        <p:spPr>
          <a:xfrm>
            <a:off x="869611" y="260649"/>
            <a:ext cx="10323183" cy="868363"/>
          </a:xfrm>
          <a:prstGeom prst="rect">
            <a:avLst/>
          </a:prstGeom>
          <a:noFill/>
          <a:ln>
            <a:noFill/>
          </a:ln>
        </p:spPr>
        <p:txBody>
          <a:bodyPr anchorCtr="0" anchor="ctr" bIns="40050" lIns="80125" spcFirstLastPara="1" rIns="80125" wrap="square" tIns="40050">
            <a:noAutofit/>
          </a:bodyPr>
          <a:lstStyle>
            <a:lvl1pPr lvl="0" marR="0" rtl="0" algn="l">
              <a:lnSpc>
                <a:spcPct val="90000"/>
              </a:lnSpc>
              <a:spcBef>
                <a:spcPts val="0"/>
              </a:spcBef>
              <a:spcAft>
                <a:spcPts val="0"/>
              </a:spcAft>
              <a:buClr>
                <a:schemeClr val="dk1"/>
              </a:buClr>
              <a:buSzPts val="3499"/>
              <a:buFont typeface="Arial"/>
              <a:buNone/>
              <a:defRPr b="0" i="0" sz="3499"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4"/>
          <p:cNvSpPr txBox="1"/>
          <p:nvPr>
            <p:ph idx="1" type="body"/>
          </p:nvPr>
        </p:nvSpPr>
        <p:spPr>
          <a:xfrm>
            <a:off x="448290" y="1248073"/>
            <a:ext cx="11307600" cy="4680000"/>
          </a:xfrm>
          <a:prstGeom prst="rect">
            <a:avLst/>
          </a:prstGeom>
          <a:noFill/>
          <a:ln>
            <a:noFill/>
          </a:ln>
        </p:spPr>
        <p:txBody>
          <a:bodyPr anchorCtr="0" anchor="t" bIns="40050" lIns="80125" spcFirstLastPara="1" rIns="80125" wrap="square" tIns="40050">
            <a:noAutofit/>
          </a:bodyPr>
          <a:lstStyle>
            <a:lvl1pPr indent="-298418" lvl="0" marL="457200" marR="0" rtl="0" algn="l">
              <a:lnSpc>
                <a:spcPct val="140000"/>
              </a:lnSpc>
              <a:spcBef>
                <a:spcPts val="792"/>
              </a:spcBef>
              <a:spcAft>
                <a:spcPts val="0"/>
              </a:spcAft>
              <a:buClr>
                <a:schemeClr val="dk1"/>
              </a:buClr>
              <a:buSzPts val="1100"/>
              <a:buFont typeface="Noto Sans Symbols"/>
              <a:buChar char="●"/>
              <a:defRPr b="0" i="0" sz="2199" u="none" cap="none" strike="noStrike">
                <a:solidFill>
                  <a:schemeClr val="dk1"/>
                </a:solidFill>
                <a:latin typeface="Arial"/>
                <a:ea typeface="Arial"/>
                <a:cs typeface="Arial"/>
                <a:sym typeface="Arial"/>
              </a:defRPr>
            </a:lvl1pPr>
            <a:lvl2pPr indent="-355536" lvl="1" marL="914400" marR="0" rtl="0" algn="l">
              <a:lnSpc>
                <a:spcPct val="140000"/>
              </a:lnSpc>
              <a:spcBef>
                <a:spcPts val="720"/>
              </a:spcBef>
              <a:spcAft>
                <a:spcPts val="0"/>
              </a:spcAft>
              <a:buClr>
                <a:schemeClr val="dk1"/>
              </a:buClr>
              <a:buSzPts val="1999"/>
              <a:buFont typeface="Arial"/>
              <a:buChar char="▫"/>
              <a:defRPr b="0" i="0" sz="1999" u="none" cap="none" strike="noStrike">
                <a:solidFill>
                  <a:schemeClr val="dk1"/>
                </a:solidFill>
                <a:latin typeface="Arial"/>
                <a:ea typeface="Arial"/>
                <a:cs typeface="Arial"/>
                <a:sym typeface="Arial"/>
              </a:defRPr>
            </a:lvl2pPr>
            <a:lvl3pPr indent="-285718" lvl="2" marL="1371600" marR="0" rtl="0" algn="l">
              <a:lnSpc>
                <a:spcPct val="140000"/>
              </a:lnSpc>
              <a:spcBef>
                <a:spcPts val="648"/>
              </a:spcBef>
              <a:spcAft>
                <a:spcPts val="0"/>
              </a:spcAft>
              <a:buClr>
                <a:schemeClr val="dk1"/>
              </a:buClr>
              <a:buSzPts val="900"/>
              <a:buFont typeface="Noto Sans Symbols"/>
              <a:buChar char="■"/>
              <a:defRPr b="0" i="0" sz="1799" u="none" cap="none" strike="noStrike">
                <a:solidFill>
                  <a:schemeClr val="dk1"/>
                </a:solidFill>
                <a:latin typeface="Arial"/>
                <a:ea typeface="Arial"/>
                <a:cs typeface="Arial"/>
                <a:sym typeface="Arial"/>
              </a:defRPr>
            </a:lvl3pPr>
            <a:lvl4pPr indent="-330136" lvl="3" marL="1828800" marR="0" rtl="0" algn="l">
              <a:lnSpc>
                <a:spcPct val="140000"/>
              </a:lnSpc>
              <a:spcBef>
                <a:spcPts val="576"/>
              </a:spcBef>
              <a:spcAft>
                <a:spcPts val="0"/>
              </a:spcAft>
              <a:buClr>
                <a:schemeClr val="dk1"/>
              </a:buClr>
              <a:buSzPts val="1599"/>
              <a:buFont typeface="Arial"/>
              <a:buChar char="−"/>
              <a:defRPr b="0" i="0" sz="1599" u="none" cap="none" strike="noStrike">
                <a:solidFill>
                  <a:schemeClr val="dk1"/>
                </a:solidFill>
                <a:latin typeface="Arial"/>
                <a:ea typeface="Arial"/>
                <a:cs typeface="Arial"/>
                <a:sym typeface="Arial"/>
              </a:defRPr>
            </a:lvl4pPr>
            <a:lvl5pPr indent="-317436" lvl="4" marL="2286000" marR="0" rtl="0" algn="l">
              <a:lnSpc>
                <a:spcPct val="140000"/>
              </a:lnSpc>
              <a:spcBef>
                <a:spcPts val="576"/>
              </a:spcBef>
              <a:spcAft>
                <a:spcPts val="0"/>
              </a:spcAft>
              <a:buClr>
                <a:schemeClr val="dk1"/>
              </a:buClr>
              <a:buSzPts val="1399"/>
              <a:buFont typeface="Arial"/>
              <a:buChar char="~"/>
              <a:defRPr b="0" i="0" sz="1399" u="none" cap="none" strike="noStrike">
                <a:solidFill>
                  <a:schemeClr val="dk1"/>
                </a:solidFill>
                <a:latin typeface="Arial"/>
                <a:ea typeface="Arial"/>
                <a:cs typeface="Arial"/>
                <a:sym typeface="Arial"/>
              </a:defRPr>
            </a:lvl5pPr>
            <a:lvl6pPr indent="-342836" lvl="5" marL="2743200" marR="0" rtl="0" algn="l">
              <a:lnSpc>
                <a:spcPct val="90000"/>
              </a:lnSpc>
              <a:spcBef>
                <a:spcPts val="500"/>
              </a:spcBef>
              <a:spcAft>
                <a:spcPts val="0"/>
              </a:spcAft>
              <a:buClr>
                <a:schemeClr val="dk1"/>
              </a:buClr>
              <a:buSzPts val="1799"/>
              <a:buFont typeface="Arial"/>
              <a:buChar char="•"/>
              <a:defRPr b="0" i="0" sz="1799" u="none" cap="none" strike="noStrike">
                <a:solidFill>
                  <a:schemeClr val="dk1"/>
                </a:solidFill>
                <a:latin typeface="Arial"/>
                <a:ea typeface="Arial"/>
                <a:cs typeface="Arial"/>
                <a:sym typeface="Arial"/>
              </a:defRPr>
            </a:lvl6pPr>
            <a:lvl7pPr indent="-342836" lvl="6" marL="3200400" marR="0" rtl="0" algn="l">
              <a:lnSpc>
                <a:spcPct val="90000"/>
              </a:lnSpc>
              <a:spcBef>
                <a:spcPts val="500"/>
              </a:spcBef>
              <a:spcAft>
                <a:spcPts val="0"/>
              </a:spcAft>
              <a:buClr>
                <a:schemeClr val="dk1"/>
              </a:buClr>
              <a:buSzPts val="1799"/>
              <a:buFont typeface="Arial"/>
              <a:buChar char="•"/>
              <a:defRPr b="0" i="0" sz="1799" u="none" cap="none" strike="noStrike">
                <a:solidFill>
                  <a:schemeClr val="dk1"/>
                </a:solidFill>
                <a:latin typeface="Arial"/>
                <a:ea typeface="Arial"/>
                <a:cs typeface="Arial"/>
                <a:sym typeface="Arial"/>
              </a:defRPr>
            </a:lvl7pPr>
            <a:lvl8pPr indent="-342836" lvl="7" marL="3657600" marR="0" rtl="0" algn="l">
              <a:lnSpc>
                <a:spcPct val="90000"/>
              </a:lnSpc>
              <a:spcBef>
                <a:spcPts val="500"/>
              </a:spcBef>
              <a:spcAft>
                <a:spcPts val="0"/>
              </a:spcAft>
              <a:buClr>
                <a:schemeClr val="dk1"/>
              </a:buClr>
              <a:buSzPts val="1799"/>
              <a:buFont typeface="Arial"/>
              <a:buChar char="•"/>
              <a:defRPr b="0" i="0" sz="1799" u="none" cap="none" strike="noStrike">
                <a:solidFill>
                  <a:schemeClr val="dk1"/>
                </a:solidFill>
                <a:latin typeface="Arial"/>
                <a:ea typeface="Arial"/>
                <a:cs typeface="Arial"/>
                <a:sym typeface="Arial"/>
              </a:defRPr>
            </a:lvl8pPr>
            <a:lvl9pPr indent="-342836" lvl="8" marL="4114800" marR="0" rtl="0" algn="l">
              <a:lnSpc>
                <a:spcPct val="90000"/>
              </a:lnSpc>
              <a:spcBef>
                <a:spcPts val="500"/>
              </a:spcBef>
              <a:spcAft>
                <a:spcPts val="0"/>
              </a:spcAft>
              <a:buClr>
                <a:schemeClr val="dk1"/>
              </a:buClr>
              <a:buSzPts val="1799"/>
              <a:buFont typeface="Arial"/>
              <a:buChar char="•"/>
              <a:defRPr b="0" i="0" sz="1799" u="none" cap="none" strike="noStrike">
                <a:solidFill>
                  <a:schemeClr val="dk1"/>
                </a:solidFill>
                <a:latin typeface="Arial"/>
                <a:ea typeface="Arial"/>
                <a:cs typeface="Arial"/>
                <a:sym typeface="Arial"/>
              </a:defRPr>
            </a:lvl9pPr>
          </a:lstStyle>
          <a:p/>
        </p:txBody>
      </p:sp>
      <p:pic>
        <p:nvPicPr>
          <p:cNvPr id="8" name="Google Shape;8;p24"/>
          <p:cNvPicPr preferRelativeResize="0"/>
          <p:nvPr/>
        </p:nvPicPr>
        <p:blipFill rotWithShape="1">
          <a:blip r:embed="rId1">
            <a:alphaModFix/>
          </a:blip>
          <a:srcRect b="0" l="0" r="0" t="0"/>
          <a:stretch/>
        </p:blipFill>
        <p:spPr>
          <a:xfrm>
            <a:off x="10674829" y="6504031"/>
            <a:ext cx="1249200" cy="273343"/>
          </a:xfrm>
          <a:prstGeom prst="rect">
            <a:avLst/>
          </a:prstGeom>
          <a:noFill/>
          <a:ln>
            <a:noFill/>
          </a:ln>
        </p:spPr>
      </p:pic>
      <p:sp>
        <p:nvSpPr>
          <p:cNvPr id="9" name="Google Shape;9;p24"/>
          <p:cNvSpPr/>
          <p:nvPr/>
        </p:nvSpPr>
        <p:spPr>
          <a:xfrm>
            <a:off x="119336" y="6500581"/>
            <a:ext cx="742054" cy="265552"/>
          </a:xfrm>
          <a:prstGeom prst="rect">
            <a:avLst/>
          </a:prstGeom>
          <a:noFill/>
          <a:ln>
            <a:noFill/>
          </a:ln>
        </p:spPr>
        <p:txBody>
          <a:bodyPr anchorCtr="0" anchor="t" bIns="40050" lIns="80100" spcFirstLastPara="1" rIns="80100" wrap="square" tIns="40050">
            <a:sp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Page </a:t>
            </a: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10" name="Google Shape;10;p24"/>
          <p:cNvSpPr/>
          <p:nvPr/>
        </p:nvSpPr>
        <p:spPr>
          <a:xfrm>
            <a:off x="947428" y="6500581"/>
            <a:ext cx="4948333" cy="265552"/>
          </a:xfrm>
          <a:prstGeom prst="rect">
            <a:avLst/>
          </a:prstGeom>
          <a:noFill/>
          <a:ln>
            <a:noFill/>
          </a:ln>
        </p:spPr>
        <p:txBody>
          <a:bodyPr anchorCtr="0" anchor="t" bIns="40050" lIns="80100" spcFirstLastPara="1" rIns="80100" wrap="square" tIns="40050">
            <a:sp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Copyright © 2020 Huawei Technologies Co., Ltd. All rights reserved. </a:t>
            </a:r>
            <a:endParaRPr/>
          </a:p>
        </p:txBody>
      </p:sp>
      <p:grpSp>
        <p:nvGrpSpPr>
          <p:cNvPr id="11" name="Google Shape;11;p24"/>
          <p:cNvGrpSpPr/>
          <p:nvPr/>
        </p:nvGrpSpPr>
        <p:grpSpPr>
          <a:xfrm>
            <a:off x="12162526" y="3916624"/>
            <a:ext cx="1088654" cy="2144829"/>
            <a:chOff x="12162526" y="3916624"/>
            <a:chExt cx="1088654" cy="2144829"/>
          </a:xfrm>
        </p:grpSpPr>
        <p:sp>
          <p:nvSpPr>
            <p:cNvPr id="12" name="Google Shape;12;p24"/>
            <p:cNvSpPr/>
            <p:nvPr/>
          </p:nvSpPr>
          <p:spPr>
            <a:xfrm>
              <a:off x="12246898" y="3916624"/>
              <a:ext cx="919908" cy="288726"/>
            </a:xfrm>
            <a:prstGeom prst="rect">
              <a:avLst/>
            </a:prstGeom>
            <a:solidFill>
              <a:srgbClr val="00B0F0"/>
            </a:solidFill>
            <a:ln>
              <a:noFill/>
            </a:ln>
          </p:spPr>
          <p:txBody>
            <a:bodyPr anchorCtr="0" anchor="ctr" bIns="45700" lIns="91425" spcFirstLastPara="1" rIns="91425" wrap="square" tIns="45700">
              <a:noAutofit/>
            </a:bodyPr>
            <a:lstStyle/>
            <a:p>
              <a:pPr indent="-285613" lvl="0" marL="342763" marR="0" rtl="0" algn="ctr">
                <a:spcBef>
                  <a:spcPts val="0"/>
                </a:spcBef>
                <a:spcAft>
                  <a:spcPts val="0"/>
                </a:spcAft>
                <a:buClr>
                  <a:schemeClr val="dk1"/>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13" name="Google Shape;13;p24"/>
            <p:cNvSpPr/>
            <p:nvPr/>
          </p:nvSpPr>
          <p:spPr>
            <a:xfrm>
              <a:off x="12246898" y="4205452"/>
              <a:ext cx="919908" cy="288000"/>
            </a:xfrm>
            <a:prstGeom prst="rect">
              <a:avLst/>
            </a:prstGeom>
            <a:solidFill>
              <a:srgbClr val="99DFF9"/>
            </a:solidFill>
            <a:ln>
              <a:noFill/>
            </a:ln>
          </p:spPr>
          <p:txBody>
            <a:bodyPr anchorCtr="0" anchor="ctr" bIns="45700" lIns="91425" spcFirstLastPara="1" rIns="91425" wrap="square" tIns="45700">
              <a:noAutofit/>
            </a:bodyPr>
            <a:lstStyle/>
            <a:p>
              <a:pPr indent="-285613" lvl="0" marL="342763" marR="0" rtl="0" algn="ctr">
                <a:spcBef>
                  <a:spcPts val="0"/>
                </a:spcBef>
                <a:spcAft>
                  <a:spcPts val="0"/>
                </a:spcAft>
                <a:buClr>
                  <a:schemeClr val="dk1"/>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14" name="Google Shape;14;p24"/>
            <p:cNvSpPr/>
            <p:nvPr/>
          </p:nvSpPr>
          <p:spPr>
            <a:xfrm>
              <a:off x="12246898" y="4493554"/>
              <a:ext cx="919908" cy="288000"/>
            </a:xfrm>
            <a:prstGeom prst="rect">
              <a:avLst/>
            </a:prstGeom>
            <a:solidFill>
              <a:srgbClr val="D9D9D9"/>
            </a:solidFill>
            <a:ln>
              <a:noFill/>
            </a:ln>
          </p:spPr>
          <p:txBody>
            <a:bodyPr anchorCtr="0" anchor="ctr" bIns="45700" lIns="91425" spcFirstLastPara="1" rIns="91425" wrap="square" tIns="45700">
              <a:noAutofit/>
            </a:bodyPr>
            <a:lstStyle/>
            <a:p>
              <a:pPr indent="-285613" lvl="0" marL="342763" marR="0" rtl="0" algn="ctr">
                <a:spcBef>
                  <a:spcPts val="0"/>
                </a:spcBef>
                <a:spcAft>
                  <a:spcPts val="0"/>
                </a:spcAft>
                <a:buClr>
                  <a:schemeClr val="dk1"/>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15" name="Google Shape;15;p24"/>
            <p:cNvSpPr/>
            <p:nvPr/>
          </p:nvSpPr>
          <p:spPr>
            <a:xfrm>
              <a:off x="12246898" y="4781656"/>
              <a:ext cx="919908" cy="288000"/>
            </a:xfrm>
            <a:prstGeom prst="rect">
              <a:avLst/>
            </a:prstGeom>
            <a:solidFill>
              <a:srgbClr val="EC6F60"/>
            </a:solidFill>
            <a:ln>
              <a:noFill/>
            </a:ln>
          </p:spPr>
          <p:txBody>
            <a:bodyPr anchorCtr="0" anchor="ctr" bIns="45700" lIns="91425" spcFirstLastPara="1" rIns="91425" wrap="square" tIns="45700">
              <a:noAutofit/>
            </a:bodyPr>
            <a:lstStyle/>
            <a:p>
              <a:pPr indent="-285613" lvl="0" marL="342763" marR="0" rtl="0" algn="ctr">
                <a:lnSpc>
                  <a:spcPct val="100000"/>
                </a:lnSpc>
                <a:spcBef>
                  <a:spcPts val="0"/>
                </a:spcBef>
                <a:spcAft>
                  <a:spcPts val="0"/>
                </a:spcAft>
                <a:buClr>
                  <a:schemeClr val="dk1"/>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16" name="Google Shape;16;p24"/>
            <p:cNvSpPr/>
            <p:nvPr/>
          </p:nvSpPr>
          <p:spPr>
            <a:xfrm>
              <a:off x="12246898" y="5069758"/>
              <a:ext cx="919908" cy="288000"/>
            </a:xfrm>
            <a:prstGeom prst="rect">
              <a:avLst/>
            </a:prstGeom>
            <a:solidFill>
              <a:srgbClr val="F4FBFE"/>
            </a:solidFill>
            <a:ln>
              <a:noFill/>
            </a:ln>
          </p:spPr>
          <p:txBody>
            <a:bodyPr anchorCtr="0" anchor="ctr" bIns="45700" lIns="91425" spcFirstLastPara="1" rIns="91425" wrap="square" tIns="45700">
              <a:noAutofit/>
            </a:bodyPr>
            <a:lstStyle/>
            <a:p>
              <a:pPr indent="-285613" lvl="0" marL="342763" marR="0" rtl="0" algn="ctr">
                <a:spcBef>
                  <a:spcPts val="0"/>
                </a:spcBef>
                <a:spcAft>
                  <a:spcPts val="0"/>
                </a:spcAft>
                <a:buClr>
                  <a:schemeClr val="dk1"/>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17" name="Google Shape;17;p24"/>
            <p:cNvSpPr txBox="1"/>
            <p:nvPr/>
          </p:nvSpPr>
          <p:spPr>
            <a:xfrm>
              <a:off x="12162529" y="3947408"/>
              <a:ext cx="1088651" cy="227159"/>
            </a:xfrm>
            <a:prstGeom prst="rect">
              <a:avLst/>
            </a:prstGeom>
            <a:noFill/>
            <a:ln>
              <a:noFill/>
            </a:ln>
          </p:spPr>
          <p:txBody>
            <a:bodyPr anchorCtr="0" anchor="ctr" bIns="43875" lIns="87750" spcFirstLastPara="1" rIns="87750" wrap="square" tIns="43875">
              <a:spAutoFit/>
            </a:bodyPr>
            <a:lstStyle/>
            <a:p>
              <a:pPr indent="0" lvl="0" marL="0" marR="0" rtl="0" algn="ctr">
                <a:lnSpc>
                  <a:spcPct val="100000"/>
                </a:lnSpc>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表格表头</a:t>
              </a:r>
              <a:endParaRPr/>
            </a:p>
          </p:txBody>
        </p:sp>
        <p:sp>
          <p:nvSpPr>
            <p:cNvPr id="18" name="Google Shape;18;p24"/>
            <p:cNvSpPr txBox="1"/>
            <p:nvPr/>
          </p:nvSpPr>
          <p:spPr>
            <a:xfrm>
              <a:off x="12249538" y="4235890"/>
              <a:ext cx="914633" cy="227125"/>
            </a:xfrm>
            <a:prstGeom prst="rect">
              <a:avLst/>
            </a:prstGeom>
            <a:noFill/>
            <a:ln>
              <a:noFill/>
            </a:ln>
          </p:spPr>
          <p:txBody>
            <a:bodyPr anchorCtr="0" anchor="ctr" bIns="43875" lIns="87750" spcFirstLastPara="1" rIns="87750" wrap="square" tIns="43875">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表格/文字边框</a:t>
              </a:r>
              <a:endParaRPr/>
            </a:p>
          </p:txBody>
        </p:sp>
        <p:sp>
          <p:nvSpPr>
            <p:cNvPr id="19" name="Google Shape;19;p24"/>
            <p:cNvSpPr txBox="1"/>
            <p:nvPr/>
          </p:nvSpPr>
          <p:spPr>
            <a:xfrm>
              <a:off x="12162526" y="4523977"/>
              <a:ext cx="1088651" cy="227159"/>
            </a:xfrm>
            <a:prstGeom prst="rect">
              <a:avLst/>
            </a:prstGeom>
            <a:noFill/>
            <a:ln>
              <a:noFill/>
            </a:ln>
          </p:spPr>
          <p:txBody>
            <a:bodyPr anchorCtr="0" anchor="ctr" bIns="43875" lIns="87750" spcFirstLastPara="1" rIns="87750" wrap="square" tIns="43875">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导航灰底</a:t>
              </a:r>
              <a:endParaRPr/>
            </a:p>
          </p:txBody>
        </p:sp>
        <p:sp>
          <p:nvSpPr>
            <p:cNvPr id="20" name="Google Shape;20;p24"/>
            <p:cNvSpPr txBox="1"/>
            <p:nvPr/>
          </p:nvSpPr>
          <p:spPr>
            <a:xfrm>
              <a:off x="12457445" y="4812094"/>
              <a:ext cx="498816" cy="227125"/>
            </a:xfrm>
            <a:prstGeom prst="rect">
              <a:avLst/>
            </a:prstGeom>
            <a:noFill/>
            <a:ln>
              <a:noFill/>
            </a:ln>
          </p:spPr>
          <p:txBody>
            <a:bodyPr anchorCtr="0" anchor="ctr" bIns="43875" lIns="87750" spcFirstLastPara="1" rIns="87750" wrap="square" tIns="43875">
              <a:spAutoFit/>
            </a:bodyPr>
            <a:lstStyle/>
            <a:p>
              <a:pPr indent="0" lvl="0" marL="0" marR="0" rtl="0" algn="ctr">
                <a:lnSpc>
                  <a:spcPct val="100000"/>
                </a:lnSpc>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红</a:t>
              </a:r>
              <a:endParaRPr/>
            </a:p>
          </p:txBody>
        </p:sp>
        <p:sp>
          <p:nvSpPr>
            <p:cNvPr id="21" name="Google Shape;21;p24"/>
            <p:cNvSpPr txBox="1"/>
            <p:nvPr/>
          </p:nvSpPr>
          <p:spPr>
            <a:xfrm>
              <a:off x="12249538" y="5100196"/>
              <a:ext cx="914633" cy="227125"/>
            </a:xfrm>
            <a:prstGeom prst="rect">
              <a:avLst/>
            </a:prstGeom>
            <a:noFill/>
            <a:ln>
              <a:noFill/>
            </a:ln>
          </p:spPr>
          <p:txBody>
            <a:bodyPr anchorCtr="0" anchor="ctr" bIns="43875" lIns="87750" spcFirstLastPara="1" rIns="87750" wrap="square" tIns="43875">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表格/文字底色</a:t>
              </a:r>
              <a:endParaRPr/>
            </a:p>
          </p:txBody>
        </p:sp>
        <p:sp>
          <p:nvSpPr>
            <p:cNvPr id="22" name="Google Shape;22;p24"/>
            <p:cNvSpPr/>
            <p:nvPr/>
          </p:nvSpPr>
          <p:spPr>
            <a:xfrm>
              <a:off x="12246898" y="5485453"/>
              <a:ext cx="461833" cy="288000"/>
            </a:xfrm>
            <a:prstGeom prst="rect">
              <a:avLst/>
            </a:prstGeom>
            <a:solidFill>
              <a:srgbClr val="FFF2CC"/>
            </a:solidFill>
            <a:ln>
              <a:noFill/>
            </a:ln>
          </p:spPr>
          <p:txBody>
            <a:bodyPr anchorCtr="0" anchor="ctr" bIns="45700" lIns="91425" spcFirstLastPara="1" rIns="91425" wrap="square" tIns="45700">
              <a:noAutofit/>
            </a:bodyPr>
            <a:lstStyle/>
            <a:p>
              <a:pPr indent="-285613" lvl="0" marL="342763" marR="0" rtl="0" algn="ctr">
                <a:spcBef>
                  <a:spcPts val="0"/>
                </a:spcBef>
                <a:spcAft>
                  <a:spcPts val="0"/>
                </a:spcAft>
                <a:buClr>
                  <a:schemeClr val="dk1"/>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3" name="Google Shape;23;p24"/>
            <p:cNvSpPr/>
            <p:nvPr/>
          </p:nvSpPr>
          <p:spPr>
            <a:xfrm>
              <a:off x="12708730" y="5485453"/>
              <a:ext cx="458075" cy="288000"/>
            </a:xfrm>
            <a:prstGeom prst="rect">
              <a:avLst/>
            </a:prstGeom>
            <a:solidFill>
              <a:srgbClr val="FFD17D"/>
            </a:solidFill>
            <a:ln>
              <a:noFill/>
            </a:ln>
          </p:spPr>
          <p:txBody>
            <a:bodyPr anchorCtr="0" anchor="ctr" bIns="45700" lIns="91425" spcFirstLastPara="1" rIns="91425" wrap="square" tIns="45700">
              <a:noAutofit/>
            </a:bodyPr>
            <a:lstStyle/>
            <a:p>
              <a:pPr indent="-285613" lvl="0" marL="342763" marR="0" rtl="0" algn="ctr">
                <a:spcBef>
                  <a:spcPts val="0"/>
                </a:spcBef>
                <a:spcAft>
                  <a:spcPts val="0"/>
                </a:spcAft>
                <a:buClr>
                  <a:schemeClr val="dk1"/>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4" name="Google Shape;24;p24"/>
            <p:cNvSpPr txBox="1"/>
            <p:nvPr/>
          </p:nvSpPr>
          <p:spPr>
            <a:xfrm>
              <a:off x="12502813" y="5515891"/>
              <a:ext cx="408083" cy="227125"/>
            </a:xfrm>
            <a:prstGeom prst="rect">
              <a:avLst/>
            </a:prstGeom>
            <a:noFill/>
            <a:ln>
              <a:noFill/>
            </a:ln>
          </p:spPr>
          <p:txBody>
            <a:bodyPr anchorCtr="0" anchor="ctr" bIns="43875" lIns="87750" spcFirstLastPara="1" rIns="87750" wrap="square" tIns="43875">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备用</a:t>
              </a:r>
              <a:endParaRPr/>
            </a:p>
          </p:txBody>
        </p:sp>
        <p:sp>
          <p:nvSpPr>
            <p:cNvPr id="25" name="Google Shape;25;p24"/>
            <p:cNvSpPr/>
            <p:nvPr/>
          </p:nvSpPr>
          <p:spPr>
            <a:xfrm>
              <a:off x="12246898" y="5773453"/>
              <a:ext cx="919908" cy="288000"/>
            </a:xfrm>
            <a:prstGeom prst="rect">
              <a:avLst/>
            </a:prstGeom>
            <a:solidFill>
              <a:srgbClr val="8BC9A0"/>
            </a:solidFill>
            <a:ln>
              <a:noFill/>
            </a:ln>
          </p:spPr>
          <p:txBody>
            <a:bodyPr anchorCtr="0" anchor="ctr" bIns="45700" lIns="91425" spcFirstLastPara="1" rIns="91425" wrap="square" tIns="45700">
              <a:noAutofit/>
            </a:bodyPr>
            <a:lstStyle/>
            <a:p>
              <a:pPr indent="-285613" lvl="0" marL="342763" marR="0" rtl="0" algn="ctr">
                <a:lnSpc>
                  <a:spcPct val="100000"/>
                </a:lnSpc>
                <a:spcBef>
                  <a:spcPts val="0"/>
                </a:spcBef>
                <a:spcAft>
                  <a:spcPts val="0"/>
                </a:spcAft>
                <a:buClr>
                  <a:schemeClr val="dk1"/>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6" name="Google Shape;26;p24"/>
            <p:cNvSpPr txBox="1"/>
            <p:nvPr/>
          </p:nvSpPr>
          <p:spPr>
            <a:xfrm>
              <a:off x="12560520" y="5813738"/>
              <a:ext cx="292666" cy="227125"/>
            </a:xfrm>
            <a:prstGeom prst="rect">
              <a:avLst/>
            </a:prstGeom>
            <a:noFill/>
            <a:ln>
              <a:noFill/>
            </a:ln>
          </p:spPr>
          <p:txBody>
            <a:bodyPr anchorCtr="0" anchor="ctr" bIns="43875" lIns="87750" spcFirstLastPara="1" rIns="87750" wrap="square" tIns="43875">
              <a:spAutoFit/>
            </a:bodyPr>
            <a:lstStyle/>
            <a:p>
              <a:pPr indent="0" lvl="0" marL="0" marR="0" rtl="0" algn="ctr">
                <a:lnSpc>
                  <a:spcPct val="100000"/>
                </a:lnSpc>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绿</a:t>
              </a:r>
              <a:endParaRPr/>
            </a:p>
          </p:txBody>
        </p:sp>
      </p:gr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79">
          <p15:clr>
            <a:srgbClr val="F26B43"/>
          </p15:clr>
        </p15:guide>
        <p15:guide id="2" pos="7401">
          <p15:clr>
            <a:srgbClr val="F26B43"/>
          </p15:clr>
        </p15:guide>
        <p15:guide id="3" orient="horz" pos="2341">
          <p15:clr>
            <a:srgbClr val="F26B43"/>
          </p15:clr>
        </p15:guide>
        <p15:guide id="4" orient="horz" pos="4020">
          <p15:clr>
            <a:srgbClr val="F26B43"/>
          </p15:clr>
        </p15:guide>
        <p15:guide id="5" orient="horz" pos="777">
          <p15:clr>
            <a:srgbClr val="F26B43"/>
          </p15:clr>
        </p15:guide>
        <p15:guide id="6" pos="3840">
          <p15:clr>
            <a:srgbClr val="F26B43"/>
          </p15:clr>
        </p15:guide>
        <p15:guide id="7" orient="horz" pos="459">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5.png"/><Relationship Id="rId7"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3.png"/><Relationship Id="rId7"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4.png"/><Relationship Id="rId7"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1.png"/><Relationship Id="rId5" Type="http://schemas.openxmlformats.org/officeDocument/2006/relationships/image" Target="../media/image12.png"/><Relationship Id="rId6" Type="http://schemas.openxmlformats.org/officeDocument/2006/relationships/image" Target="../media/image14.png"/><Relationship Id="rId7"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7.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0" name="Shape 220"/>
        <p:cNvGrpSpPr/>
        <p:nvPr/>
      </p:nvGrpSpPr>
      <p:grpSpPr>
        <a:xfrm>
          <a:off x="0" y="0"/>
          <a:ext cx="0" cy="0"/>
          <a:chOff x="0" y="0"/>
          <a:chExt cx="0" cy="0"/>
        </a:xfrm>
      </p:grpSpPr>
      <p:sp>
        <p:nvSpPr>
          <p:cNvPr id="221" name="Google Shape;221;p1"/>
          <p:cNvSpPr txBox="1"/>
          <p:nvPr>
            <p:ph idx="1" type="body"/>
          </p:nvPr>
        </p:nvSpPr>
        <p:spPr>
          <a:xfrm>
            <a:off x="1007535" y="1803960"/>
            <a:ext cx="3024237" cy="504887"/>
          </a:xfrm>
          <a:prstGeom prst="rect">
            <a:avLst/>
          </a:prstGeom>
          <a:noFill/>
          <a:ln>
            <a:noFill/>
          </a:ln>
        </p:spPr>
        <p:txBody>
          <a:bodyPr anchorCtr="0" anchor="ctr" bIns="40050" lIns="80125" spcFirstLastPara="1" rIns="80125" wrap="square" tIns="40050">
            <a:noAutofit/>
          </a:bodyPr>
          <a:lstStyle/>
          <a:p>
            <a:pPr indent="0" lvl="0" marL="0" rtl="0" algn="ctr">
              <a:lnSpc>
                <a:spcPct val="100000"/>
              </a:lnSpc>
              <a:spcBef>
                <a:spcPts val="0"/>
              </a:spcBef>
              <a:spcAft>
                <a:spcPts val="0"/>
              </a:spcAft>
              <a:buSzPts val="960"/>
              <a:buNone/>
            </a:pPr>
            <a:r>
              <a:rPr lang="en-US"/>
              <a:t>Update</a:t>
            </a:r>
            <a:endParaRPr/>
          </a:p>
        </p:txBody>
      </p:sp>
      <p:sp>
        <p:nvSpPr>
          <p:cNvPr id="222" name="Google Shape;222;p1"/>
          <p:cNvSpPr txBox="1"/>
          <p:nvPr>
            <p:ph idx="2" type="body"/>
          </p:nvPr>
        </p:nvSpPr>
        <p:spPr>
          <a:xfrm>
            <a:off x="4079776" y="1803960"/>
            <a:ext cx="2110008" cy="504887"/>
          </a:xfrm>
          <a:prstGeom prst="rect">
            <a:avLst/>
          </a:prstGeom>
          <a:noFill/>
          <a:ln>
            <a:noFill/>
          </a:ln>
        </p:spPr>
        <p:txBody>
          <a:bodyPr anchorCtr="0" anchor="ctr" bIns="40050" lIns="80125" spcFirstLastPara="1" rIns="80125" wrap="square" tIns="40050">
            <a:noAutofit/>
          </a:bodyPr>
          <a:lstStyle/>
          <a:p>
            <a:pPr indent="0" lvl="0" marL="0" rtl="0" algn="ctr">
              <a:lnSpc>
                <a:spcPct val="100000"/>
              </a:lnSpc>
              <a:spcBef>
                <a:spcPts val="0"/>
              </a:spcBef>
              <a:spcAft>
                <a:spcPts val="0"/>
              </a:spcAft>
              <a:buSzPts val="960"/>
              <a:buNone/>
            </a:pPr>
            <a:r>
              <a:rPr lang="en-US"/>
              <a:t>Update</a:t>
            </a:r>
            <a:endParaRPr/>
          </a:p>
        </p:txBody>
      </p:sp>
      <p:sp>
        <p:nvSpPr>
          <p:cNvPr id="223" name="Google Shape;223;p1"/>
          <p:cNvSpPr txBox="1"/>
          <p:nvPr>
            <p:ph idx="3" type="body"/>
          </p:nvPr>
        </p:nvSpPr>
        <p:spPr>
          <a:xfrm>
            <a:off x="6239934" y="1803960"/>
            <a:ext cx="2844398" cy="504887"/>
          </a:xfrm>
          <a:prstGeom prst="rect">
            <a:avLst/>
          </a:prstGeom>
          <a:noFill/>
          <a:ln>
            <a:noFill/>
          </a:ln>
        </p:spPr>
        <p:txBody>
          <a:bodyPr anchorCtr="0" anchor="ctr" bIns="40050" lIns="80125" spcFirstLastPara="1" rIns="80125" wrap="square" tIns="40050">
            <a:noAutofit/>
          </a:bodyPr>
          <a:lstStyle/>
          <a:p>
            <a:pPr indent="0" lvl="0" marL="0" rtl="0" algn="ctr">
              <a:lnSpc>
                <a:spcPct val="100000"/>
              </a:lnSpc>
              <a:spcBef>
                <a:spcPts val="0"/>
              </a:spcBef>
              <a:spcAft>
                <a:spcPts val="0"/>
              </a:spcAft>
              <a:buSzPts val="960"/>
              <a:buNone/>
            </a:pPr>
            <a:r>
              <a:rPr lang="en-US"/>
              <a:t>Update</a:t>
            </a:r>
            <a:endParaRPr/>
          </a:p>
        </p:txBody>
      </p:sp>
      <p:sp>
        <p:nvSpPr>
          <p:cNvPr id="224" name="Google Shape;224;p1"/>
          <p:cNvSpPr txBox="1"/>
          <p:nvPr>
            <p:ph idx="4" type="body"/>
          </p:nvPr>
        </p:nvSpPr>
        <p:spPr>
          <a:xfrm>
            <a:off x="9084332" y="1803960"/>
            <a:ext cx="2388001" cy="504887"/>
          </a:xfrm>
          <a:prstGeom prst="rect">
            <a:avLst/>
          </a:prstGeom>
          <a:noFill/>
          <a:ln>
            <a:noFill/>
          </a:ln>
        </p:spPr>
        <p:txBody>
          <a:bodyPr anchorCtr="0" anchor="ctr" bIns="40050" lIns="80125" spcFirstLastPara="1" rIns="80125" wrap="square" tIns="40050">
            <a:noAutofit/>
          </a:bodyPr>
          <a:lstStyle/>
          <a:p>
            <a:pPr indent="0" lvl="0" marL="0" rtl="0" algn="ctr">
              <a:lnSpc>
                <a:spcPct val="100000"/>
              </a:lnSpc>
              <a:spcBef>
                <a:spcPts val="0"/>
              </a:spcBef>
              <a:spcAft>
                <a:spcPts val="0"/>
              </a:spcAft>
              <a:buSzPts val="960"/>
              <a:buNone/>
            </a:pPr>
            <a:r>
              <a:rPr lang="en-US"/>
              <a:t>Update</a:t>
            </a:r>
            <a:endParaRPr/>
          </a:p>
        </p:txBody>
      </p:sp>
      <p:sp>
        <p:nvSpPr>
          <p:cNvPr id="225" name="Google Shape;225;p1"/>
          <p:cNvSpPr txBox="1"/>
          <p:nvPr>
            <p:ph idx="5" type="body"/>
          </p:nvPr>
        </p:nvSpPr>
        <p:spPr>
          <a:xfrm>
            <a:off x="1007533" y="3089025"/>
            <a:ext cx="3071784" cy="504887"/>
          </a:xfrm>
          <a:prstGeom prst="rect">
            <a:avLst/>
          </a:prstGeom>
          <a:noFill/>
          <a:ln>
            <a:noFill/>
          </a:ln>
        </p:spPr>
        <p:txBody>
          <a:bodyPr anchorCtr="0" anchor="ctr" bIns="40050" lIns="80125" spcFirstLastPara="1" rIns="80125" wrap="square" tIns="40050">
            <a:noAutofit/>
          </a:bodyPr>
          <a:lstStyle/>
          <a:p>
            <a:pPr indent="0" lvl="0" marL="0" marR="0" rtl="0" algn="ctr">
              <a:lnSpc>
                <a:spcPct val="100000"/>
              </a:lnSpc>
              <a:spcBef>
                <a:spcPts val="0"/>
              </a:spcBef>
              <a:spcAft>
                <a:spcPts val="0"/>
              </a:spcAft>
              <a:buClr>
                <a:srgbClr val="808080"/>
              </a:buClr>
              <a:buSzPts val="960"/>
              <a:buFont typeface="Noto Sans Symbols"/>
              <a:buNone/>
            </a:pPr>
            <a:r>
              <a:rPr lang="en-US"/>
              <a:t>Zhang Xiaohao/ZWX477809</a:t>
            </a:r>
            <a:endParaRPr/>
          </a:p>
        </p:txBody>
      </p:sp>
      <p:sp>
        <p:nvSpPr>
          <p:cNvPr id="226" name="Google Shape;226;p1"/>
          <p:cNvSpPr txBox="1"/>
          <p:nvPr>
            <p:ph idx="6" type="body"/>
          </p:nvPr>
        </p:nvSpPr>
        <p:spPr>
          <a:xfrm>
            <a:off x="4079776" y="3089025"/>
            <a:ext cx="2160157" cy="504887"/>
          </a:xfrm>
          <a:prstGeom prst="rect">
            <a:avLst/>
          </a:prstGeom>
          <a:noFill/>
          <a:ln>
            <a:noFill/>
          </a:ln>
        </p:spPr>
        <p:txBody>
          <a:bodyPr anchorCtr="0" anchor="ctr" bIns="40050" lIns="80125" spcFirstLastPara="1" rIns="80125" wrap="square" tIns="40050">
            <a:noAutofit/>
          </a:bodyPr>
          <a:lstStyle/>
          <a:p>
            <a:pPr indent="-302279" lvl="0" marL="302279" rtl="0" algn="ctr">
              <a:lnSpc>
                <a:spcPct val="100000"/>
              </a:lnSpc>
              <a:spcBef>
                <a:spcPts val="0"/>
              </a:spcBef>
              <a:spcAft>
                <a:spcPts val="0"/>
              </a:spcAft>
              <a:buClr>
                <a:schemeClr val="dk1"/>
              </a:buClr>
              <a:buSzPts val="800"/>
              <a:buNone/>
            </a:pPr>
            <a:r>
              <a:rPr lang="en-US"/>
              <a:t>2019.10</a:t>
            </a:r>
            <a:endParaRPr/>
          </a:p>
        </p:txBody>
      </p:sp>
      <p:sp>
        <p:nvSpPr>
          <p:cNvPr id="227" name="Google Shape;227;p1"/>
          <p:cNvSpPr txBox="1"/>
          <p:nvPr>
            <p:ph idx="7" type="body"/>
          </p:nvPr>
        </p:nvSpPr>
        <p:spPr>
          <a:xfrm>
            <a:off x="6239933" y="3089025"/>
            <a:ext cx="2928408" cy="504887"/>
          </a:xfrm>
          <a:prstGeom prst="rect">
            <a:avLst/>
          </a:prstGeom>
          <a:noFill/>
          <a:ln>
            <a:noFill/>
          </a:ln>
        </p:spPr>
        <p:txBody>
          <a:bodyPr anchorCtr="0" anchor="ctr" bIns="40050" lIns="80125" spcFirstLastPara="1" rIns="80125" wrap="square" tIns="40050">
            <a:noAutofit/>
          </a:bodyPr>
          <a:lstStyle/>
          <a:p>
            <a:pPr indent="0" lvl="0" marL="0" marR="0" rtl="0" algn="ctr">
              <a:lnSpc>
                <a:spcPct val="100000"/>
              </a:lnSpc>
              <a:spcBef>
                <a:spcPts val="0"/>
              </a:spcBef>
              <a:spcAft>
                <a:spcPts val="0"/>
              </a:spcAft>
              <a:buClr>
                <a:srgbClr val="808080"/>
              </a:buClr>
              <a:buSzPts val="960"/>
              <a:buFont typeface="Noto Sans Symbols"/>
              <a:buNone/>
            </a:pPr>
            <a:r>
              <a:rPr lang="en-US"/>
              <a:t>New</a:t>
            </a:r>
            <a:endParaRPr/>
          </a:p>
        </p:txBody>
      </p:sp>
      <p:sp>
        <p:nvSpPr>
          <p:cNvPr id="228" name="Google Shape;228;p1"/>
          <p:cNvSpPr txBox="1"/>
          <p:nvPr>
            <p:ph idx="8" type="body"/>
          </p:nvPr>
        </p:nvSpPr>
        <p:spPr>
          <a:xfrm>
            <a:off x="9168341" y="3089025"/>
            <a:ext cx="2303992" cy="504887"/>
          </a:xfrm>
          <a:prstGeom prst="rect">
            <a:avLst/>
          </a:prstGeom>
          <a:noFill/>
          <a:ln>
            <a:noFill/>
          </a:ln>
        </p:spPr>
        <p:txBody>
          <a:bodyPr anchorCtr="0" anchor="ctr" bIns="40050" lIns="80125" spcFirstLastPara="1" rIns="80125" wrap="square" tIns="40050">
            <a:noAutofit/>
          </a:bodyPr>
          <a:lstStyle/>
          <a:p>
            <a:pPr indent="-302279" lvl="0" marL="302279" rtl="0" algn="ctr">
              <a:lnSpc>
                <a:spcPct val="100000"/>
              </a:lnSpc>
              <a:spcBef>
                <a:spcPts val="0"/>
              </a:spcBef>
              <a:spcAft>
                <a:spcPts val="0"/>
              </a:spcAft>
              <a:buClr>
                <a:schemeClr val="dk1"/>
              </a:buClr>
              <a:buSzPts val="800"/>
              <a:buNone/>
            </a:pPr>
            <a:r>
              <a:rPr lang="en-US"/>
              <a:t>Update</a:t>
            </a:r>
            <a:endParaRPr/>
          </a:p>
        </p:txBody>
      </p:sp>
      <p:sp>
        <p:nvSpPr>
          <p:cNvPr id="229" name="Google Shape;229;p1"/>
          <p:cNvSpPr txBox="1"/>
          <p:nvPr>
            <p:ph idx="9" type="body"/>
          </p:nvPr>
        </p:nvSpPr>
        <p:spPr>
          <a:xfrm>
            <a:off x="1019436" y="3608189"/>
            <a:ext cx="3071784" cy="504887"/>
          </a:xfrm>
          <a:prstGeom prst="rect">
            <a:avLst/>
          </a:prstGeom>
          <a:noFill/>
          <a:ln>
            <a:noFill/>
          </a:ln>
        </p:spPr>
        <p:txBody>
          <a:bodyPr anchorCtr="0" anchor="ctr" bIns="40050" lIns="80125" spcFirstLastPara="1" rIns="80125" wrap="square" tIns="40050">
            <a:noAutofit/>
          </a:bodyPr>
          <a:lstStyle/>
          <a:p>
            <a:pPr indent="0" lvl="0" marL="0" marR="0" rtl="0" algn="ctr">
              <a:lnSpc>
                <a:spcPct val="100000"/>
              </a:lnSpc>
              <a:spcBef>
                <a:spcPts val="0"/>
              </a:spcBef>
              <a:spcAft>
                <a:spcPts val="0"/>
              </a:spcAft>
              <a:buClr>
                <a:srgbClr val="808080"/>
              </a:buClr>
              <a:buSzPts val="960"/>
              <a:buFont typeface="Noto Sans Symbols"/>
              <a:buNone/>
            </a:pPr>
            <a:r>
              <a:t/>
            </a:r>
            <a:endParaRPr/>
          </a:p>
        </p:txBody>
      </p:sp>
      <p:sp>
        <p:nvSpPr>
          <p:cNvPr id="230" name="Google Shape;230;p1"/>
          <p:cNvSpPr txBox="1"/>
          <p:nvPr>
            <p:ph idx="13" type="body"/>
          </p:nvPr>
        </p:nvSpPr>
        <p:spPr>
          <a:xfrm>
            <a:off x="4091679" y="3608189"/>
            <a:ext cx="2160157" cy="504887"/>
          </a:xfrm>
          <a:prstGeom prst="rect">
            <a:avLst/>
          </a:prstGeom>
          <a:noFill/>
          <a:ln>
            <a:noFill/>
          </a:ln>
        </p:spPr>
        <p:txBody>
          <a:bodyPr anchorCtr="0" anchor="ctr" bIns="40050" lIns="80125" spcFirstLastPara="1" rIns="80125" wrap="square" tIns="40050">
            <a:noAutofit/>
          </a:bodyPr>
          <a:lstStyle/>
          <a:p>
            <a:pPr indent="-302279" lvl="0" marL="302279" rtl="0" algn="ctr">
              <a:lnSpc>
                <a:spcPct val="100000"/>
              </a:lnSpc>
              <a:spcBef>
                <a:spcPts val="0"/>
              </a:spcBef>
              <a:spcAft>
                <a:spcPts val="0"/>
              </a:spcAft>
              <a:buClr>
                <a:schemeClr val="dk1"/>
              </a:buClr>
              <a:buSzPts val="800"/>
              <a:buNone/>
            </a:pPr>
            <a:r>
              <a:t/>
            </a:r>
            <a:endParaRPr/>
          </a:p>
        </p:txBody>
      </p:sp>
      <p:sp>
        <p:nvSpPr>
          <p:cNvPr id="231" name="Google Shape;231;p1"/>
          <p:cNvSpPr txBox="1"/>
          <p:nvPr>
            <p:ph idx="14" type="body"/>
          </p:nvPr>
        </p:nvSpPr>
        <p:spPr>
          <a:xfrm>
            <a:off x="6251836" y="3608189"/>
            <a:ext cx="2928408" cy="504887"/>
          </a:xfrm>
          <a:prstGeom prst="rect">
            <a:avLst/>
          </a:prstGeom>
          <a:noFill/>
          <a:ln>
            <a:noFill/>
          </a:ln>
        </p:spPr>
        <p:txBody>
          <a:bodyPr anchorCtr="0" anchor="ctr" bIns="40050" lIns="80125" spcFirstLastPara="1" rIns="80125" wrap="square" tIns="40050">
            <a:noAutofit/>
          </a:bodyPr>
          <a:lstStyle/>
          <a:p>
            <a:pPr indent="0" lvl="0" marL="0" marR="0" rtl="0" algn="ctr">
              <a:lnSpc>
                <a:spcPct val="100000"/>
              </a:lnSpc>
              <a:spcBef>
                <a:spcPts val="0"/>
              </a:spcBef>
              <a:spcAft>
                <a:spcPts val="0"/>
              </a:spcAft>
              <a:buClr>
                <a:srgbClr val="808080"/>
              </a:buClr>
              <a:buSzPts val="960"/>
              <a:buFont typeface="Noto Sans Symbols"/>
              <a:buNone/>
            </a:pPr>
            <a:r>
              <a:t/>
            </a:r>
            <a:endParaRPr/>
          </a:p>
        </p:txBody>
      </p:sp>
      <p:sp>
        <p:nvSpPr>
          <p:cNvPr id="232" name="Google Shape;232;p1"/>
          <p:cNvSpPr txBox="1"/>
          <p:nvPr>
            <p:ph idx="15" type="body"/>
          </p:nvPr>
        </p:nvSpPr>
        <p:spPr>
          <a:xfrm>
            <a:off x="9180244" y="3608189"/>
            <a:ext cx="2303992" cy="504887"/>
          </a:xfrm>
          <a:prstGeom prst="rect">
            <a:avLst/>
          </a:prstGeom>
          <a:noFill/>
          <a:ln>
            <a:noFill/>
          </a:ln>
        </p:spPr>
        <p:txBody>
          <a:bodyPr anchorCtr="0" anchor="ctr" bIns="40050" lIns="80125" spcFirstLastPara="1" rIns="80125" wrap="square" tIns="40050">
            <a:noAutofit/>
          </a:bodyPr>
          <a:lstStyle/>
          <a:p>
            <a:pPr indent="-302279" lvl="0" marL="302279" rtl="0" algn="ctr">
              <a:lnSpc>
                <a:spcPct val="100000"/>
              </a:lnSpc>
              <a:spcBef>
                <a:spcPts val="0"/>
              </a:spcBef>
              <a:spcAft>
                <a:spcPts val="0"/>
              </a:spcAft>
              <a:buClr>
                <a:schemeClr val="dk1"/>
              </a:buClr>
              <a:buSzPts val="800"/>
              <a:buNone/>
            </a:pPr>
            <a:r>
              <a:t/>
            </a:r>
            <a:endParaRPr/>
          </a:p>
        </p:txBody>
      </p:sp>
      <p:sp>
        <p:nvSpPr>
          <p:cNvPr id="233" name="Google Shape;233;p1"/>
          <p:cNvSpPr txBox="1"/>
          <p:nvPr>
            <p:ph idx="16" type="body"/>
          </p:nvPr>
        </p:nvSpPr>
        <p:spPr>
          <a:xfrm>
            <a:off x="995796" y="4077072"/>
            <a:ext cx="3071784" cy="504887"/>
          </a:xfrm>
          <a:prstGeom prst="rect">
            <a:avLst/>
          </a:prstGeom>
          <a:noFill/>
          <a:ln>
            <a:noFill/>
          </a:ln>
        </p:spPr>
        <p:txBody>
          <a:bodyPr anchorCtr="0" anchor="ctr" bIns="40050" lIns="80125" spcFirstLastPara="1" rIns="80125" wrap="square" tIns="40050">
            <a:noAutofit/>
          </a:bodyPr>
          <a:lstStyle/>
          <a:p>
            <a:pPr indent="0" lvl="0" marL="0" marR="0" rtl="0" algn="ctr">
              <a:lnSpc>
                <a:spcPct val="100000"/>
              </a:lnSpc>
              <a:spcBef>
                <a:spcPts val="0"/>
              </a:spcBef>
              <a:spcAft>
                <a:spcPts val="0"/>
              </a:spcAft>
              <a:buClr>
                <a:srgbClr val="808080"/>
              </a:buClr>
              <a:buSzPts val="960"/>
              <a:buFont typeface="Noto Sans Symbols"/>
              <a:buNone/>
            </a:pPr>
            <a:r>
              <a:t/>
            </a:r>
            <a:endParaRPr/>
          </a:p>
        </p:txBody>
      </p:sp>
      <p:sp>
        <p:nvSpPr>
          <p:cNvPr id="234" name="Google Shape;234;p1"/>
          <p:cNvSpPr txBox="1"/>
          <p:nvPr>
            <p:ph idx="17" type="body"/>
          </p:nvPr>
        </p:nvSpPr>
        <p:spPr>
          <a:xfrm>
            <a:off x="4068039" y="4077072"/>
            <a:ext cx="2160157" cy="504887"/>
          </a:xfrm>
          <a:prstGeom prst="rect">
            <a:avLst/>
          </a:prstGeom>
          <a:noFill/>
          <a:ln>
            <a:noFill/>
          </a:ln>
        </p:spPr>
        <p:txBody>
          <a:bodyPr anchorCtr="0" anchor="ctr" bIns="40050" lIns="80125" spcFirstLastPara="1" rIns="80125" wrap="square" tIns="40050">
            <a:noAutofit/>
          </a:bodyPr>
          <a:lstStyle/>
          <a:p>
            <a:pPr indent="-302279" lvl="0" marL="302279" rtl="0" algn="ctr">
              <a:lnSpc>
                <a:spcPct val="100000"/>
              </a:lnSpc>
              <a:spcBef>
                <a:spcPts val="0"/>
              </a:spcBef>
              <a:spcAft>
                <a:spcPts val="0"/>
              </a:spcAft>
              <a:buClr>
                <a:schemeClr val="dk1"/>
              </a:buClr>
              <a:buSzPts val="800"/>
              <a:buNone/>
            </a:pPr>
            <a:r>
              <a:t/>
            </a:r>
            <a:endParaRPr/>
          </a:p>
        </p:txBody>
      </p:sp>
      <p:sp>
        <p:nvSpPr>
          <p:cNvPr id="235" name="Google Shape;235;p1"/>
          <p:cNvSpPr txBox="1"/>
          <p:nvPr>
            <p:ph idx="18" type="body"/>
          </p:nvPr>
        </p:nvSpPr>
        <p:spPr>
          <a:xfrm>
            <a:off x="6228196" y="4077072"/>
            <a:ext cx="2928408" cy="504887"/>
          </a:xfrm>
          <a:prstGeom prst="rect">
            <a:avLst/>
          </a:prstGeom>
          <a:noFill/>
          <a:ln>
            <a:noFill/>
          </a:ln>
        </p:spPr>
        <p:txBody>
          <a:bodyPr anchorCtr="0" anchor="ctr" bIns="40050" lIns="80125" spcFirstLastPara="1" rIns="80125" wrap="square" tIns="40050">
            <a:noAutofit/>
          </a:bodyPr>
          <a:lstStyle/>
          <a:p>
            <a:pPr indent="0" lvl="0" marL="0" marR="0" rtl="0" algn="ctr">
              <a:lnSpc>
                <a:spcPct val="100000"/>
              </a:lnSpc>
              <a:spcBef>
                <a:spcPts val="0"/>
              </a:spcBef>
              <a:spcAft>
                <a:spcPts val="0"/>
              </a:spcAft>
              <a:buClr>
                <a:srgbClr val="808080"/>
              </a:buClr>
              <a:buSzPts val="960"/>
              <a:buFont typeface="Noto Sans Symbols"/>
              <a:buNone/>
            </a:pPr>
            <a:r>
              <a:t/>
            </a:r>
            <a:endParaRPr/>
          </a:p>
        </p:txBody>
      </p:sp>
      <p:sp>
        <p:nvSpPr>
          <p:cNvPr id="236" name="Google Shape;236;p1"/>
          <p:cNvSpPr txBox="1"/>
          <p:nvPr>
            <p:ph idx="19" type="body"/>
          </p:nvPr>
        </p:nvSpPr>
        <p:spPr>
          <a:xfrm>
            <a:off x="9156604" y="4077072"/>
            <a:ext cx="2303992" cy="504887"/>
          </a:xfrm>
          <a:prstGeom prst="rect">
            <a:avLst/>
          </a:prstGeom>
          <a:noFill/>
          <a:ln>
            <a:noFill/>
          </a:ln>
        </p:spPr>
        <p:txBody>
          <a:bodyPr anchorCtr="0" anchor="ctr" bIns="40050" lIns="80125" spcFirstLastPara="1" rIns="80125" wrap="square" tIns="40050">
            <a:noAutofit/>
          </a:bodyPr>
          <a:lstStyle/>
          <a:p>
            <a:pPr indent="-302279" lvl="0" marL="302279" rtl="0" algn="ctr">
              <a:lnSpc>
                <a:spcPct val="100000"/>
              </a:lnSpc>
              <a:spcBef>
                <a:spcPts val="0"/>
              </a:spcBef>
              <a:spcAft>
                <a:spcPts val="0"/>
              </a:spcAft>
              <a:buClr>
                <a:schemeClr val="dk1"/>
              </a:buClr>
              <a:buSzPts val="800"/>
              <a:buNone/>
            </a:pPr>
            <a:r>
              <a:t/>
            </a:r>
            <a:endParaRPr/>
          </a:p>
        </p:txBody>
      </p:sp>
      <p:sp>
        <p:nvSpPr>
          <p:cNvPr id="237" name="Google Shape;237;p1"/>
          <p:cNvSpPr txBox="1"/>
          <p:nvPr>
            <p:ph idx="20" type="body"/>
          </p:nvPr>
        </p:nvSpPr>
        <p:spPr>
          <a:xfrm>
            <a:off x="1019436" y="4581128"/>
            <a:ext cx="3071784" cy="504887"/>
          </a:xfrm>
          <a:prstGeom prst="rect">
            <a:avLst/>
          </a:prstGeom>
          <a:noFill/>
          <a:ln>
            <a:noFill/>
          </a:ln>
        </p:spPr>
        <p:txBody>
          <a:bodyPr anchorCtr="0" anchor="ctr" bIns="40050" lIns="80125" spcFirstLastPara="1" rIns="80125" wrap="square" tIns="40050">
            <a:noAutofit/>
          </a:bodyPr>
          <a:lstStyle/>
          <a:p>
            <a:pPr indent="0" lvl="0" marL="0" marR="0" rtl="0" algn="ctr">
              <a:lnSpc>
                <a:spcPct val="100000"/>
              </a:lnSpc>
              <a:spcBef>
                <a:spcPts val="0"/>
              </a:spcBef>
              <a:spcAft>
                <a:spcPts val="0"/>
              </a:spcAft>
              <a:buClr>
                <a:srgbClr val="808080"/>
              </a:buClr>
              <a:buSzPts val="960"/>
              <a:buFont typeface="Noto Sans Symbols"/>
              <a:buNone/>
            </a:pPr>
            <a:r>
              <a:t/>
            </a:r>
            <a:endParaRPr/>
          </a:p>
        </p:txBody>
      </p:sp>
      <p:sp>
        <p:nvSpPr>
          <p:cNvPr id="238" name="Google Shape;238;p1"/>
          <p:cNvSpPr txBox="1"/>
          <p:nvPr>
            <p:ph idx="21" type="body"/>
          </p:nvPr>
        </p:nvSpPr>
        <p:spPr>
          <a:xfrm>
            <a:off x="4091679" y="4581128"/>
            <a:ext cx="2160157" cy="504887"/>
          </a:xfrm>
          <a:prstGeom prst="rect">
            <a:avLst/>
          </a:prstGeom>
          <a:noFill/>
          <a:ln>
            <a:noFill/>
          </a:ln>
        </p:spPr>
        <p:txBody>
          <a:bodyPr anchorCtr="0" anchor="ctr" bIns="40050" lIns="80125" spcFirstLastPara="1" rIns="80125" wrap="square" tIns="40050">
            <a:noAutofit/>
          </a:bodyPr>
          <a:lstStyle/>
          <a:p>
            <a:pPr indent="-302279" lvl="0" marL="302279" rtl="0" algn="ctr">
              <a:lnSpc>
                <a:spcPct val="100000"/>
              </a:lnSpc>
              <a:spcBef>
                <a:spcPts val="0"/>
              </a:spcBef>
              <a:spcAft>
                <a:spcPts val="0"/>
              </a:spcAft>
              <a:buClr>
                <a:schemeClr val="dk1"/>
              </a:buClr>
              <a:buSzPts val="800"/>
              <a:buNone/>
            </a:pPr>
            <a:r>
              <a:t/>
            </a:r>
            <a:endParaRPr/>
          </a:p>
        </p:txBody>
      </p:sp>
      <p:sp>
        <p:nvSpPr>
          <p:cNvPr id="239" name="Google Shape;239;p1"/>
          <p:cNvSpPr txBox="1"/>
          <p:nvPr>
            <p:ph idx="22" type="body"/>
          </p:nvPr>
        </p:nvSpPr>
        <p:spPr>
          <a:xfrm>
            <a:off x="6251836" y="4581128"/>
            <a:ext cx="2928408" cy="504887"/>
          </a:xfrm>
          <a:prstGeom prst="rect">
            <a:avLst/>
          </a:prstGeom>
          <a:noFill/>
          <a:ln>
            <a:noFill/>
          </a:ln>
        </p:spPr>
        <p:txBody>
          <a:bodyPr anchorCtr="0" anchor="ctr" bIns="40050" lIns="80125" spcFirstLastPara="1" rIns="80125" wrap="square" tIns="40050">
            <a:noAutofit/>
          </a:bodyPr>
          <a:lstStyle/>
          <a:p>
            <a:pPr indent="0" lvl="0" marL="0" marR="0" rtl="0" algn="ctr">
              <a:lnSpc>
                <a:spcPct val="100000"/>
              </a:lnSpc>
              <a:spcBef>
                <a:spcPts val="0"/>
              </a:spcBef>
              <a:spcAft>
                <a:spcPts val="0"/>
              </a:spcAft>
              <a:buClr>
                <a:srgbClr val="808080"/>
              </a:buClr>
              <a:buSzPts val="960"/>
              <a:buFont typeface="Noto Sans Symbols"/>
              <a:buNone/>
            </a:pPr>
            <a:r>
              <a:t/>
            </a:r>
            <a:endParaRPr/>
          </a:p>
        </p:txBody>
      </p:sp>
      <p:sp>
        <p:nvSpPr>
          <p:cNvPr id="240" name="Google Shape;240;p1"/>
          <p:cNvSpPr txBox="1"/>
          <p:nvPr>
            <p:ph idx="23" type="body"/>
          </p:nvPr>
        </p:nvSpPr>
        <p:spPr>
          <a:xfrm>
            <a:off x="9180244" y="4581128"/>
            <a:ext cx="2303992" cy="504887"/>
          </a:xfrm>
          <a:prstGeom prst="rect">
            <a:avLst/>
          </a:prstGeom>
          <a:noFill/>
          <a:ln>
            <a:noFill/>
          </a:ln>
        </p:spPr>
        <p:txBody>
          <a:bodyPr anchorCtr="0" anchor="ctr" bIns="40050" lIns="80125" spcFirstLastPara="1" rIns="80125" wrap="square" tIns="40050">
            <a:noAutofit/>
          </a:bodyPr>
          <a:lstStyle/>
          <a:p>
            <a:pPr indent="-302279" lvl="0" marL="302279" rtl="0" algn="ctr">
              <a:lnSpc>
                <a:spcPct val="100000"/>
              </a:lnSpc>
              <a:spcBef>
                <a:spcPts val="0"/>
              </a:spcBef>
              <a:spcAft>
                <a:spcPts val="0"/>
              </a:spcAft>
              <a:buClr>
                <a:schemeClr val="dk1"/>
              </a:buClr>
              <a:buSzPts val="800"/>
              <a:buNone/>
            </a:pPr>
            <a:r>
              <a:t/>
            </a:r>
            <a:endParaRPr/>
          </a:p>
        </p:txBody>
      </p:sp>
      <p:sp>
        <p:nvSpPr>
          <p:cNvPr id="241" name="Google Shape;241;p1"/>
          <p:cNvSpPr txBox="1"/>
          <p:nvPr>
            <p:ph idx="24" type="body"/>
          </p:nvPr>
        </p:nvSpPr>
        <p:spPr>
          <a:xfrm>
            <a:off x="995796" y="5049180"/>
            <a:ext cx="3071784" cy="504887"/>
          </a:xfrm>
          <a:prstGeom prst="rect">
            <a:avLst/>
          </a:prstGeom>
          <a:noFill/>
          <a:ln>
            <a:noFill/>
          </a:ln>
        </p:spPr>
        <p:txBody>
          <a:bodyPr anchorCtr="0" anchor="ctr" bIns="40050" lIns="80125" spcFirstLastPara="1" rIns="80125" wrap="square" tIns="40050">
            <a:noAutofit/>
          </a:bodyPr>
          <a:lstStyle/>
          <a:p>
            <a:pPr indent="0" lvl="0" marL="0" marR="0" rtl="0" algn="ctr">
              <a:lnSpc>
                <a:spcPct val="100000"/>
              </a:lnSpc>
              <a:spcBef>
                <a:spcPts val="0"/>
              </a:spcBef>
              <a:spcAft>
                <a:spcPts val="0"/>
              </a:spcAft>
              <a:buClr>
                <a:srgbClr val="808080"/>
              </a:buClr>
              <a:buSzPts val="960"/>
              <a:buFont typeface="Noto Sans Symbols"/>
              <a:buNone/>
            </a:pPr>
            <a:r>
              <a:t/>
            </a:r>
            <a:endParaRPr/>
          </a:p>
        </p:txBody>
      </p:sp>
      <p:sp>
        <p:nvSpPr>
          <p:cNvPr id="242" name="Google Shape;242;p1"/>
          <p:cNvSpPr txBox="1"/>
          <p:nvPr>
            <p:ph idx="25" type="body"/>
          </p:nvPr>
        </p:nvSpPr>
        <p:spPr>
          <a:xfrm>
            <a:off x="4068039" y="5049180"/>
            <a:ext cx="2160157" cy="504887"/>
          </a:xfrm>
          <a:prstGeom prst="rect">
            <a:avLst/>
          </a:prstGeom>
          <a:noFill/>
          <a:ln>
            <a:noFill/>
          </a:ln>
        </p:spPr>
        <p:txBody>
          <a:bodyPr anchorCtr="0" anchor="ctr" bIns="40050" lIns="80125" spcFirstLastPara="1" rIns="80125" wrap="square" tIns="40050">
            <a:noAutofit/>
          </a:bodyPr>
          <a:lstStyle/>
          <a:p>
            <a:pPr indent="-302279" lvl="0" marL="302279" rtl="0" algn="ctr">
              <a:lnSpc>
                <a:spcPct val="100000"/>
              </a:lnSpc>
              <a:spcBef>
                <a:spcPts val="0"/>
              </a:spcBef>
              <a:spcAft>
                <a:spcPts val="0"/>
              </a:spcAft>
              <a:buClr>
                <a:schemeClr val="dk1"/>
              </a:buClr>
              <a:buSzPts val="800"/>
              <a:buNone/>
            </a:pPr>
            <a:r>
              <a:t/>
            </a:r>
            <a:endParaRPr/>
          </a:p>
        </p:txBody>
      </p:sp>
      <p:sp>
        <p:nvSpPr>
          <p:cNvPr id="243" name="Google Shape;243;p1"/>
          <p:cNvSpPr txBox="1"/>
          <p:nvPr>
            <p:ph idx="26" type="body"/>
          </p:nvPr>
        </p:nvSpPr>
        <p:spPr>
          <a:xfrm>
            <a:off x="6228196" y="5049180"/>
            <a:ext cx="2928408" cy="504887"/>
          </a:xfrm>
          <a:prstGeom prst="rect">
            <a:avLst/>
          </a:prstGeom>
          <a:noFill/>
          <a:ln>
            <a:noFill/>
          </a:ln>
        </p:spPr>
        <p:txBody>
          <a:bodyPr anchorCtr="0" anchor="ctr" bIns="40050" lIns="80125" spcFirstLastPara="1" rIns="80125" wrap="square" tIns="40050">
            <a:noAutofit/>
          </a:bodyPr>
          <a:lstStyle/>
          <a:p>
            <a:pPr indent="0" lvl="0" marL="0" marR="0" rtl="0" algn="ctr">
              <a:lnSpc>
                <a:spcPct val="100000"/>
              </a:lnSpc>
              <a:spcBef>
                <a:spcPts val="0"/>
              </a:spcBef>
              <a:spcAft>
                <a:spcPts val="0"/>
              </a:spcAft>
              <a:buClr>
                <a:srgbClr val="808080"/>
              </a:buClr>
              <a:buSzPts val="960"/>
              <a:buFont typeface="Noto Sans Symbols"/>
              <a:buNone/>
            </a:pPr>
            <a:r>
              <a:t/>
            </a:r>
            <a:endParaRPr/>
          </a:p>
        </p:txBody>
      </p:sp>
      <p:sp>
        <p:nvSpPr>
          <p:cNvPr id="244" name="Google Shape;244;p1"/>
          <p:cNvSpPr txBox="1"/>
          <p:nvPr>
            <p:ph idx="27" type="body"/>
          </p:nvPr>
        </p:nvSpPr>
        <p:spPr>
          <a:xfrm>
            <a:off x="9156604" y="5049180"/>
            <a:ext cx="2303992" cy="504887"/>
          </a:xfrm>
          <a:prstGeom prst="rect">
            <a:avLst/>
          </a:prstGeom>
          <a:noFill/>
          <a:ln>
            <a:noFill/>
          </a:ln>
        </p:spPr>
        <p:txBody>
          <a:bodyPr anchorCtr="0" anchor="ctr" bIns="40050" lIns="80125" spcFirstLastPara="1" rIns="80125" wrap="square" tIns="40050">
            <a:noAutofit/>
          </a:bodyPr>
          <a:lstStyle/>
          <a:p>
            <a:pPr indent="-302279" lvl="0" marL="302279" rtl="0" algn="ctr">
              <a:lnSpc>
                <a:spcPct val="100000"/>
              </a:lnSpc>
              <a:spcBef>
                <a:spcPts val="0"/>
              </a:spcBef>
              <a:spcAft>
                <a:spcPts val="0"/>
              </a:spcAft>
              <a:buClr>
                <a:schemeClr val="dk1"/>
              </a:buClr>
              <a:buSzPts val="800"/>
              <a:buNone/>
            </a:pPr>
            <a:r>
              <a:t/>
            </a:r>
            <a:endParaRPr/>
          </a:p>
        </p:txBody>
      </p:sp>
      <p:sp>
        <p:nvSpPr>
          <p:cNvPr id="245" name="Google Shape;245;p1"/>
          <p:cNvSpPr txBox="1"/>
          <p:nvPr>
            <p:ph idx="28" type="body"/>
          </p:nvPr>
        </p:nvSpPr>
        <p:spPr>
          <a:xfrm>
            <a:off x="1019436" y="5553236"/>
            <a:ext cx="3071784" cy="504887"/>
          </a:xfrm>
          <a:prstGeom prst="rect">
            <a:avLst/>
          </a:prstGeom>
          <a:noFill/>
          <a:ln>
            <a:noFill/>
          </a:ln>
        </p:spPr>
        <p:txBody>
          <a:bodyPr anchorCtr="0" anchor="ctr" bIns="40050" lIns="80125" spcFirstLastPara="1" rIns="80125" wrap="square" tIns="40050">
            <a:noAutofit/>
          </a:bodyPr>
          <a:lstStyle/>
          <a:p>
            <a:pPr indent="0" lvl="0" marL="0" marR="0" rtl="0" algn="ctr">
              <a:lnSpc>
                <a:spcPct val="100000"/>
              </a:lnSpc>
              <a:spcBef>
                <a:spcPts val="0"/>
              </a:spcBef>
              <a:spcAft>
                <a:spcPts val="0"/>
              </a:spcAft>
              <a:buClr>
                <a:srgbClr val="808080"/>
              </a:buClr>
              <a:buSzPts val="960"/>
              <a:buFont typeface="Noto Sans Symbols"/>
              <a:buNone/>
            </a:pPr>
            <a:r>
              <a:t/>
            </a:r>
            <a:endParaRPr/>
          </a:p>
        </p:txBody>
      </p:sp>
      <p:sp>
        <p:nvSpPr>
          <p:cNvPr id="246" name="Google Shape;246;p1"/>
          <p:cNvSpPr txBox="1"/>
          <p:nvPr>
            <p:ph idx="29" type="body"/>
          </p:nvPr>
        </p:nvSpPr>
        <p:spPr>
          <a:xfrm>
            <a:off x="4091679" y="5553236"/>
            <a:ext cx="2160157" cy="504887"/>
          </a:xfrm>
          <a:prstGeom prst="rect">
            <a:avLst/>
          </a:prstGeom>
          <a:noFill/>
          <a:ln>
            <a:noFill/>
          </a:ln>
        </p:spPr>
        <p:txBody>
          <a:bodyPr anchorCtr="0" anchor="ctr" bIns="40050" lIns="80125" spcFirstLastPara="1" rIns="80125" wrap="square" tIns="40050">
            <a:noAutofit/>
          </a:bodyPr>
          <a:lstStyle/>
          <a:p>
            <a:pPr indent="-302279" lvl="0" marL="302279" rtl="0" algn="ctr">
              <a:lnSpc>
                <a:spcPct val="100000"/>
              </a:lnSpc>
              <a:spcBef>
                <a:spcPts val="0"/>
              </a:spcBef>
              <a:spcAft>
                <a:spcPts val="0"/>
              </a:spcAft>
              <a:buClr>
                <a:schemeClr val="dk1"/>
              </a:buClr>
              <a:buSzPts val="800"/>
              <a:buNone/>
            </a:pPr>
            <a:r>
              <a:t/>
            </a:r>
            <a:endParaRPr/>
          </a:p>
        </p:txBody>
      </p:sp>
      <p:sp>
        <p:nvSpPr>
          <p:cNvPr id="247" name="Google Shape;247;p1"/>
          <p:cNvSpPr txBox="1"/>
          <p:nvPr>
            <p:ph idx="30" type="body"/>
          </p:nvPr>
        </p:nvSpPr>
        <p:spPr>
          <a:xfrm>
            <a:off x="6251836" y="5553236"/>
            <a:ext cx="2928408" cy="504887"/>
          </a:xfrm>
          <a:prstGeom prst="rect">
            <a:avLst/>
          </a:prstGeom>
          <a:noFill/>
          <a:ln>
            <a:noFill/>
          </a:ln>
        </p:spPr>
        <p:txBody>
          <a:bodyPr anchorCtr="0" anchor="ctr" bIns="40050" lIns="80125" spcFirstLastPara="1" rIns="80125" wrap="square" tIns="40050">
            <a:noAutofit/>
          </a:bodyPr>
          <a:lstStyle/>
          <a:p>
            <a:pPr indent="0" lvl="0" marL="0" marR="0" rtl="0" algn="ctr">
              <a:lnSpc>
                <a:spcPct val="100000"/>
              </a:lnSpc>
              <a:spcBef>
                <a:spcPts val="0"/>
              </a:spcBef>
              <a:spcAft>
                <a:spcPts val="0"/>
              </a:spcAft>
              <a:buClr>
                <a:srgbClr val="808080"/>
              </a:buClr>
              <a:buSzPts val="960"/>
              <a:buFont typeface="Noto Sans Symbols"/>
              <a:buNone/>
            </a:pPr>
            <a:r>
              <a:t/>
            </a:r>
            <a:endParaRPr/>
          </a:p>
        </p:txBody>
      </p:sp>
      <p:sp>
        <p:nvSpPr>
          <p:cNvPr id="248" name="Google Shape;248;p1"/>
          <p:cNvSpPr txBox="1"/>
          <p:nvPr>
            <p:ph idx="31" type="body"/>
          </p:nvPr>
        </p:nvSpPr>
        <p:spPr>
          <a:xfrm>
            <a:off x="9180244" y="5553236"/>
            <a:ext cx="2303992" cy="504887"/>
          </a:xfrm>
          <a:prstGeom prst="rect">
            <a:avLst/>
          </a:prstGeom>
          <a:noFill/>
          <a:ln>
            <a:noFill/>
          </a:ln>
        </p:spPr>
        <p:txBody>
          <a:bodyPr anchorCtr="0" anchor="ctr" bIns="40050" lIns="80125" spcFirstLastPara="1" rIns="80125" wrap="square" tIns="40050">
            <a:noAutofit/>
          </a:bodyPr>
          <a:lstStyle/>
          <a:p>
            <a:pPr indent="-302279" lvl="0" marL="302279" rtl="0" algn="ctr">
              <a:lnSpc>
                <a:spcPct val="100000"/>
              </a:lnSpc>
              <a:spcBef>
                <a:spcPts val="0"/>
              </a:spcBef>
              <a:spcAft>
                <a:spcPts val="0"/>
              </a:spcAft>
              <a:buClr>
                <a:schemeClr val="dk1"/>
              </a:buClr>
              <a:buSzPts val="8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
          <p:cNvSpPr txBox="1"/>
          <p:nvPr>
            <p:ph type="ctrTitle"/>
          </p:nvPr>
        </p:nvSpPr>
        <p:spPr>
          <a:xfrm>
            <a:off x="1031295" y="4957156"/>
            <a:ext cx="10441567" cy="831600"/>
          </a:xfrm>
          <a:prstGeom prst="rect">
            <a:avLst/>
          </a:prstGeom>
          <a:noFill/>
          <a:ln>
            <a:noFill/>
          </a:ln>
        </p:spPr>
        <p:txBody>
          <a:bodyPr anchorCtr="0" anchor="ctr" bIns="43900" lIns="87800" spcFirstLastPara="1" rIns="87800" wrap="square" tIns="43900">
            <a:noAutofit/>
          </a:bodyPr>
          <a:lstStyle/>
          <a:p>
            <a:pPr indent="0" lvl="0" marL="0" rtl="0" algn="l">
              <a:lnSpc>
                <a:spcPct val="90000"/>
              </a:lnSpc>
              <a:spcBef>
                <a:spcPts val="0"/>
              </a:spcBef>
              <a:spcAft>
                <a:spcPts val="0"/>
              </a:spcAft>
              <a:buClr>
                <a:srgbClr val="0070C0"/>
              </a:buClr>
              <a:buSzPts val="4300"/>
              <a:buFont typeface="Arial"/>
              <a:buNone/>
            </a:pPr>
            <a:r>
              <a:rPr lang="en-US"/>
              <a:t>AAA Principles and Configuration</a:t>
            </a:r>
            <a:endParaRPr/>
          </a:p>
        </p:txBody>
      </p:sp>
      <p:sp>
        <p:nvSpPr>
          <p:cNvPr id="254" name="Google Shape;254;p2"/>
          <p:cNvSpPr txBox="1"/>
          <p:nvPr>
            <p:ph idx="1" type="body"/>
          </p:nvPr>
        </p:nvSpPr>
        <p:spPr>
          <a:xfrm>
            <a:off x="1031295" y="5816120"/>
            <a:ext cx="6912000" cy="493200"/>
          </a:xfrm>
          <a:prstGeom prst="rect">
            <a:avLst/>
          </a:prstGeom>
          <a:noFill/>
          <a:ln>
            <a:noFill/>
          </a:ln>
        </p:spPr>
        <p:txBody>
          <a:bodyPr anchorCtr="0" anchor="t" bIns="40050" lIns="80125" spcFirstLastPara="1" rIns="80125" wrap="square" tIns="40050">
            <a:noAutofit/>
          </a:bodyPr>
          <a:lstStyle/>
          <a:p>
            <a:pPr indent="0" lvl="0" marL="0" rtl="0" algn="l">
              <a:lnSpc>
                <a:spcPct val="140000"/>
              </a:lnSpc>
              <a:spcBef>
                <a:spcPts val="0"/>
              </a:spcBef>
              <a:spcAft>
                <a:spcPts val="0"/>
              </a:spcAft>
              <a:buClr>
                <a:srgbClr val="0070C0"/>
              </a:buClr>
              <a:buSzPts val="10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
          <p:cNvSpPr txBox="1"/>
          <p:nvPr>
            <p:ph idx="1" type="body"/>
          </p:nvPr>
        </p:nvSpPr>
        <p:spPr>
          <a:xfrm>
            <a:off x="451878" y="1242453"/>
            <a:ext cx="11306175" cy="4679788"/>
          </a:xfrm>
          <a:prstGeom prst="rect">
            <a:avLst/>
          </a:prstGeom>
          <a:noFill/>
          <a:ln>
            <a:noFill/>
          </a:ln>
        </p:spPr>
        <p:txBody>
          <a:bodyPr anchorCtr="0" anchor="t" bIns="40050" lIns="80125" spcFirstLastPara="1" rIns="80125" wrap="square" tIns="40050">
            <a:noAutofit/>
          </a:bodyPr>
          <a:lstStyle/>
          <a:p>
            <a:pPr indent="-302279" lvl="0" marL="302279" rtl="0" algn="just">
              <a:lnSpc>
                <a:spcPct val="140000"/>
              </a:lnSpc>
              <a:spcBef>
                <a:spcPts val="0"/>
              </a:spcBef>
              <a:spcAft>
                <a:spcPts val="0"/>
              </a:spcAft>
              <a:buClr>
                <a:schemeClr val="dk1"/>
              </a:buClr>
              <a:buSzPts val="1000"/>
              <a:buChar char="●"/>
            </a:pPr>
            <a:r>
              <a:rPr lang="en-US" sz="2000"/>
              <a:t>User management is one of the most basic security management requirements for </a:t>
            </a:r>
            <a:br>
              <a:rPr lang="en-US" sz="2000"/>
            </a:br>
            <a:r>
              <a:rPr lang="en-US" sz="2000"/>
              <a:t>any network.</a:t>
            </a:r>
            <a:endParaRPr/>
          </a:p>
          <a:p>
            <a:pPr indent="-302279" lvl="0" marL="302279" rtl="0" algn="just">
              <a:lnSpc>
                <a:spcPct val="140000"/>
              </a:lnSpc>
              <a:spcBef>
                <a:spcPts val="792"/>
              </a:spcBef>
              <a:spcAft>
                <a:spcPts val="0"/>
              </a:spcAft>
              <a:buClr>
                <a:schemeClr val="dk1"/>
              </a:buClr>
              <a:buSzPts val="1000"/>
              <a:buChar char="●"/>
            </a:pPr>
            <a:r>
              <a:rPr lang="en-US" sz="2000"/>
              <a:t>Authentication, authorization, and accounting (AAA) is a management framework that provides a security mechanism for authorizing some users to access specified resources and recording the operations of these users. AAA is widely used because of its good scalability and easy implementation of centralized management of user information. AAA can be implemented through multiple protocols. In actual applications, the Remote Authentication Dial-In User Service (RADIUS) protocol is the most commonly used to implement AAA.</a:t>
            </a:r>
            <a:endParaRPr sz="2000"/>
          </a:p>
          <a:p>
            <a:pPr indent="-302279" lvl="0" marL="302279" rtl="0" algn="just">
              <a:lnSpc>
                <a:spcPct val="140000"/>
              </a:lnSpc>
              <a:spcBef>
                <a:spcPts val="792"/>
              </a:spcBef>
              <a:spcAft>
                <a:spcPts val="0"/>
              </a:spcAft>
              <a:buClr>
                <a:schemeClr val="dk1"/>
              </a:buClr>
              <a:buSzPts val="1000"/>
              <a:buChar char="●"/>
            </a:pPr>
            <a:r>
              <a:rPr lang="en-US" sz="2000"/>
              <a:t>This course describes the basic concepts, implementation, basic configurations, and typical application scenarios of AAA.</a:t>
            </a:r>
            <a:endParaRPr sz="2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
          <p:cNvSpPr txBox="1"/>
          <p:nvPr>
            <p:ph idx="1" type="body"/>
          </p:nvPr>
        </p:nvSpPr>
        <p:spPr>
          <a:xfrm>
            <a:off x="451202" y="1233276"/>
            <a:ext cx="11306175" cy="4680000"/>
          </a:xfrm>
          <a:prstGeom prst="rect">
            <a:avLst/>
          </a:prstGeom>
          <a:noFill/>
          <a:ln>
            <a:noFill/>
          </a:ln>
        </p:spPr>
        <p:txBody>
          <a:bodyPr anchorCtr="0" anchor="t" bIns="40050" lIns="80125" spcFirstLastPara="1" rIns="80125" wrap="square" tIns="40050">
            <a:noAutofit/>
          </a:bodyPr>
          <a:lstStyle/>
          <a:p>
            <a:pPr indent="-301625" lvl="0" marL="301625" marR="0" rtl="0" algn="just">
              <a:lnSpc>
                <a:spcPct val="140000"/>
              </a:lnSpc>
              <a:spcBef>
                <a:spcPts val="0"/>
              </a:spcBef>
              <a:spcAft>
                <a:spcPts val="0"/>
              </a:spcAft>
              <a:buClr>
                <a:schemeClr val="dk1"/>
              </a:buClr>
              <a:buSzPts val="1100"/>
              <a:buFont typeface="Noto Sans Symbols"/>
              <a:buChar char="●"/>
            </a:pPr>
            <a:r>
              <a:rPr lang="en-US"/>
              <a:t>Upon completion of this course, you will be able to:</a:t>
            </a:r>
            <a:endParaRPr/>
          </a:p>
          <a:p>
            <a:pPr indent="-251899" lvl="1" marL="654938" rtl="0" algn="just">
              <a:lnSpc>
                <a:spcPct val="140000"/>
              </a:lnSpc>
              <a:spcBef>
                <a:spcPts val="720"/>
              </a:spcBef>
              <a:spcAft>
                <a:spcPts val="0"/>
              </a:spcAft>
              <a:buClr>
                <a:schemeClr val="dk1"/>
              </a:buClr>
              <a:buSzPts val="1900"/>
              <a:buChar char="▫"/>
            </a:pPr>
            <a:r>
              <a:rPr lang="en-US"/>
              <a:t>Understand the fundamentals of AAA.</a:t>
            </a:r>
            <a:endParaRPr/>
          </a:p>
          <a:p>
            <a:pPr indent="-251899" lvl="1" marL="654938" rtl="0" algn="just">
              <a:lnSpc>
                <a:spcPct val="140000"/>
              </a:lnSpc>
              <a:spcBef>
                <a:spcPts val="720"/>
              </a:spcBef>
              <a:spcAft>
                <a:spcPts val="0"/>
              </a:spcAft>
              <a:buClr>
                <a:schemeClr val="dk1"/>
              </a:buClr>
              <a:buSzPts val="1900"/>
              <a:buChar char="▫"/>
            </a:pPr>
            <a:r>
              <a:rPr lang="en-US"/>
              <a:t>Describe the application scenarios of AAA.</a:t>
            </a:r>
            <a:endParaRPr/>
          </a:p>
          <a:p>
            <a:pPr indent="-251899" lvl="1" marL="654938" rtl="0" algn="just">
              <a:lnSpc>
                <a:spcPct val="140000"/>
              </a:lnSpc>
              <a:spcBef>
                <a:spcPts val="720"/>
              </a:spcBef>
              <a:spcAft>
                <a:spcPts val="0"/>
              </a:spcAft>
              <a:buClr>
                <a:schemeClr val="dk1"/>
              </a:buClr>
              <a:buSzPts val="1900"/>
              <a:buChar char="▫"/>
            </a:pPr>
            <a:r>
              <a:rPr lang="en-US"/>
              <a:t>Understand the fundamentals of RADIUS.</a:t>
            </a:r>
            <a:endParaRPr/>
          </a:p>
          <a:p>
            <a:pPr indent="-251899" lvl="1" marL="654938" rtl="0" algn="just">
              <a:lnSpc>
                <a:spcPct val="140000"/>
              </a:lnSpc>
              <a:spcBef>
                <a:spcPts val="720"/>
              </a:spcBef>
              <a:spcAft>
                <a:spcPts val="0"/>
              </a:spcAft>
              <a:buClr>
                <a:schemeClr val="dk1"/>
              </a:buClr>
              <a:buSzPts val="1900"/>
              <a:buChar char="▫"/>
            </a:pPr>
            <a:r>
              <a:rPr lang="en-US"/>
              <a:t>Get familiar with the basic configurations of AAA.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5"/>
          <p:cNvSpPr txBox="1"/>
          <p:nvPr>
            <p:ph idx="1" type="body"/>
          </p:nvPr>
        </p:nvSpPr>
        <p:spPr>
          <a:xfrm>
            <a:off x="454816" y="1233487"/>
            <a:ext cx="11307600" cy="4680000"/>
          </a:xfrm>
          <a:prstGeom prst="rect">
            <a:avLst/>
          </a:prstGeom>
          <a:noFill/>
          <a:ln>
            <a:noFill/>
          </a:ln>
        </p:spPr>
        <p:txBody>
          <a:bodyPr anchorCtr="0" anchor="t" bIns="40050" lIns="80125" spcFirstLastPara="1" rIns="80125" wrap="square" tIns="40050">
            <a:noAutofit/>
          </a:bodyPr>
          <a:lstStyle/>
          <a:p>
            <a:pPr indent="-457017" lvl="0" marL="457017" marR="0" rtl="0" algn="just">
              <a:lnSpc>
                <a:spcPct val="140000"/>
              </a:lnSpc>
              <a:spcBef>
                <a:spcPts val="0"/>
              </a:spcBef>
              <a:spcAft>
                <a:spcPts val="0"/>
              </a:spcAft>
              <a:buClr>
                <a:schemeClr val="dk1"/>
              </a:buClr>
              <a:buSzPts val="2100"/>
              <a:buFont typeface="Arial"/>
              <a:buAutoNum type="arabicPeriod"/>
            </a:pPr>
            <a:r>
              <a:rPr b="1" lang="en-US"/>
              <a:t>AAA Overview</a:t>
            </a:r>
            <a:endParaRPr b="1"/>
          </a:p>
          <a:p>
            <a:pPr indent="-457017" lvl="0" marL="457017" marR="0" rtl="0" algn="just">
              <a:lnSpc>
                <a:spcPct val="140000"/>
              </a:lnSpc>
              <a:spcBef>
                <a:spcPts val="630"/>
              </a:spcBef>
              <a:spcAft>
                <a:spcPts val="0"/>
              </a:spcAft>
              <a:buClr>
                <a:srgbClr val="7F7F7F"/>
              </a:buClr>
              <a:buSzPts val="2100"/>
              <a:buFont typeface="Arial"/>
              <a:buAutoNum type="arabicPeriod"/>
            </a:pPr>
            <a:r>
              <a:rPr lang="en-US">
                <a:solidFill>
                  <a:srgbClr val="7F7F7F"/>
                </a:solidFill>
              </a:rPr>
              <a:t>AAA Configuration</a:t>
            </a:r>
            <a:endParaRPr>
              <a:solidFill>
                <a:srgbClr val="7F7F7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6"/>
          <p:cNvSpPr txBox="1"/>
          <p:nvPr>
            <p:ph idx="1" type="body"/>
          </p:nvPr>
        </p:nvSpPr>
        <p:spPr>
          <a:xfrm>
            <a:off x="451877" y="1242453"/>
            <a:ext cx="11306175" cy="1040025"/>
          </a:xfrm>
          <a:prstGeom prst="rect">
            <a:avLst/>
          </a:prstGeom>
          <a:noFill/>
          <a:ln>
            <a:noFill/>
          </a:ln>
        </p:spPr>
        <p:txBody>
          <a:bodyPr anchorCtr="0" anchor="t" bIns="40050" lIns="80125" spcFirstLastPara="1" rIns="80125" wrap="square" tIns="40050">
            <a:noAutofit/>
          </a:bodyPr>
          <a:lstStyle/>
          <a:p>
            <a:pPr indent="-302279" lvl="0" marL="302279" rtl="0" algn="just">
              <a:lnSpc>
                <a:spcPct val="140000"/>
              </a:lnSpc>
              <a:spcBef>
                <a:spcPts val="0"/>
              </a:spcBef>
              <a:spcAft>
                <a:spcPts val="0"/>
              </a:spcAft>
              <a:buClr>
                <a:schemeClr val="dk1"/>
              </a:buClr>
              <a:buSzPts val="900"/>
              <a:buChar char="●"/>
            </a:pPr>
            <a:r>
              <a:rPr lang="en-US" sz="1800">
                <a:latin typeface="Arial"/>
                <a:ea typeface="Arial"/>
                <a:cs typeface="Arial"/>
                <a:sym typeface="Arial"/>
              </a:rPr>
              <a:t>Authentication, authorization, and accounting (AAA) provides a management mechanism for network security.</a:t>
            </a:r>
            <a:endParaRPr sz="1800">
              <a:latin typeface="Arial"/>
              <a:ea typeface="Arial"/>
              <a:cs typeface="Arial"/>
              <a:sym typeface="Arial"/>
            </a:endParaRPr>
          </a:p>
          <a:p>
            <a:pPr indent="-150299" lvl="1" marL="654938" rtl="0" algn="l">
              <a:lnSpc>
                <a:spcPct val="140000"/>
              </a:lnSpc>
              <a:spcBef>
                <a:spcPts val="720"/>
              </a:spcBef>
              <a:spcAft>
                <a:spcPts val="0"/>
              </a:spcAft>
              <a:buClr>
                <a:schemeClr val="dk1"/>
              </a:buClr>
              <a:buSzPts val="1600"/>
              <a:buNone/>
            </a:pPr>
            <a:r>
              <a:t/>
            </a:r>
            <a:endParaRPr sz="1600">
              <a:latin typeface="Arial"/>
              <a:ea typeface="Arial"/>
              <a:cs typeface="Arial"/>
              <a:sym typeface="Arial"/>
            </a:endParaRPr>
          </a:p>
        </p:txBody>
      </p:sp>
      <p:sp>
        <p:nvSpPr>
          <p:cNvPr id="275" name="Google Shape;275;p6"/>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latin typeface="Arial"/>
                <a:ea typeface="Arial"/>
                <a:cs typeface="Arial"/>
                <a:sym typeface="Arial"/>
              </a:rPr>
              <a:t>Basic Concepts of AAA</a:t>
            </a:r>
            <a:endParaRPr>
              <a:latin typeface="Arial"/>
              <a:ea typeface="Arial"/>
              <a:cs typeface="Arial"/>
              <a:sym typeface="Arial"/>
            </a:endParaRPr>
          </a:p>
        </p:txBody>
      </p:sp>
      <p:sp>
        <p:nvSpPr>
          <p:cNvPr id="276" name="Google Shape;276;p6"/>
          <p:cNvSpPr/>
          <p:nvPr/>
        </p:nvSpPr>
        <p:spPr>
          <a:xfrm>
            <a:off x="2691263" y="3210012"/>
            <a:ext cx="1012268" cy="360000"/>
          </a:xfrm>
          <a:prstGeom prst="roundRect">
            <a:avLst>
              <a:gd fmla="val 15000" name="adj"/>
            </a:avLst>
          </a:prstGeom>
          <a:solidFill>
            <a:srgbClr val="1AABE2">
              <a:alpha val="4705"/>
            </a:srgbClr>
          </a:solidFill>
          <a:ln cap="flat" cmpd="sng" w="12700">
            <a:solidFill>
              <a:srgbClr val="1AABE2">
                <a:alpha val="29803"/>
              </a:srgbClr>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US" sz="1600">
                <a:solidFill>
                  <a:srgbClr val="1D1D1A"/>
                </a:solidFill>
                <a:latin typeface="Arial"/>
                <a:ea typeface="Arial"/>
                <a:cs typeface="Arial"/>
                <a:sym typeface="Arial"/>
              </a:rPr>
              <a:t>Step 1</a:t>
            </a:r>
            <a:endParaRPr sz="1600">
              <a:solidFill>
                <a:srgbClr val="1D1D1A"/>
              </a:solidFill>
              <a:latin typeface="Arial"/>
              <a:ea typeface="Arial"/>
              <a:cs typeface="Arial"/>
              <a:sym typeface="Arial"/>
            </a:endParaRPr>
          </a:p>
        </p:txBody>
      </p:sp>
      <p:sp>
        <p:nvSpPr>
          <p:cNvPr id="277" name="Google Shape;277;p6"/>
          <p:cNvSpPr/>
          <p:nvPr/>
        </p:nvSpPr>
        <p:spPr>
          <a:xfrm>
            <a:off x="4582820" y="3210012"/>
            <a:ext cx="1012268" cy="360000"/>
          </a:xfrm>
          <a:prstGeom prst="roundRect">
            <a:avLst>
              <a:gd fmla="val 15000" name="adj"/>
            </a:avLst>
          </a:prstGeom>
          <a:solidFill>
            <a:srgbClr val="1AABE2">
              <a:alpha val="4705"/>
            </a:srgbClr>
          </a:solidFill>
          <a:ln cap="flat" cmpd="sng" w="12700">
            <a:solidFill>
              <a:srgbClr val="1AABE2">
                <a:alpha val="29803"/>
              </a:srgbClr>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US" sz="1600">
                <a:solidFill>
                  <a:srgbClr val="1D1D1A"/>
                </a:solidFill>
                <a:latin typeface="Arial"/>
                <a:ea typeface="Arial"/>
                <a:cs typeface="Arial"/>
                <a:sym typeface="Arial"/>
              </a:rPr>
              <a:t>Step 2</a:t>
            </a:r>
            <a:endParaRPr sz="1600">
              <a:solidFill>
                <a:srgbClr val="1D1D1A"/>
              </a:solidFill>
              <a:latin typeface="Arial"/>
              <a:ea typeface="Arial"/>
              <a:cs typeface="Arial"/>
              <a:sym typeface="Arial"/>
            </a:endParaRPr>
          </a:p>
        </p:txBody>
      </p:sp>
      <p:sp>
        <p:nvSpPr>
          <p:cNvPr id="278" name="Google Shape;278;p6"/>
          <p:cNvSpPr/>
          <p:nvPr/>
        </p:nvSpPr>
        <p:spPr>
          <a:xfrm>
            <a:off x="6525981" y="3210012"/>
            <a:ext cx="1012268" cy="360000"/>
          </a:xfrm>
          <a:prstGeom prst="roundRect">
            <a:avLst>
              <a:gd fmla="val 15000" name="adj"/>
            </a:avLst>
          </a:prstGeom>
          <a:solidFill>
            <a:srgbClr val="1AABE2">
              <a:alpha val="4705"/>
            </a:srgbClr>
          </a:solidFill>
          <a:ln cap="flat" cmpd="sng" w="12700">
            <a:solidFill>
              <a:srgbClr val="1AABE2">
                <a:alpha val="29803"/>
              </a:srgbClr>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US" sz="1600">
                <a:solidFill>
                  <a:srgbClr val="1D1D1A"/>
                </a:solidFill>
                <a:latin typeface="Arial"/>
                <a:ea typeface="Arial"/>
                <a:cs typeface="Arial"/>
                <a:sym typeface="Arial"/>
              </a:rPr>
              <a:t>Step 3</a:t>
            </a:r>
            <a:endParaRPr sz="1600">
              <a:solidFill>
                <a:srgbClr val="1D1D1A"/>
              </a:solidFill>
              <a:latin typeface="Arial"/>
              <a:ea typeface="Arial"/>
              <a:cs typeface="Arial"/>
              <a:sym typeface="Arial"/>
            </a:endParaRPr>
          </a:p>
        </p:txBody>
      </p:sp>
      <p:sp>
        <p:nvSpPr>
          <p:cNvPr id="279" name="Google Shape;279;p6"/>
          <p:cNvSpPr/>
          <p:nvPr/>
        </p:nvSpPr>
        <p:spPr>
          <a:xfrm>
            <a:off x="8425408" y="3210012"/>
            <a:ext cx="1012268" cy="360000"/>
          </a:xfrm>
          <a:prstGeom prst="roundRect">
            <a:avLst>
              <a:gd fmla="val 15000" name="adj"/>
            </a:avLst>
          </a:prstGeom>
          <a:solidFill>
            <a:srgbClr val="1AABE2">
              <a:alpha val="4705"/>
            </a:srgbClr>
          </a:solidFill>
          <a:ln cap="flat" cmpd="sng" w="12700">
            <a:solidFill>
              <a:srgbClr val="1AABE2">
                <a:alpha val="29803"/>
              </a:srgbClr>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US" sz="1600">
                <a:solidFill>
                  <a:srgbClr val="1D1D1A"/>
                </a:solidFill>
                <a:latin typeface="Arial"/>
                <a:ea typeface="Arial"/>
                <a:cs typeface="Arial"/>
                <a:sym typeface="Arial"/>
              </a:rPr>
              <a:t>Step 4</a:t>
            </a:r>
            <a:endParaRPr sz="1600">
              <a:solidFill>
                <a:srgbClr val="1D1D1A"/>
              </a:solidFill>
              <a:latin typeface="Arial"/>
              <a:ea typeface="Arial"/>
              <a:cs typeface="Arial"/>
              <a:sym typeface="Arial"/>
            </a:endParaRPr>
          </a:p>
        </p:txBody>
      </p:sp>
      <p:cxnSp>
        <p:nvCxnSpPr>
          <p:cNvPr id="280" name="Google Shape;280;p6"/>
          <p:cNvCxnSpPr/>
          <p:nvPr/>
        </p:nvCxnSpPr>
        <p:spPr>
          <a:xfrm>
            <a:off x="3682821" y="3390012"/>
            <a:ext cx="900000" cy="0"/>
          </a:xfrm>
          <a:prstGeom prst="straightConnector1">
            <a:avLst/>
          </a:prstGeom>
          <a:noFill/>
          <a:ln cap="flat" cmpd="sng" w="12700">
            <a:solidFill>
              <a:schemeClr val="dk1"/>
            </a:solidFill>
            <a:prstDash val="solid"/>
            <a:miter lim="800000"/>
            <a:headEnd len="sm" w="sm" type="none"/>
            <a:tailEnd len="sm" w="sm" type="none"/>
          </a:ln>
        </p:spPr>
      </p:cxnSp>
      <p:cxnSp>
        <p:nvCxnSpPr>
          <p:cNvPr id="281" name="Google Shape;281;p6"/>
          <p:cNvCxnSpPr/>
          <p:nvPr/>
        </p:nvCxnSpPr>
        <p:spPr>
          <a:xfrm>
            <a:off x="7538249" y="3390012"/>
            <a:ext cx="887159" cy="0"/>
          </a:xfrm>
          <a:prstGeom prst="straightConnector1">
            <a:avLst/>
          </a:prstGeom>
          <a:noFill/>
          <a:ln cap="flat" cmpd="sng" w="12700">
            <a:solidFill>
              <a:schemeClr val="dk1"/>
            </a:solidFill>
            <a:prstDash val="solid"/>
            <a:miter lim="800000"/>
            <a:headEnd len="sm" w="sm" type="none"/>
            <a:tailEnd len="sm" w="sm" type="none"/>
          </a:ln>
        </p:spPr>
      </p:cxnSp>
      <p:cxnSp>
        <p:nvCxnSpPr>
          <p:cNvPr id="282" name="Google Shape;282;p6"/>
          <p:cNvCxnSpPr/>
          <p:nvPr/>
        </p:nvCxnSpPr>
        <p:spPr>
          <a:xfrm>
            <a:off x="5595088" y="3390012"/>
            <a:ext cx="930893" cy="0"/>
          </a:xfrm>
          <a:prstGeom prst="straightConnector1">
            <a:avLst/>
          </a:prstGeom>
          <a:noFill/>
          <a:ln cap="flat" cmpd="sng" w="12700">
            <a:solidFill>
              <a:schemeClr val="dk1"/>
            </a:solidFill>
            <a:prstDash val="solid"/>
            <a:miter lim="800000"/>
            <a:headEnd len="sm" w="sm" type="none"/>
            <a:tailEnd len="sm" w="sm" type="none"/>
          </a:ln>
        </p:spPr>
      </p:cxnSp>
      <p:sp>
        <p:nvSpPr>
          <p:cNvPr id="283" name="Google Shape;283;p6"/>
          <p:cNvSpPr/>
          <p:nvPr/>
        </p:nvSpPr>
        <p:spPr>
          <a:xfrm>
            <a:off x="2962182" y="2770980"/>
            <a:ext cx="470430" cy="271506"/>
          </a:xfrm>
          <a:custGeom>
            <a:rect b="b" l="l" r="r" t="t"/>
            <a:pathLst>
              <a:path extrusionOk="0" h="498" w="911">
                <a:moveTo>
                  <a:pt x="456" y="498"/>
                </a:moveTo>
                <a:cubicBezTo>
                  <a:pt x="213" y="498"/>
                  <a:pt x="22" y="275"/>
                  <a:pt x="14" y="266"/>
                </a:cubicBezTo>
                <a:cubicBezTo>
                  <a:pt x="0" y="249"/>
                  <a:pt x="0" y="249"/>
                  <a:pt x="0" y="249"/>
                </a:cubicBezTo>
                <a:cubicBezTo>
                  <a:pt x="14" y="233"/>
                  <a:pt x="14" y="233"/>
                  <a:pt x="14" y="233"/>
                </a:cubicBezTo>
                <a:cubicBezTo>
                  <a:pt x="22" y="223"/>
                  <a:pt x="214" y="0"/>
                  <a:pt x="456" y="0"/>
                </a:cubicBezTo>
                <a:cubicBezTo>
                  <a:pt x="698" y="0"/>
                  <a:pt x="889" y="223"/>
                  <a:pt x="897" y="233"/>
                </a:cubicBezTo>
                <a:cubicBezTo>
                  <a:pt x="911" y="249"/>
                  <a:pt x="911" y="249"/>
                  <a:pt x="911" y="249"/>
                </a:cubicBezTo>
                <a:cubicBezTo>
                  <a:pt x="897" y="266"/>
                  <a:pt x="897" y="266"/>
                  <a:pt x="897" y="266"/>
                </a:cubicBezTo>
                <a:cubicBezTo>
                  <a:pt x="889" y="275"/>
                  <a:pt x="698" y="498"/>
                  <a:pt x="456" y="498"/>
                </a:cubicBezTo>
                <a:close/>
                <a:moveTo>
                  <a:pt x="578" y="85"/>
                </a:moveTo>
                <a:cubicBezTo>
                  <a:pt x="631" y="124"/>
                  <a:pt x="661" y="184"/>
                  <a:pt x="661" y="249"/>
                </a:cubicBezTo>
                <a:cubicBezTo>
                  <a:pt x="661" y="314"/>
                  <a:pt x="631" y="374"/>
                  <a:pt x="578" y="414"/>
                </a:cubicBezTo>
                <a:cubicBezTo>
                  <a:pt x="584" y="424"/>
                  <a:pt x="584" y="424"/>
                  <a:pt x="584" y="424"/>
                </a:cubicBezTo>
                <a:cubicBezTo>
                  <a:pt x="706" y="382"/>
                  <a:pt x="803" y="291"/>
                  <a:pt x="839" y="253"/>
                </a:cubicBezTo>
                <a:cubicBezTo>
                  <a:pt x="844" y="249"/>
                  <a:pt x="844" y="249"/>
                  <a:pt x="844" y="249"/>
                </a:cubicBezTo>
                <a:cubicBezTo>
                  <a:pt x="839" y="245"/>
                  <a:pt x="839" y="245"/>
                  <a:pt x="839" y="245"/>
                </a:cubicBezTo>
                <a:cubicBezTo>
                  <a:pt x="803" y="208"/>
                  <a:pt x="706" y="117"/>
                  <a:pt x="584" y="74"/>
                </a:cubicBezTo>
                <a:lnTo>
                  <a:pt x="578" y="85"/>
                </a:lnTo>
                <a:close/>
                <a:moveTo>
                  <a:pt x="327" y="74"/>
                </a:moveTo>
                <a:cubicBezTo>
                  <a:pt x="206" y="117"/>
                  <a:pt x="108" y="208"/>
                  <a:pt x="72" y="245"/>
                </a:cubicBezTo>
                <a:cubicBezTo>
                  <a:pt x="68" y="249"/>
                  <a:pt x="68" y="249"/>
                  <a:pt x="68" y="249"/>
                </a:cubicBezTo>
                <a:cubicBezTo>
                  <a:pt x="72" y="253"/>
                  <a:pt x="72" y="253"/>
                  <a:pt x="72" y="253"/>
                </a:cubicBezTo>
                <a:cubicBezTo>
                  <a:pt x="108" y="291"/>
                  <a:pt x="206" y="382"/>
                  <a:pt x="327" y="424"/>
                </a:cubicBezTo>
                <a:cubicBezTo>
                  <a:pt x="333" y="414"/>
                  <a:pt x="333" y="414"/>
                  <a:pt x="333" y="414"/>
                </a:cubicBezTo>
                <a:cubicBezTo>
                  <a:pt x="280" y="374"/>
                  <a:pt x="250" y="314"/>
                  <a:pt x="250" y="249"/>
                </a:cubicBezTo>
                <a:cubicBezTo>
                  <a:pt x="250" y="184"/>
                  <a:pt x="280" y="124"/>
                  <a:pt x="333" y="85"/>
                </a:cubicBezTo>
                <a:lnTo>
                  <a:pt x="327" y="74"/>
                </a:lnTo>
                <a:close/>
                <a:moveTo>
                  <a:pt x="456" y="119"/>
                </a:moveTo>
                <a:cubicBezTo>
                  <a:pt x="384" y="119"/>
                  <a:pt x="325" y="177"/>
                  <a:pt x="325" y="249"/>
                </a:cubicBezTo>
                <a:cubicBezTo>
                  <a:pt x="325" y="321"/>
                  <a:pt x="384" y="380"/>
                  <a:pt x="456" y="380"/>
                </a:cubicBezTo>
                <a:cubicBezTo>
                  <a:pt x="528" y="380"/>
                  <a:pt x="586" y="321"/>
                  <a:pt x="586" y="249"/>
                </a:cubicBezTo>
                <a:cubicBezTo>
                  <a:pt x="586" y="177"/>
                  <a:pt x="528" y="119"/>
                  <a:pt x="456" y="119"/>
                </a:cubicBezTo>
                <a:close/>
              </a:path>
            </a:pathLst>
          </a:custGeom>
          <a:solidFill>
            <a:srgbClr val="01B0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284" name="Google Shape;284;p6"/>
          <p:cNvSpPr/>
          <p:nvPr/>
        </p:nvSpPr>
        <p:spPr>
          <a:xfrm>
            <a:off x="4871699" y="2735967"/>
            <a:ext cx="434511" cy="369941"/>
          </a:xfrm>
          <a:custGeom>
            <a:rect b="b" l="l" r="r" t="t"/>
            <a:pathLst>
              <a:path extrusionOk="0" h="273051" w="338138">
                <a:moveTo>
                  <a:pt x="17107" y="212725"/>
                </a:moveTo>
                <a:cubicBezTo>
                  <a:pt x="17107" y="212725"/>
                  <a:pt x="17107" y="212725"/>
                  <a:pt x="200025" y="212725"/>
                </a:cubicBezTo>
                <a:cubicBezTo>
                  <a:pt x="200025" y="212725"/>
                  <a:pt x="200025" y="212725"/>
                  <a:pt x="200025" y="247650"/>
                </a:cubicBezTo>
                <a:cubicBezTo>
                  <a:pt x="200025" y="247650"/>
                  <a:pt x="200025" y="247650"/>
                  <a:pt x="17107" y="247650"/>
                </a:cubicBezTo>
                <a:cubicBezTo>
                  <a:pt x="7896" y="247650"/>
                  <a:pt x="0" y="239590"/>
                  <a:pt x="0" y="230188"/>
                </a:cubicBezTo>
                <a:cubicBezTo>
                  <a:pt x="0" y="220785"/>
                  <a:pt x="7896" y="212725"/>
                  <a:pt x="17107" y="212725"/>
                </a:cubicBezTo>
                <a:close/>
                <a:moveTo>
                  <a:pt x="248124" y="127000"/>
                </a:moveTo>
                <a:cubicBezTo>
                  <a:pt x="245506" y="127000"/>
                  <a:pt x="242888" y="129646"/>
                  <a:pt x="242888" y="132292"/>
                </a:cubicBezTo>
                <a:cubicBezTo>
                  <a:pt x="242888" y="132292"/>
                  <a:pt x="242888" y="132292"/>
                  <a:pt x="242888" y="232833"/>
                </a:cubicBezTo>
                <a:cubicBezTo>
                  <a:pt x="242888" y="235479"/>
                  <a:pt x="245506" y="238125"/>
                  <a:pt x="248124" y="238125"/>
                </a:cubicBezTo>
                <a:cubicBezTo>
                  <a:pt x="248124" y="238125"/>
                  <a:pt x="248124" y="238125"/>
                  <a:pt x="312265" y="238125"/>
                </a:cubicBezTo>
                <a:cubicBezTo>
                  <a:pt x="314883" y="238125"/>
                  <a:pt x="317501" y="235479"/>
                  <a:pt x="317501" y="232833"/>
                </a:cubicBezTo>
                <a:lnTo>
                  <a:pt x="317501" y="132292"/>
                </a:lnTo>
                <a:cubicBezTo>
                  <a:pt x="317501" y="129646"/>
                  <a:pt x="314883" y="127000"/>
                  <a:pt x="312265" y="127000"/>
                </a:cubicBezTo>
                <a:cubicBezTo>
                  <a:pt x="312265" y="127000"/>
                  <a:pt x="312265" y="127000"/>
                  <a:pt x="248124" y="127000"/>
                </a:cubicBezTo>
                <a:close/>
                <a:moveTo>
                  <a:pt x="63687" y="111125"/>
                </a:moveTo>
                <a:lnTo>
                  <a:pt x="95063" y="111125"/>
                </a:lnTo>
                <a:cubicBezTo>
                  <a:pt x="98985" y="111125"/>
                  <a:pt x="101600" y="113665"/>
                  <a:pt x="101600" y="116205"/>
                </a:cubicBezTo>
                <a:cubicBezTo>
                  <a:pt x="101600" y="116205"/>
                  <a:pt x="101600" y="116205"/>
                  <a:pt x="101600" y="142875"/>
                </a:cubicBezTo>
                <a:cubicBezTo>
                  <a:pt x="101600" y="146685"/>
                  <a:pt x="98985" y="149225"/>
                  <a:pt x="95063" y="149225"/>
                </a:cubicBezTo>
                <a:cubicBezTo>
                  <a:pt x="95063" y="149225"/>
                  <a:pt x="95063" y="149225"/>
                  <a:pt x="63687" y="149225"/>
                </a:cubicBezTo>
                <a:cubicBezTo>
                  <a:pt x="59765" y="149225"/>
                  <a:pt x="57150" y="146685"/>
                  <a:pt x="57150" y="142875"/>
                </a:cubicBezTo>
                <a:cubicBezTo>
                  <a:pt x="57150" y="142875"/>
                  <a:pt x="57150" y="142875"/>
                  <a:pt x="57150" y="116205"/>
                </a:cubicBezTo>
                <a:cubicBezTo>
                  <a:pt x="57150" y="113665"/>
                  <a:pt x="59765" y="111125"/>
                  <a:pt x="63687" y="111125"/>
                </a:cubicBezTo>
                <a:close/>
                <a:moveTo>
                  <a:pt x="240687" y="103188"/>
                </a:moveTo>
                <a:cubicBezTo>
                  <a:pt x="240687" y="103188"/>
                  <a:pt x="240687" y="103188"/>
                  <a:pt x="319701" y="103188"/>
                </a:cubicBezTo>
                <a:cubicBezTo>
                  <a:pt x="330237" y="103188"/>
                  <a:pt x="338138" y="111089"/>
                  <a:pt x="338138" y="120306"/>
                </a:cubicBezTo>
                <a:cubicBezTo>
                  <a:pt x="338138" y="120306"/>
                  <a:pt x="338138" y="120306"/>
                  <a:pt x="338138" y="254616"/>
                </a:cubicBezTo>
                <a:cubicBezTo>
                  <a:pt x="338138" y="265150"/>
                  <a:pt x="330237" y="273051"/>
                  <a:pt x="319701" y="273051"/>
                </a:cubicBezTo>
                <a:cubicBezTo>
                  <a:pt x="319701" y="273051"/>
                  <a:pt x="319701" y="273051"/>
                  <a:pt x="240687" y="273051"/>
                </a:cubicBezTo>
                <a:cubicBezTo>
                  <a:pt x="231468" y="273051"/>
                  <a:pt x="222250" y="265150"/>
                  <a:pt x="222250" y="254616"/>
                </a:cubicBezTo>
                <a:cubicBezTo>
                  <a:pt x="222250" y="254616"/>
                  <a:pt x="222250" y="254616"/>
                  <a:pt x="222250" y="120306"/>
                </a:cubicBezTo>
                <a:cubicBezTo>
                  <a:pt x="222250" y="111089"/>
                  <a:pt x="231468" y="103188"/>
                  <a:pt x="240687" y="103188"/>
                </a:cubicBezTo>
                <a:close/>
                <a:moveTo>
                  <a:pt x="130595" y="76200"/>
                </a:moveTo>
                <a:lnTo>
                  <a:pt x="163093" y="76200"/>
                </a:lnTo>
                <a:cubicBezTo>
                  <a:pt x="167155" y="76200"/>
                  <a:pt x="169863" y="78808"/>
                  <a:pt x="169863" y="82720"/>
                </a:cubicBezTo>
                <a:cubicBezTo>
                  <a:pt x="169863" y="82720"/>
                  <a:pt x="169863" y="82720"/>
                  <a:pt x="169863" y="142705"/>
                </a:cubicBezTo>
                <a:cubicBezTo>
                  <a:pt x="169863" y="146617"/>
                  <a:pt x="167155" y="149225"/>
                  <a:pt x="163093" y="149225"/>
                </a:cubicBezTo>
                <a:cubicBezTo>
                  <a:pt x="163093" y="149225"/>
                  <a:pt x="163093" y="149225"/>
                  <a:pt x="130595" y="149225"/>
                </a:cubicBezTo>
                <a:cubicBezTo>
                  <a:pt x="126533" y="149225"/>
                  <a:pt x="123825" y="146617"/>
                  <a:pt x="123825" y="142705"/>
                </a:cubicBezTo>
                <a:cubicBezTo>
                  <a:pt x="123825" y="142705"/>
                  <a:pt x="123825" y="142705"/>
                  <a:pt x="123825" y="82720"/>
                </a:cubicBezTo>
                <a:cubicBezTo>
                  <a:pt x="123825" y="78808"/>
                  <a:pt x="126533" y="76200"/>
                  <a:pt x="130595" y="76200"/>
                </a:cubicBezTo>
                <a:close/>
                <a:moveTo>
                  <a:pt x="198625" y="42863"/>
                </a:moveTo>
                <a:cubicBezTo>
                  <a:pt x="198625" y="42863"/>
                  <a:pt x="198625" y="42863"/>
                  <a:pt x="230001" y="42863"/>
                </a:cubicBezTo>
                <a:cubicBezTo>
                  <a:pt x="233923" y="42863"/>
                  <a:pt x="236538" y="45489"/>
                  <a:pt x="236538" y="49429"/>
                </a:cubicBezTo>
                <a:lnTo>
                  <a:pt x="236538" y="80944"/>
                </a:lnTo>
                <a:cubicBezTo>
                  <a:pt x="216928" y="83570"/>
                  <a:pt x="201239" y="100640"/>
                  <a:pt x="201239" y="120337"/>
                </a:cubicBezTo>
                <a:cubicBezTo>
                  <a:pt x="201239" y="120337"/>
                  <a:pt x="201239" y="120337"/>
                  <a:pt x="201239" y="149226"/>
                </a:cubicBezTo>
                <a:cubicBezTo>
                  <a:pt x="201239" y="149226"/>
                  <a:pt x="201239" y="149226"/>
                  <a:pt x="198625" y="149226"/>
                </a:cubicBezTo>
                <a:cubicBezTo>
                  <a:pt x="194703" y="149226"/>
                  <a:pt x="192088" y="146600"/>
                  <a:pt x="192088" y="142660"/>
                </a:cubicBezTo>
                <a:cubicBezTo>
                  <a:pt x="192088" y="142660"/>
                  <a:pt x="192088" y="142660"/>
                  <a:pt x="192088" y="49429"/>
                </a:cubicBezTo>
                <a:cubicBezTo>
                  <a:pt x="192088" y="45489"/>
                  <a:pt x="194703" y="42863"/>
                  <a:pt x="198625" y="42863"/>
                </a:cubicBezTo>
                <a:close/>
                <a:moveTo>
                  <a:pt x="25357" y="0"/>
                </a:moveTo>
                <a:cubicBezTo>
                  <a:pt x="25357" y="0"/>
                  <a:pt x="25357" y="0"/>
                  <a:pt x="268332" y="0"/>
                </a:cubicBezTo>
                <a:cubicBezTo>
                  <a:pt x="281537" y="0"/>
                  <a:pt x="292101" y="10513"/>
                  <a:pt x="292101" y="23655"/>
                </a:cubicBezTo>
                <a:cubicBezTo>
                  <a:pt x="292101" y="23655"/>
                  <a:pt x="292101" y="23655"/>
                  <a:pt x="292101" y="81478"/>
                </a:cubicBezTo>
                <a:cubicBezTo>
                  <a:pt x="292101" y="81478"/>
                  <a:pt x="292101" y="81478"/>
                  <a:pt x="269652" y="81478"/>
                </a:cubicBezTo>
                <a:cubicBezTo>
                  <a:pt x="269652" y="81478"/>
                  <a:pt x="269652" y="81478"/>
                  <a:pt x="269652" y="23655"/>
                </a:cubicBezTo>
                <a:cubicBezTo>
                  <a:pt x="269652" y="23655"/>
                  <a:pt x="268332" y="22341"/>
                  <a:pt x="268332" y="22341"/>
                </a:cubicBezTo>
                <a:cubicBezTo>
                  <a:pt x="268332" y="22341"/>
                  <a:pt x="268332" y="22341"/>
                  <a:pt x="25357" y="22341"/>
                </a:cubicBezTo>
                <a:cubicBezTo>
                  <a:pt x="24037" y="22341"/>
                  <a:pt x="24037" y="23655"/>
                  <a:pt x="24037" y="23655"/>
                </a:cubicBezTo>
                <a:cubicBezTo>
                  <a:pt x="24037" y="23655"/>
                  <a:pt x="24037" y="23655"/>
                  <a:pt x="24037" y="176097"/>
                </a:cubicBezTo>
                <a:cubicBezTo>
                  <a:pt x="24037" y="176097"/>
                  <a:pt x="24037" y="176097"/>
                  <a:pt x="25357" y="176097"/>
                </a:cubicBezTo>
                <a:cubicBezTo>
                  <a:pt x="25357" y="176097"/>
                  <a:pt x="25357" y="176097"/>
                  <a:pt x="200985" y="176097"/>
                </a:cubicBezTo>
                <a:cubicBezTo>
                  <a:pt x="200985" y="176097"/>
                  <a:pt x="200985" y="176097"/>
                  <a:pt x="200985" y="198438"/>
                </a:cubicBezTo>
                <a:cubicBezTo>
                  <a:pt x="200985" y="198438"/>
                  <a:pt x="200985" y="198438"/>
                  <a:pt x="25357" y="198438"/>
                </a:cubicBezTo>
                <a:cubicBezTo>
                  <a:pt x="12152" y="198438"/>
                  <a:pt x="1588" y="187925"/>
                  <a:pt x="1588" y="176097"/>
                </a:cubicBezTo>
                <a:cubicBezTo>
                  <a:pt x="1588" y="176097"/>
                  <a:pt x="1588" y="176097"/>
                  <a:pt x="1588" y="23655"/>
                </a:cubicBezTo>
                <a:cubicBezTo>
                  <a:pt x="1588" y="10513"/>
                  <a:pt x="12152" y="0"/>
                  <a:pt x="25357" y="0"/>
                </a:cubicBezTo>
                <a:close/>
              </a:path>
            </a:pathLst>
          </a:custGeom>
          <a:solidFill>
            <a:srgbClr val="01B0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285" name="Google Shape;285;p6"/>
          <p:cNvSpPr/>
          <p:nvPr/>
        </p:nvSpPr>
        <p:spPr>
          <a:xfrm>
            <a:off x="6857699" y="2652957"/>
            <a:ext cx="348833" cy="458124"/>
          </a:xfrm>
          <a:custGeom>
            <a:rect b="b" l="l" r="r" t="t"/>
            <a:pathLst>
              <a:path extrusionOk="0" h="338138" w="271462">
                <a:moveTo>
                  <a:pt x="79065" y="301625"/>
                </a:moveTo>
                <a:cubicBezTo>
                  <a:pt x="73799" y="301625"/>
                  <a:pt x="69850" y="305753"/>
                  <a:pt x="69850" y="312632"/>
                </a:cubicBezTo>
                <a:cubicBezTo>
                  <a:pt x="69850" y="318136"/>
                  <a:pt x="73799" y="322263"/>
                  <a:pt x="79065" y="322263"/>
                </a:cubicBezTo>
                <a:cubicBezTo>
                  <a:pt x="79065" y="322263"/>
                  <a:pt x="79065" y="322263"/>
                  <a:pt x="114610" y="322263"/>
                </a:cubicBezTo>
                <a:cubicBezTo>
                  <a:pt x="119875" y="322263"/>
                  <a:pt x="123825" y="318136"/>
                  <a:pt x="123825" y="312632"/>
                </a:cubicBezTo>
                <a:cubicBezTo>
                  <a:pt x="123825" y="305753"/>
                  <a:pt x="119875" y="301625"/>
                  <a:pt x="114610" y="301625"/>
                </a:cubicBezTo>
                <a:cubicBezTo>
                  <a:pt x="114610" y="301625"/>
                  <a:pt x="114610" y="301625"/>
                  <a:pt x="79065" y="301625"/>
                </a:cubicBezTo>
                <a:close/>
                <a:moveTo>
                  <a:pt x="166687" y="152400"/>
                </a:moveTo>
                <a:lnTo>
                  <a:pt x="166687" y="166688"/>
                </a:lnTo>
                <a:lnTo>
                  <a:pt x="171450" y="166688"/>
                </a:lnTo>
                <a:lnTo>
                  <a:pt x="171450" y="193676"/>
                </a:lnTo>
                <a:lnTo>
                  <a:pt x="166687" y="193676"/>
                </a:lnTo>
                <a:lnTo>
                  <a:pt x="166687" y="207963"/>
                </a:lnTo>
                <a:lnTo>
                  <a:pt x="193675" y="207963"/>
                </a:lnTo>
                <a:lnTo>
                  <a:pt x="193675" y="193676"/>
                </a:lnTo>
                <a:lnTo>
                  <a:pt x="190500" y="193676"/>
                </a:lnTo>
                <a:lnTo>
                  <a:pt x="190500" y="152400"/>
                </a:lnTo>
                <a:close/>
                <a:moveTo>
                  <a:pt x="179388" y="125413"/>
                </a:moveTo>
                <a:cubicBezTo>
                  <a:pt x="173250" y="125413"/>
                  <a:pt x="168275" y="130033"/>
                  <a:pt x="168275" y="135732"/>
                </a:cubicBezTo>
                <a:cubicBezTo>
                  <a:pt x="168275" y="141431"/>
                  <a:pt x="173250" y="146051"/>
                  <a:pt x="179388" y="146051"/>
                </a:cubicBezTo>
                <a:cubicBezTo>
                  <a:pt x="185526" y="146051"/>
                  <a:pt x="190501" y="141431"/>
                  <a:pt x="190501" y="135732"/>
                </a:cubicBezTo>
                <a:cubicBezTo>
                  <a:pt x="190501" y="130033"/>
                  <a:pt x="185526" y="125413"/>
                  <a:pt x="179388" y="125413"/>
                </a:cubicBezTo>
                <a:close/>
                <a:moveTo>
                  <a:pt x="180975" y="88900"/>
                </a:moveTo>
                <a:cubicBezTo>
                  <a:pt x="230808" y="88900"/>
                  <a:pt x="271462" y="124384"/>
                  <a:pt x="271462" y="169069"/>
                </a:cubicBezTo>
                <a:cubicBezTo>
                  <a:pt x="271462" y="212439"/>
                  <a:pt x="230808" y="249238"/>
                  <a:pt x="180975" y="249238"/>
                </a:cubicBezTo>
                <a:cubicBezTo>
                  <a:pt x="162614" y="249238"/>
                  <a:pt x="145566" y="243981"/>
                  <a:pt x="131141" y="236096"/>
                </a:cubicBezTo>
                <a:cubicBezTo>
                  <a:pt x="119338" y="243981"/>
                  <a:pt x="104912" y="242667"/>
                  <a:pt x="97044" y="242667"/>
                </a:cubicBezTo>
                <a:cubicBezTo>
                  <a:pt x="94421" y="241353"/>
                  <a:pt x="94421" y="238724"/>
                  <a:pt x="95732" y="237410"/>
                </a:cubicBezTo>
                <a:cubicBezTo>
                  <a:pt x="103601" y="232153"/>
                  <a:pt x="107535" y="225582"/>
                  <a:pt x="110158" y="219011"/>
                </a:cubicBezTo>
                <a:cubicBezTo>
                  <a:pt x="97044" y="205868"/>
                  <a:pt x="90487" y="187469"/>
                  <a:pt x="90487" y="169069"/>
                </a:cubicBezTo>
                <a:cubicBezTo>
                  <a:pt x="90487" y="124384"/>
                  <a:pt x="131141" y="88900"/>
                  <a:pt x="180975" y="88900"/>
                </a:cubicBezTo>
                <a:close/>
                <a:moveTo>
                  <a:pt x="37042" y="0"/>
                </a:moveTo>
                <a:cubicBezTo>
                  <a:pt x="37042" y="0"/>
                  <a:pt x="37042" y="0"/>
                  <a:pt x="162719" y="0"/>
                </a:cubicBezTo>
                <a:cubicBezTo>
                  <a:pt x="182563" y="0"/>
                  <a:pt x="198438" y="17171"/>
                  <a:pt x="198438" y="38304"/>
                </a:cubicBezTo>
                <a:cubicBezTo>
                  <a:pt x="198438" y="38304"/>
                  <a:pt x="198438" y="38304"/>
                  <a:pt x="198438" y="67363"/>
                </a:cubicBezTo>
                <a:cubicBezTo>
                  <a:pt x="193147" y="67363"/>
                  <a:pt x="186532" y="66042"/>
                  <a:pt x="181240" y="66042"/>
                </a:cubicBezTo>
                <a:cubicBezTo>
                  <a:pt x="175949" y="66042"/>
                  <a:pt x="170657" y="67363"/>
                  <a:pt x="165365" y="67363"/>
                </a:cubicBezTo>
                <a:cubicBezTo>
                  <a:pt x="165365" y="67363"/>
                  <a:pt x="165365" y="67363"/>
                  <a:pt x="165365" y="51513"/>
                </a:cubicBezTo>
                <a:cubicBezTo>
                  <a:pt x="165365" y="51513"/>
                  <a:pt x="165365" y="51513"/>
                  <a:pt x="34396" y="51513"/>
                </a:cubicBezTo>
                <a:cubicBezTo>
                  <a:pt x="34396" y="51513"/>
                  <a:pt x="33073" y="51513"/>
                  <a:pt x="33073" y="51513"/>
                </a:cubicBezTo>
                <a:cubicBezTo>
                  <a:pt x="33073" y="51513"/>
                  <a:pt x="33073" y="51513"/>
                  <a:pt x="33073" y="286625"/>
                </a:cubicBezTo>
                <a:cubicBezTo>
                  <a:pt x="33073" y="286625"/>
                  <a:pt x="34396" y="286625"/>
                  <a:pt x="34396" y="286625"/>
                </a:cubicBezTo>
                <a:cubicBezTo>
                  <a:pt x="34396" y="286625"/>
                  <a:pt x="34396" y="286625"/>
                  <a:pt x="165365" y="286625"/>
                </a:cubicBezTo>
                <a:cubicBezTo>
                  <a:pt x="165365" y="286625"/>
                  <a:pt x="165365" y="286625"/>
                  <a:pt x="165365" y="270775"/>
                </a:cubicBezTo>
                <a:cubicBezTo>
                  <a:pt x="170657" y="270775"/>
                  <a:pt x="175949" y="272096"/>
                  <a:pt x="181240" y="272096"/>
                </a:cubicBezTo>
                <a:cubicBezTo>
                  <a:pt x="186532" y="272096"/>
                  <a:pt x="193147" y="270775"/>
                  <a:pt x="198438" y="270775"/>
                </a:cubicBezTo>
                <a:cubicBezTo>
                  <a:pt x="198438" y="270775"/>
                  <a:pt x="198438" y="270775"/>
                  <a:pt x="198438" y="299834"/>
                </a:cubicBezTo>
                <a:cubicBezTo>
                  <a:pt x="198438" y="320967"/>
                  <a:pt x="182563" y="338138"/>
                  <a:pt x="162719" y="338138"/>
                </a:cubicBezTo>
                <a:cubicBezTo>
                  <a:pt x="162719" y="338138"/>
                  <a:pt x="162719" y="338138"/>
                  <a:pt x="37042" y="338138"/>
                </a:cubicBezTo>
                <a:cubicBezTo>
                  <a:pt x="17198" y="338138"/>
                  <a:pt x="0" y="320967"/>
                  <a:pt x="0" y="299834"/>
                </a:cubicBezTo>
                <a:cubicBezTo>
                  <a:pt x="0" y="299834"/>
                  <a:pt x="0" y="299834"/>
                  <a:pt x="0" y="38304"/>
                </a:cubicBezTo>
                <a:cubicBezTo>
                  <a:pt x="0" y="17171"/>
                  <a:pt x="17198" y="0"/>
                  <a:pt x="37042" y="0"/>
                </a:cubicBezTo>
                <a:close/>
              </a:path>
            </a:pathLst>
          </a:custGeom>
          <a:solidFill>
            <a:srgbClr val="01B0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286" name="Google Shape;286;p6"/>
          <p:cNvSpPr/>
          <p:nvPr/>
        </p:nvSpPr>
        <p:spPr>
          <a:xfrm>
            <a:off x="8714287" y="2697252"/>
            <a:ext cx="434511" cy="447369"/>
          </a:xfrm>
          <a:custGeom>
            <a:rect b="b" l="l" r="r" t="t"/>
            <a:pathLst>
              <a:path extrusionOk="0" h="330200" w="338138">
                <a:moveTo>
                  <a:pt x="279401" y="293687"/>
                </a:moveTo>
                <a:cubicBezTo>
                  <a:pt x="276755" y="293687"/>
                  <a:pt x="275432" y="295030"/>
                  <a:pt x="274109" y="296374"/>
                </a:cubicBezTo>
                <a:cubicBezTo>
                  <a:pt x="271463" y="297717"/>
                  <a:pt x="271463" y="300404"/>
                  <a:pt x="271463" y="303090"/>
                </a:cubicBezTo>
                <a:cubicBezTo>
                  <a:pt x="271463" y="304434"/>
                  <a:pt x="271463" y="307120"/>
                  <a:pt x="274109" y="308464"/>
                </a:cubicBezTo>
                <a:cubicBezTo>
                  <a:pt x="275432" y="309807"/>
                  <a:pt x="276755" y="311150"/>
                  <a:pt x="279401" y="311150"/>
                </a:cubicBezTo>
                <a:cubicBezTo>
                  <a:pt x="282046" y="311150"/>
                  <a:pt x="283369" y="309807"/>
                  <a:pt x="286015" y="308464"/>
                </a:cubicBezTo>
                <a:cubicBezTo>
                  <a:pt x="287338" y="307120"/>
                  <a:pt x="287338" y="304434"/>
                  <a:pt x="287338" y="303090"/>
                </a:cubicBezTo>
                <a:cubicBezTo>
                  <a:pt x="287338" y="300404"/>
                  <a:pt x="287338" y="297717"/>
                  <a:pt x="286015" y="296374"/>
                </a:cubicBezTo>
                <a:cubicBezTo>
                  <a:pt x="283369" y="295030"/>
                  <a:pt x="282046" y="293687"/>
                  <a:pt x="279401" y="293687"/>
                </a:cubicBezTo>
                <a:close/>
                <a:moveTo>
                  <a:pt x="222250" y="282575"/>
                </a:moveTo>
                <a:cubicBezTo>
                  <a:pt x="223567" y="282575"/>
                  <a:pt x="223567" y="282575"/>
                  <a:pt x="223567" y="282575"/>
                </a:cubicBezTo>
                <a:lnTo>
                  <a:pt x="338138" y="282575"/>
                </a:lnTo>
                <a:cubicBezTo>
                  <a:pt x="338138" y="282575"/>
                  <a:pt x="338138" y="282575"/>
                  <a:pt x="338138" y="298450"/>
                </a:cubicBezTo>
                <a:cubicBezTo>
                  <a:pt x="338138" y="315648"/>
                  <a:pt x="323652" y="330200"/>
                  <a:pt x="305215" y="330200"/>
                </a:cubicBezTo>
                <a:cubicBezTo>
                  <a:pt x="305215" y="330200"/>
                  <a:pt x="305215" y="330200"/>
                  <a:pt x="255173" y="330200"/>
                </a:cubicBezTo>
                <a:cubicBezTo>
                  <a:pt x="236736" y="330200"/>
                  <a:pt x="222250" y="315648"/>
                  <a:pt x="222250" y="298450"/>
                </a:cubicBezTo>
                <a:cubicBezTo>
                  <a:pt x="222250" y="298450"/>
                  <a:pt x="222250" y="298450"/>
                  <a:pt x="222250" y="282575"/>
                </a:cubicBezTo>
                <a:close/>
                <a:moveTo>
                  <a:pt x="55563" y="274637"/>
                </a:moveTo>
                <a:cubicBezTo>
                  <a:pt x="55563" y="274637"/>
                  <a:pt x="55563" y="274637"/>
                  <a:pt x="149226" y="274637"/>
                </a:cubicBezTo>
                <a:cubicBezTo>
                  <a:pt x="145268" y="296227"/>
                  <a:pt x="125481" y="312737"/>
                  <a:pt x="103054" y="312737"/>
                </a:cubicBezTo>
                <a:cubicBezTo>
                  <a:pt x="79309" y="312737"/>
                  <a:pt x="59521" y="296227"/>
                  <a:pt x="55563" y="274637"/>
                </a:cubicBezTo>
                <a:close/>
                <a:moveTo>
                  <a:pt x="168911" y="244475"/>
                </a:moveTo>
                <a:cubicBezTo>
                  <a:pt x="168911" y="244475"/>
                  <a:pt x="168911" y="244475"/>
                  <a:pt x="205459" y="244475"/>
                </a:cubicBezTo>
                <a:cubicBezTo>
                  <a:pt x="211985" y="244475"/>
                  <a:pt x="215901" y="249767"/>
                  <a:pt x="215901" y="256381"/>
                </a:cubicBezTo>
                <a:cubicBezTo>
                  <a:pt x="215901" y="262996"/>
                  <a:pt x="211985" y="268288"/>
                  <a:pt x="205459" y="268288"/>
                </a:cubicBezTo>
                <a:cubicBezTo>
                  <a:pt x="205459" y="268288"/>
                  <a:pt x="205459" y="268288"/>
                  <a:pt x="168911" y="268288"/>
                </a:cubicBezTo>
                <a:cubicBezTo>
                  <a:pt x="162384" y="268288"/>
                  <a:pt x="157163" y="262996"/>
                  <a:pt x="157163" y="256381"/>
                </a:cubicBezTo>
                <a:cubicBezTo>
                  <a:pt x="157163" y="249767"/>
                  <a:pt x="162384" y="244475"/>
                  <a:pt x="168911" y="244475"/>
                </a:cubicBezTo>
                <a:close/>
                <a:moveTo>
                  <a:pt x="53975" y="236537"/>
                </a:moveTo>
                <a:lnTo>
                  <a:pt x="150813" y="236537"/>
                </a:lnTo>
                <a:lnTo>
                  <a:pt x="150813" y="258762"/>
                </a:lnTo>
                <a:lnTo>
                  <a:pt x="53975" y="258762"/>
                </a:lnTo>
                <a:close/>
                <a:moveTo>
                  <a:pt x="255173" y="150812"/>
                </a:moveTo>
                <a:cubicBezTo>
                  <a:pt x="255173" y="150812"/>
                  <a:pt x="255173" y="150812"/>
                  <a:pt x="305215" y="150812"/>
                </a:cubicBezTo>
                <a:cubicBezTo>
                  <a:pt x="323652" y="150812"/>
                  <a:pt x="338138" y="165135"/>
                  <a:pt x="338138" y="182063"/>
                </a:cubicBezTo>
                <a:cubicBezTo>
                  <a:pt x="338138" y="182063"/>
                  <a:pt x="338138" y="182063"/>
                  <a:pt x="338138" y="266700"/>
                </a:cubicBezTo>
                <a:cubicBezTo>
                  <a:pt x="338138" y="266700"/>
                  <a:pt x="338138" y="266700"/>
                  <a:pt x="223567" y="266700"/>
                </a:cubicBezTo>
                <a:cubicBezTo>
                  <a:pt x="223567" y="266700"/>
                  <a:pt x="223567" y="266700"/>
                  <a:pt x="222250" y="266700"/>
                </a:cubicBezTo>
                <a:cubicBezTo>
                  <a:pt x="222250" y="266700"/>
                  <a:pt x="222250" y="266700"/>
                  <a:pt x="222250" y="182063"/>
                </a:cubicBezTo>
                <a:cubicBezTo>
                  <a:pt x="222250" y="165135"/>
                  <a:pt x="236736" y="150812"/>
                  <a:pt x="255173" y="150812"/>
                </a:cubicBezTo>
                <a:close/>
                <a:moveTo>
                  <a:pt x="85111" y="128587"/>
                </a:moveTo>
                <a:cubicBezTo>
                  <a:pt x="85111" y="128587"/>
                  <a:pt x="85111" y="128587"/>
                  <a:pt x="97913" y="135164"/>
                </a:cubicBezTo>
                <a:cubicBezTo>
                  <a:pt x="100474" y="136479"/>
                  <a:pt x="104314" y="136479"/>
                  <a:pt x="106875" y="135164"/>
                </a:cubicBezTo>
                <a:cubicBezTo>
                  <a:pt x="106875" y="135164"/>
                  <a:pt x="106875" y="135164"/>
                  <a:pt x="119678" y="128587"/>
                </a:cubicBezTo>
                <a:cubicBezTo>
                  <a:pt x="119678" y="128587"/>
                  <a:pt x="119678" y="128587"/>
                  <a:pt x="122238" y="129902"/>
                </a:cubicBezTo>
                <a:lnTo>
                  <a:pt x="109435" y="220662"/>
                </a:lnTo>
                <a:cubicBezTo>
                  <a:pt x="109435" y="220662"/>
                  <a:pt x="109435" y="220662"/>
                  <a:pt x="95353" y="220662"/>
                </a:cubicBezTo>
                <a:cubicBezTo>
                  <a:pt x="95353" y="220662"/>
                  <a:pt x="95353" y="220662"/>
                  <a:pt x="82550" y="129902"/>
                </a:cubicBezTo>
                <a:cubicBezTo>
                  <a:pt x="82550" y="129902"/>
                  <a:pt x="82550" y="129902"/>
                  <a:pt x="85111" y="128587"/>
                </a:cubicBezTo>
                <a:close/>
                <a:moveTo>
                  <a:pt x="224631" y="60325"/>
                </a:moveTo>
                <a:cubicBezTo>
                  <a:pt x="224631" y="60325"/>
                  <a:pt x="224631" y="60325"/>
                  <a:pt x="280194" y="60325"/>
                </a:cubicBezTo>
                <a:cubicBezTo>
                  <a:pt x="286808" y="60325"/>
                  <a:pt x="292100" y="65599"/>
                  <a:pt x="292100" y="70872"/>
                </a:cubicBezTo>
                <a:cubicBezTo>
                  <a:pt x="292100" y="70872"/>
                  <a:pt x="292100" y="70872"/>
                  <a:pt x="292100" y="127565"/>
                </a:cubicBezTo>
                <a:cubicBezTo>
                  <a:pt x="292100" y="132839"/>
                  <a:pt x="286808" y="138113"/>
                  <a:pt x="280194" y="138113"/>
                </a:cubicBezTo>
                <a:cubicBezTo>
                  <a:pt x="273579" y="138113"/>
                  <a:pt x="269610" y="132839"/>
                  <a:pt x="269610" y="127565"/>
                </a:cubicBezTo>
                <a:cubicBezTo>
                  <a:pt x="269610" y="127565"/>
                  <a:pt x="269610" y="127565"/>
                  <a:pt x="269610" y="82738"/>
                </a:cubicBezTo>
                <a:cubicBezTo>
                  <a:pt x="269610" y="82738"/>
                  <a:pt x="269610" y="82738"/>
                  <a:pt x="224631" y="82738"/>
                </a:cubicBezTo>
                <a:cubicBezTo>
                  <a:pt x="218017" y="82738"/>
                  <a:pt x="212725" y="77465"/>
                  <a:pt x="212725" y="70872"/>
                </a:cubicBezTo>
                <a:cubicBezTo>
                  <a:pt x="212725" y="65599"/>
                  <a:pt x="218017" y="60325"/>
                  <a:pt x="224631" y="60325"/>
                </a:cubicBezTo>
                <a:close/>
                <a:moveTo>
                  <a:pt x="103055" y="0"/>
                </a:moveTo>
                <a:cubicBezTo>
                  <a:pt x="158546" y="0"/>
                  <a:pt x="204788" y="44658"/>
                  <a:pt x="204788" y="101137"/>
                </a:cubicBezTo>
                <a:cubicBezTo>
                  <a:pt x="204788" y="135287"/>
                  <a:pt x="188934" y="165497"/>
                  <a:pt x="161188" y="185199"/>
                </a:cubicBezTo>
                <a:cubicBezTo>
                  <a:pt x="161188" y="185199"/>
                  <a:pt x="161188" y="185199"/>
                  <a:pt x="151940" y="220663"/>
                </a:cubicBezTo>
                <a:cubicBezTo>
                  <a:pt x="151940" y="220663"/>
                  <a:pt x="151940" y="220663"/>
                  <a:pt x="125515" y="220663"/>
                </a:cubicBezTo>
                <a:cubicBezTo>
                  <a:pt x="125515" y="220663"/>
                  <a:pt x="125515" y="220663"/>
                  <a:pt x="137406" y="136601"/>
                </a:cubicBezTo>
                <a:cubicBezTo>
                  <a:pt x="137406" y="136601"/>
                  <a:pt x="138727" y="136601"/>
                  <a:pt x="138727" y="136601"/>
                </a:cubicBezTo>
                <a:cubicBezTo>
                  <a:pt x="142691" y="136601"/>
                  <a:pt x="146655" y="133974"/>
                  <a:pt x="149297" y="130033"/>
                </a:cubicBezTo>
                <a:cubicBezTo>
                  <a:pt x="151940" y="124780"/>
                  <a:pt x="149297" y="118212"/>
                  <a:pt x="144012" y="115585"/>
                </a:cubicBezTo>
                <a:cubicBezTo>
                  <a:pt x="144012" y="115585"/>
                  <a:pt x="144012" y="115585"/>
                  <a:pt x="125515" y="106391"/>
                </a:cubicBezTo>
                <a:cubicBezTo>
                  <a:pt x="122873" y="105077"/>
                  <a:pt x="118909" y="105077"/>
                  <a:pt x="116267" y="106391"/>
                </a:cubicBezTo>
                <a:cubicBezTo>
                  <a:pt x="116267" y="106391"/>
                  <a:pt x="116267" y="106391"/>
                  <a:pt x="103055" y="112958"/>
                </a:cubicBezTo>
                <a:cubicBezTo>
                  <a:pt x="103055" y="112958"/>
                  <a:pt x="103055" y="112958"/>
                  <a:pt x="88521" y="106391"/>
                </a:cubicBezTo>
                <a:cubicBezTo>
                  <a:pt x="85879" y="105077"/>
                  <a:pt x="81915" y="105077"/>
                  <a:pt x="79273" y="106391"/>
                </a:cubicBezTo>
                <a:cubicBezTo>
                  <a:pt x="79273" y="106391"/>
                  <a:pt x="79273" y="106391"/>
                  <a:pt x="60776" y="115585"/>
                </a:cubicBezTo>
                <a:cubicBezTo>
                  <a:pt x="55491" y="118212"/>
                  <a:pt x="52848" y="124780"/>
                  <a:pt x="55491" y="130033"/>
                </a:cubicBezTo>
                <a:cubicBezTo>
                  <a:pt x="58133" y="135287"/>
                  <a:pt x="63418" y="136601"/>
                  <a:pt x="67382" y="136601"/>
                </a:cubicBezTo>
                <a:cubicBezTo>
                  <a:pt x="67382" y="136601"/>
                  <a:pt x="67382" y="136601"/>
                  <a:pt x="79273" y="220663"/>
                </a:cubicBezTo>
                <a:cubicBezTo>
                  <a:pt x="79273" y="220663"/>
                  <a:pt x="79273" y="220663"/>
                  <a:pt x="52848" y="220663"/>
                </a:cubicBezTo>
                <a:cubicBezTo>
                  <a:pt x="52848" y="220663"/>
                  <a:pt x="52848" y="220663"/>
                  <a:pt x="43600" y="185199"/>
                </a:cubicBezTo>
                <a:cubicBezTo>
                  <a:pt x="15854" y="165497"/>
                  <a:pt x="0" y="135287"/>
                  <a:pt x="0" y="101137"/>
                </a:cubicBezTo>
                <a:cubicBezTo>
                  <a:pt x="0" y="44658"/>
                  <a:pt x="46242" y="0"/>
                  <a:pt x="103055" y="0"/>
                </a:cubicBezTo>
                <a:close/>
              </a:path>
            </a:pathLst>
          </a:custGeom>
          <a:solidFill>
            <a:srgbClr val="01B0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287" name="Google Shape;287;p6"/>
          <p:cNvSpPr/>
          <p:nvPr/>
        </p:nvSpPr>
        <p:spPr>
          <a:xfrm>
            <a:off x="2224184" y="3700910"/>
            <a:ext cx="1946427" cy="453000"/>
          </a:xfrm>
          <a:prstGeom prst="rect">
            <a:avLst/>
          </a:prstGeom>
          <a:noFill/>
          <a:ln>
            <a:noFill/>
          </a:ln>
        </p:spPr>
        <p:txBody>
          <a:bodyPr anchorCtr="1" anchor="ctr" bIns="46800" lIns="90000" spcFirstLastPara="1" rIns="90000" wrap="square" tIns="46800">
            <a:noAutofit/>
          </a:bodyPr>
          <a:lstStyle/>
          <a:p>
            <a:pPr indent="0" lvl="0" marL="0" marR="0" rtl="0" algn="ctr">
              <a:spcBef>
                <a:spcPts val="0"/>
              </a:spcBef>
              <a:spcAft>
                <a:spcPts val="0"/>
              </a:spcAft>
              <a:buNone/>
            </a:pPr>
            <a:r>
              <a:rPr lang="en-US" sz="1600">
                <a:solidFill>
                  <a:schemeClr val="dk1"/>
                </a:solidFill>
                <a:latin typeface="Arial"/>
                <a:ea typeface="Arial"/>
                <a:cs typeface="Arial"/>
                <a:sym typeface="Arial"/>
              </a:rPr>
              <a:t>User identity</a:t>
            </a:r>
            <a:endParaRPr sz="1600">
              <a:solidFill>
                <a:schemeClr val="dk1"/>
              </a:solidFill>
              <a:latin typeface="Arial"/>
              <a:ea typeface="Arial"/>
              <a:cs typeface="Arial"/>
              <a:sym typeface="Arial"/>
            </a:endParaRPr>
          </a:p>
        </p:txBody>
      </p:sp>
      <p:sp>
        <p:nvSpPr>
          <p:cNvPr id="288" name="Google Shape;288;p6"/>
          <p:cNvSpPr txBox="1"/>
          <p:nvPr/>
        </p:nvSpPr>
        <p:spPr>
          <a:xfrm>
            <a:off x="2335225" y="4190486"/>
            <a:ext cx="1724344" cy="1373186"/>
          </a:xfrm>
          <a:prstGeom prst="rect">
            <a:avLst/>
          </a:prstGeom>
          <a:noFill/>
          <a:ln>
            <a:noFill/>
          </a:ln>
        </p:spPr>
        <p:txBody>
          <a:bodyPr anchorCtr="1" anchor="t" bIns="46800" lIns="90000" spcFirstLastPara="1" rIns="90000" wrap="square" tIns="46800">
            <a:noAutofit/>
          </a:bodyPr>
          <a:lstStyle/>
          <a:p>
            <a:pPr indent="0" lvl="0" marL="0" marR="0" rtl="0" algn="l">
              <a:lnSpc>
                <a:spcPct val="120000"/>
              </a:lnSpc>
              <a:spcBef>
                <a:spcPts val="0"/>
              </a:spcBef>
              <a:spcAft>
                <a:spcPts val="0"/>
              </a:spcAft>
              <a:buNone/>
            </a:pPr>
            <a:r>
              <a:rPr lang="en-US" sz="1400">
                <a:solidFill>
                  <a:schemeClr val="dk1"/>
                </a:solidFill>
                <a:latin typeface="Arial"/>
                <a:ea typeface="Arial"/>
                <a:cs typeface="Arial"/>
                <a:sym typeface="Arial"/>
              </a:rPr>
              <a:t>Identifies users by information such as the account and password.</a:t>
            </a:r>
            <a:endParaRPr sz="1400">
              <a:solidFill>
                <a:schemeClr val="dk1"/>
              </a:solidFill>
              <a:latin typeface="Arial"/>
              <a:ea typeface="Arial"/>
              <a:cs typeface="Arial"/>
              <a:sym typeface="Arial"/>
            </a:endParaRPr>
          </a:p>
        </p:txBody>
      </p:sp>
      <p:sp>
        <p:nvSpPr>
          <p:cNvPr id="289" name="Google Shape;289;p6"/>
          <p:cNvSpPr/>
          <p:nvPr/>
        </p:nvSpPr>
        <p:spPr>
          <a:xfrm>
            <a:off x="4300804" y="3700910"/>
            <a:ext cx="1576300" cy="453000"/>
          </a:xfrm>
          <a:prstGeom prst="rect">
            <a:avLst/>
          </a:prstGeom>
          <a:noFill/>
          <a:ln>
            <a:noFill/>
          </a:ln>
        </p:spPr>
        <p:txBody>
          <a:bodyPr anchorCtr="1" anchor="ctr" bIns="46800" lIns="90000" spcFirstLastPara="1" rIns="90000" wrap="square" tIns="46800">
            <a:noAutofit/>
          </a:bodyPr>
          <a:lstStyle/>
          <a:p>
            <a:pPr indent="0" lvl="0" marL="0" marR="0" rtl="0" algn="ctr">
              <a:spcBef>
                <a:spcPts val="0"/>
              </a:spcBef>
              <a:spcAft>
                <a:spcPts val="0"/>
              </a:spcAft>
              <a:buNone/>
            </a:pPr>
            <a:r>
              <a:rPr lang="en-US" sz="1600">
                <a:solidFill>
                  <a:schemeClr val="dk1"/>
                </a:solidFill>
                <a:latin typeface="Arial"/>
                <a:ea typeface="Arial"/>
                <a:cs typeface="Arial"/>
                <a:sym typeface="Arial"/>
              </a:rPr>
              <a:t>Authentication</a:t>
            </a:r>
            <a:endParaRPr sz="1600">
              <a:solidFill>
                <a:schemeClr val="dk1"/>
              </a:solidFill>
              <a:latin typeface="Arial"/>
              <a:ea typeface="Arial"/>
              <a:cs typeface="Arial"/>
              <a:sym typeface="Arial"/>
            </a:endParaRPr>
          </a:p>
        </p:txBody>
      </p:sp>
      <p:sp>
        <p:nvSpPr>
          <p:cNvPr id="290" name="Google Shape;290;p6"/>
          <p:cNvSpPr txBox="1"/>
          <p:nvPr/>
        </p:nvSpPr>
        <p:spPr>
          <a:xfrm>
            <a:off x="4177160" y="4190485"/>
            <a:ext cx="1823587" cy="1373187"/>
          </a:xfrm>
          <a:prstGeom prst="rect">
            <a:avLst/>
          </a:prstGeom>
          <a:noFill/>
          <a:ln>
            <a:noFill/>
          </a:ln>
        </p:spPr>
        <p:txBody>
          <a:bodyPr anchorCtr="1" anchor="t" bIns="46800" lIns="90000" spcFirstLastPara="1" rIns="90000" wrap="square" tIns="46800">
            <a:noAutofit/>
          </a:bodyPr>
          <a:lstStyle/>
          <a:p>
            <a:pPr indent="0" lvl="0" marL="0" marR="0" rtl="0" algn="l">
              <a:lnSpc>
                <a:spcPct val="120000"/>
              </a:lnSpc>
              <a:spcBef>
                <a:spcPts val="0"/>
              </a:spcBef>
              <a:spcAft>
                <a:spcPts val="0"/>
              </a:spcAft>
              <a:buNone/>
            </a:pPr>
            <a:r>
              <a:rPr lang="en-US" sz="1400">
                <a:solidFill>
                  <a:schemeClr val="dk1"/>
                </a:solidFill>
                <a:latin typeface="Arial"/>
                <a:ea typeface="Arial"/>
                <a:cs typeface="Arial"/>
                <a:sym typeface="Arial"/>
              </a:rPr>
              <a:t>Identifies and authenticates users who attempt to access resources.</a:t>
            </a:r>
            <a:endParaRPr/>
          </a:p>
        </p:txBody>
      </p:sp>
      <p:sp>
        <p:nvSpPr>
          <p:cNvPr id="291" name="Google Shape;291;p6"/>
          <p:cNvSpPr/>
          <p:nvPr/>
        </p:nvSpPr>
        <p:spPr>
          <a:xfrm>
            <a:off x="6261026" y="3700910"/>
            <a:ext cx="1542178" cy="453000"/>
          </a:xfrm>
          <a:prstGeom prst="rect">
            <a:avLst/>
          </a:prstGeom>
          <a:noFill/>
          <a:ln>
            <a:noFill/>
          </a:ln>
        </p:spPr>
        <p:txBody>
          <a:bodyPr anchorCtr="1" anchor="ctr" bIns="46800" lIns="90000" spcFirstLastPara="1" rIns="90000" wrap="square" tIns="46800">
            <a:noAutofit/>
          </a:bodyPr>
          <a:lstStyle/>
          <a:p>
            <a:pPr indent="0" lvl="0" marL="0" marR="0" rtl="0" algn="ctr">
              <a:spcBef>
                <a:spcPts val="0"/>
              </a:spcBef>
              <a:spcAft>
                <a:spcPts val="0"/>
              </a:spcAft>
              <a:buNone/>
            </a:pPr>
            <a:r>
              <a:rPr lang="en-US" sz="1600">
                <a:solidFill>
                  <a:schemeClr val="dk1"/>
                </a:solidFill>
                <a:latin typeface="Arial"/>
                <a:ea typeface="Arial"/>
                <a:cs typeface="Arial"/>
                <a:sym typeface="Arial"/>
              </a:rPr>
              <a:t>Authorization</a:t>
            </a:r>
            <a:endParaRPr sz="1600">
              <a:solidFill>
                <a:schemeClr val="dk1"/>
              </a:solidFill>
              <a:latin typeface="Arial"/>
              <a:ea typeface="Arial"/>
              <a:cs typeface="Arial"/>
              <a:sym typeface="Arial"/>
            </a:endParaRPr>
          </a:p>
        </p:txBody>
      </p:sp>
      <p:sp>
        <p:nvSpPr>
          <p:cNvPr id="292" name="Google Shape;292;p6"/>
          <p:cNvSpPr txBox="1"/>
          <p:nvPr/>
        </p:nvSpPr>
        <p:spPr>
          <a:xfrm>
            <a:off x="6051711" y="4190485"/>
            <a:ext cx="1960807" cy="1257277"/>
          </a:xfrm>
          <a:prstGeom prst="rect">
            <a:avLst/>
          </a:prstGeom>
          <a:noFill/>
          <a:ln>
            <a:noFill/>
          </a:ln>
        </p:spPr>
        <p:txBody>
          <a:bodyPr anchorCtr="1" anchor="t" bIns="46800" lIns="90000" spcFirstLastPara="1" rIns="90000" wrap="square" tIns="46800">
            <a:noAutofit/>
          </a:bodyPr>
          <a:lstStyle/>
          <a:p>
            <a:pPr indent="0" lvl="0" marL="0" marR="0" rtl="0" algn="l">
              <a:lnSpc>
                <a:spcPct val="120000"/>
              </a:lnSpc>
              <a:spcBef>
                <a:spcPts val="0"/>
              </a:spcBef>
              <a:spcAft>
                <a:spcPts val="0"/>
              </a:spcAft>
              <a:buNone/>
            </a:pPr>
            <a:r>
              <a:rPr lang="en-US" sz="1400">
                <a:solidFill>
                  <a:schemeClr val="dk1"/>
                </a:solidFill>
                <a:latin typeface="Arial"/>
                <a:ea typeface="Arial"/>
                <a:cs typeface="Arial"/>
                <a:sym typeface="Arial"/>
              </a:rPr>
              <a:t>Determines whether the access is granted authorization.</a:t>
            </a:r>
            <a:endParaRPr/>
          </a:p>
        </p:txBody>
      </p:sp>
      <p:sp>
        <p:nvSpPr>
          <p:cNvPr id="293" name="Google Shape;293;p6"/>
          <p:cNvSpPr/>
          <p:nvPr/>
        </p:nvSpPr>
        <p:spPr>
          <a:xfrm>
            <a:off x="8226701" y="3767787"/>
            <a:ext cx="1409683" cy="319247"/>
          </a:xfrm>
          <a:prstGeom prst="rect">
            <a:avLst/>
          </a:prstGeom>
          <a:noFill/>
          <a:ln>
            <a:noFill/>
          </a:ln>
        </p:spPr>
        <p:txBody>
          <a:bodyPr anchorCtr="1" anchor="ctr" bIns="46800" lIns="90000" spcFirstLastPara="1" rIns="90000" wrap="square" tIns="46800">
            <a:noAutofit/>
          </a:bodyPr>
          <a:lstStyle/>
          <a:p>
            <a:pPr indent="0" lvl="0" marL="0" marR="0" rtl="0" algn="ctr">
              <a:spcBef>
                <a:spcPts val="0"/>
              </a:spcBef>
              <a:spcAft>
                <a:spcPts val="0"/>
              </a:spcAft>
              <a:buNone/>
            </a:pPr>
            <a:r>
              <a:rPr lang="en-US" sz="1600">
                <a:solidFill>
                  <a:schemeClr val="dk1"/>
                </a:solidFill>
                <a:latin typeface="Arial"/>
                <a:ea typeface="Arial"/>
                <a:cs typeface="Arial"/>
                <a:sym typeface="Arial"/>
              </a:rPr>
              <a:t>Accounting</a:t>
            </a:r>
            <a:endParaRPr sz="1600">
              <a:solidFill>
                <a:schemeClr val="dk1"/>
              </a:solidFill>
              <a:latin typeface="Arial"/>
              <a:ea typeface="Arial"/>
              <a:cs typeface="Arial"/>
              <a:sym typeface="Arial"/>
            </a:endParaRPr>
          </a:p>
        </p:txBody>
      </p:sp>
      <p:sp>
        <p:nvSpPr>
          <p:cNvPr id="294" name="Google Shape;294;p6"/>
          <p:cNvSpPr txBox="1"/>
          <p:nvPr/>
        </p:nvSpPr>
        <p:spPr>
          <a:xfrm>
            <a:off x="8063482" y="4208488"/>
            <a:ext cx="1855305" cy="666834"/>
          </a:xfrm>
          <a:prstGeom prst="rect">
            <a:avLst/>
          </a:prstGeom>
          <a:noFill/>
          <a:ln>
            <a:noFill/>
          </a:ln>
        </p:spPr>
        <p:txBody>
          <a:bodyPr anchorCtr="1" anchor="t" bIns="46800" lIns="90000" spcFirstLastPara="1" rIns="90000" wrap="square" tIns="46800">
            <a:noAutofit/>
          </a:bodyPr>
          <a:lstStyle/>
          <a:p>
            <a:pPr indent="0" lvl="0" marL="0" marR="0" rtl="0" algn="l">
              <a:lnSpc>
                <a:spcPct val="120000"/>
              </a:lnSpc>
              <a:spcBef>
                <a:spcPts val="0"/>
              </a:spcBef>
              <a:spcAft>
                <a:spcPts val="0"/>
              </a:spcAft>
              <a:buNone/>
            </a:pPr>
            <a:r>
              <a:rPr lang="en-US" sz="1400">
                <a:solidFill>
                  <a:schemeClr val="dk1"/>
                </a:solidFill>
                <a:latin typeface="Arial"/>
                <a:ea typeface="Arial"/>
                <a:cs typeface="Arial"/>
                <a:sym typeface="Arial"/>
              </a:rPr>
              <a:t>Checks and records access information.</a:t>
            </a:r>
            <a:endParaRPr sz="1400">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7"/>
          <p:cNvSpPr txBox="1"/>
          <p:nvPr>
            <p:ph idx="1" type="body"/>
          </p:nvPr>
        </p:nvSpPr>
        <p:spPr>
          <a:xfrm>
            <a:off x="451877" y="1242453"/>
            <a:ext cx="11306175" cy="4680000"/>
          </a:xfrm>
          <a:prstGeom prst="rect">
            <a:avLst/>
          </a:prstGeom>
          <a:noFill/>
          <a:ln>
            <a:noFill/>
          </a:ln>
        </p:spPr>
        <p:txBody>
          <a:bodyPr anchorCtr="0" anchor="t" bIns="40050" lIns="80125" spcFirstLastPara="1" rIns="80125" wrap="square" tIns="40050">
            <a:noAutofit/>
          </a:bodyPr>
          <a:lstStyle/>
          <a:p>
            <a:pPr indent="-302279" lvl="0" marL="302279" rtl="0" algn="just">
              <a:lnSpc>
                <a:spcPct val="140000"/>
              </a:lnSpc>
              <a:spcBef>
                <a:spcPts val="0"/>
              </a:spcBef>
              <a:spcAft>
                <a:spcPts val="0"/>
              </a:spcAft>
              <a:buClr>
                <a:schemeClr val="dk1"/>
              </a:buClr>
              <a:buSzPts val="900"/>
              <a:buChar char="●"/>
            </a:pPr>
            <a:r>
              <a:rPr lang="en-US" sz="1800"/>
              <a:t>A common AAA architecture includes the user, network access server (NAS), and AAA server.</a:t>
            </a:r>
            <a:endParaRPr sz="1800"/>
          </a:p>
        </p:txBody>
      </p:sp>
      <p:sp>
        <p:nvSpPr>
          <p:cNvPr id="300" name="Google Shape;300;p7"/>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Common AAA Architecture</a:t>
            </a:r>
            <a:endParaRPr/>
          </a:p>
        </p:txBody>
      </p:sp>
      <p:sp>
        <p:nvSpPr>
          <p:cNvPr id="301" name="Google Shape;301;p7"/>
          <p:cNvSpPr/>
          <p:nvPr/>
        </p:nvSpPr>
        <p:spPr>
          <a:xfrm>
            <a:off x="4111012" y="2065439"/>
            <a:ext cx="2932906" cy="293290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02" name="Google Shape;302;p7"/>
          <p:cNvSpPr/>
          <p:nvPr/>
        </p:nvSpPr>
        <p:spPr>
          <a:xfrm>
            <a:off x="4111012" y="2065439"/>
            <a:ext cx="2932906" cy="293290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03" name="Google Shape;303;p7"/>
          <p:cNvSpPr txBox="1"/>
          <p:nvPr/>
        </p:nvSpPr>
        <p:spPr>
          <a:xfrm>
            <a:off x="6961375" y="2404449"/>
            <a:ext cx="4590898" cy="3528000"/>
          </a:xfrm>
          <a:prstGeom prst="rect">
            <a:avLst/>
          </a:prstGeom>
          <a:solidFill>
            <a:srgbClr val="01B0F0">
              <a:alpha val="4705"/>
            </a:srgbClr>
          </a:solidFill>
          <a:ln cap="flat" cmpd="sng" w="9525">
            <a:solidFill>
              <a:srgbClr val="1AABE2">
                <a:alpha val="29803"/>
              </a:srgbClr>
            </a:solidFill>
            <a:prstDash val="solid"/>
            <a:round/>
            <a:headEnd len="sm" w="sm" type="none"/>
            <a:tailEnd len="sm" w="sm" type="none"/>
          </a:ln>
        </p:spPr>
        <p:txBody>
          <a:bodyPr anchorCtr="0" anchor="t" bIns="45700" lIns="91425" spcFirstLastPara="1" rIns="91425" wrap="square" tIns="45700">
            <a:noAutofit/>
          </a:bodyPr>
          <a:lstStyle/>
          <a:p>
            <a:pPr indent="-285750" lvl="0" marL="285750" marR="0" rtl="0" algn="l">
              <a:lnSpc>
                <a:spcPct val="130000"/>
              </a:lnSpc>
              <a:spcBef>
                <a:spcPts val="0"/>
              </a:spcBef>
              <a:spcAft>
                <a:spcPts val="0"/>
              </a:spcAft>
              <a:buClr>
                <a:schemeClr val="dk1"/>
              </a:buClr>
              <a:buSzPts val="1400"/>
              <a:buFont typeface="Arial"/>
              <a:buChar char="•"/>
            </a:pPr>
            <a:r>
              <a:rPr lang="en-US" sz="1400">
                <a:solidFill>
                  <a:schemeClr val="dk1"/>
                </a:solidFill>
                <a:latin typeface="Arial"/>
                <a:ea typeface="Arial"/>
                <a:cs typeface="Arial"/>
                <a:sym typeface="Arial"/>
              </a:rPr>
              <a:t>The NAS collects and manages user access requests in a centralized manner.</a:t>
            </a:r>
            <a:endParaRPr sz="1400">
              <a:solidFill>
                <a:schemeClr val="dk1"/>
              </a:solidFill>
              <a:latin typeface="Arial"/>
              <a:ea typeface="Arial"/>
              <a:cs typeface="Arial"/>
              <a:sym typeface="Arial"/>
            </a:endParaRPr>
          </a:p>
          <a:p>
            <a:pPr indent="-285750" lvl="0" marL="285750" marR="0" rtl="0" algn="l">
              <a:lnSpc>
                <a:spcPct val="130000"/>
              </a:lnSpc>
              <a:spcBef>
                <a:spcPts val="0"/>
              </a:spcBef>
              <a:spcAft>
                <a:spcPts val="0"/>
              </a:spcAft>
              <a:buClr>
                <a:schemeClr val="dk1"/>
              </a:buClr>
              <a:buSzPts val="1400"/>
              <a:buFont typeface="Arial"/>
              <a:buChar char="•"/>
            </a:pPr>
            <a:r>
              <a:rPr lang="en-US" sz="1400">
                <a:solidFill>
                  <a:schemeClr val="dk1"/>
                </a:solidFill>
                <a:latin typeface="Arial"/>
                <a:ea typeface="Arial"/>
                <a:cs typeface="Arial"/>
                <a:sym typeface="Arial"/>
              </a:rPr>
              <a:t>Multiple domains are created on the NAS to manage users. Different domains can be associated with different AAA schemes, which include the authentication scheme, authorization scheme, and accounting scheme.</a:t>
            </a:r>
            <a:endParaRPr sz="1400">
              <a:solidFill>
                <a:schemeClr val="dk1"/>
              </a:solidFill>
              <a:latin typeface="Arial"/>
              <a:ea typeface="Arial"/>
              <a:cs typeface="Arial"/>
              <a:sym typeface="Arial"/>
            </a:endParaRPr>
          </a:p>
          <a:p>
            <a:pPr indent="-285750" lvl="0" marL="285750" marR="0" rtl="0" algn="l">
              <a:lnSpc>
                <a:spcPct val="130000"/>
              </a:lnSpc>
              <a:spcBef>
                <a:spcPts val="0"/>
              </a:spcBef>
              <a:spcAft>
                <a:spcPts val="0"/>
              </a:spcAft>
              <a:buClr>
                <a:schemeClr val="dk1"/>
              </a:buClr>
              <a:buSzPts val="1400"/>
              <a:buFont typeface="Arial"/>
              <a:buChar char="•"/>
            </a:pPr>
            <a:r>
              <a:rPr lang="en-US" sz="1400">
                <a:solidFill>
                  <a:schemeClr val="dk1"/>
                </a:solidFill>
                <a:latin typeface="Arial"/>
                <a:ea typeface="Arial"/>
                <a:cs typeface="Arial"/>
                <a:sym typeface="Arial"/>
              </a:rPr>
              <a:t>When receiving a user access request, the NAS determines the domain to which the user belongs based on the username and performs user management and control based on the AAA schemes configured for the domain.</a:t>
            </a:r>
            <a:endParaRPr/>
          </a:p>
        </p:txBody>
      </p:sp>
      <p:sp>
        <p:nvSpPr>
          <p:cNvPr id="304" name="Google Shape;304;p7"/>
          <p:cNvSpPr txBox="1"/>
          <p:nvPr/>
        </p:nvSpPr>
        <p:spPr>
          <a:xfrm>
            <a:off x="3547923" y="5349679"/>
            <a:ext cx="269016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Common AAA architecture</a:t>
            </a:r>
            <a:endParaRPr/>
          </a:p>
        </p:txBody>
      </p:sp>
      <p:sp>
        <p:nvSpPr>
          <p:cNvPr id="305" name="Google Shape;305;p7"/>
          <p:cNvSpPr/>
          <p:nvPr/>
        </p:nvSpPr>
        <p:spPr>
          <a:xfrm>
            <a:off x="673187" y="2618228"/>
            <a:ext cx="1807241" cy="3216021"/>
          </a:xfrm>
          <a:prstGeom prst="roundRect">
            <a:avLst>
              <a:gd fmla="val 16667" name="adj"/>
            </a:avLst>
          </a:prstGeom>
          <a:solidFill>
            <a:srgbClr val="F4FBFE"/>
          </a:solidFill>
          <a:ln cap="flat" cmpd="sng" w="12700">
            <a:solidFill>
              <a:srgbClr val="99DFF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37500"/>
              </a:lnSpc>
              <a:spcBef>
                <a:spcPts val="0"/>
              </a:spcBef>
              <a:spcAft>
                <a:spcPts val="0"/>
              </a:spcAft>
              <a:buNone/>
            </a:pPr>
            <a:r>
              <a:t/>
            </a:r>
            <a:endParaRPr sz="1600">
              <a:solidFill>
                <a:srgbClr val="EC7061"/>
              </a:solidFill>
              <a:latin typeface="Arial"/>
              <a:ea typeface="Arial"/>
              <a:cs typeface="Arial"/>
              <a:sym typeface="Arial"/>
            </a:endParaRPr>
          </a:p>
        </p:txBody>
      </p:sp>
      <p:sp>
        <p:nvSpPr>
          <p:cNvPr id="306" name="Google Shape;306;p7"/>
          <p:cNvSpPr txBox="1"/>
          <p:nvPr/>
        </p:nvSpPr>
        <p:spPr>
          <a:xfrm>
            <a:off x="1290247" y="2272746"/>
            <a:ext cx="607859" cy="33855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Arial"/>
                <a:ea typeface="Arial"/>
                <a:cs typeface="Arial"/>
                <a:sym typeface="Arial"/>
              </a:rPr>
              <a:t>User</a:t>
            </a:r>
            <a:endParaRPr sz="1600">
              <a:solidFill>
                <a:schemeClr val="dk1"/>
              </a:solidFill>
              <a:latin typeface="Arial"/>
              <a:ea typeface="Arial"/>
              <a:cs typeface="Arial"/>
              <a:sym typeface="Arial"/>
            </a:endParaRPr>
          </a:p>
        </p:txBody>
      </p:sp>
      <p:sp>
        <p:nvSpPr>
          <p:cNvPr id="307" name="Google Shape;307;p7"/>
          <p:cNvSpPr/>
          <p:nvPr/>
        </p:nvSpPr>
        <p:spPr>
          <a:xfrm flipH="1">
            <a:off x="4543205" y="3589775"/>
            <a:ext cx="1611542" cy="842400"/>
          </a:xfrm>
          <a:custGeom>
            <a:rect b="b" l="l" r="r" t="t"/>
            <a:pathLst>
              <a:path extrusionOk="0" h="2316519" w="4431601">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lt1"/>
          </a:solidFill>
          <a:ln cap="flat" cmpd="sng" w="28575">
            <a:solidFill>
              <a:srgbClr val="A5A5A5"/>
            </a:solidFill>
            <a:prstDash val="solid"/>
            <a:miter lim="800000"/>
            <a:headEnd len="sm" w="sm" type="none"/>
            <a:tailEnd len="sm" w="sm" type="none"/>
          </a:ln>
        </p:spPr>
        <p:txBody>
          <a:bodyPr anchorCtr="1"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Arial"/>
                <a:ea typeface="Arial"/>
                <a:cs typeface="Arial"/>
                <a:sym typeface="Arial"/>
              </a:rPr>
              <a:t>IP Network</a:t>
            </a:r>
            <a:endParaRPr sz="1600">
              <a:solidFill>
                <a:schemeClr val="dk1"/>
              </a:solidFill>
              <a:latin typeface="Arial"/>
              <a:ea typeface="Arial"/>
              <a:cs typeface="Arial"/>
              <a:sym typeface="Arial"/>
            </a:endParaRPr>
          </a:p>
        </p:txBody>
      </p:sp>
      <p:cxnSp>
        <p:nvCxnSpPr>
          <p:cNvPr id="308" name="Google Shape;308;p7"/>
          <p:cNvCxnSpPr>
            <a:stCxn id="309" idx="3"/>
          </p:cNvCxnSpPr>
          <p:nvPr/>
        </p:nvCxnSpPr>
        <p:spPr>
          <a:xfrm>
            <a:off x="1767385" y="2991814"/>
            <a:ext cx="1749300" cy="1116000"/>
          </a:xfrm>
          <a:prstGeom prst="straightConnector1">
            <a:avLst/>
          </a:prstGeom>
          <a:noFill/>
          <a:ln cap="flat" cmpd="sng" w="9525">
            <a:solidFill>
              <a:schemeClr val="dk1"/>
            </a:solidFill>
            <a:prstDash val="solid"/>
            <a:miter lim="800000"/>
            <a:headEnd len="sm" w="sm" type="none"/>
            <a:tailEnd len="sm" w="sm" type="none"/>
          </a:ln>
        </p:spPr>
      </p:cxnSp>
      <p:cxnSp>
        <p:nvCxnSpPr>
          <p:cNvPr id="310" name="Google Shape;310;p7"/>
          <p:cNvCxnSpPr>
            <a:stCxn id="311" idx="3"/>
          </p:cNvCxnSpPr>
          <p:nvPr/>
        </p:nvCxnSpPr>
        <p:spPr>
          <a:xfrm>
            <a:off x="1767385" y="4212089"/>
            <a:ext cx="2354400" cy="0"/>
          </a:xfrm>
          <a:prstGeom prst="straightConnector1">
            <a:avLst/>
          </a:prstGeom>
          <a:noFill/>
          <a:ln cap="flat" cmpd="sng" w="9525">
            <a:solidFill>
              <a:schemeClr val="dk1"/>
            </a:solidFill>
            <a:prstDash val="solid"/>
            <a:miter lim="800000"/>
            <a:headEnd len="sm" w="sm" type="none"/>
            <a:tailEnd len="sm" w="sm" type="none"/>
          </a:ln>
        </p:spPr>
      </p:cxnSp>
      <p:pic>
        <p:nvPicPr>
          <p:cNvPr descr="PC.png" id="311" name="Google Shape;311;p7"/>
          <p:cNvPicPr preferRelativeResize="0"/>
          <p:nvPr/>
        </p:nvPicPr>
        <p:blipFill rotWithShape="1">
          <a:blip r:embed="rId3">
            <a:alphaModFix/>
          </a:blip>
          <a:srcRect b="0" l="0" r="0" t="0"/>
          <a:stretch/>
        </p:blipFill>
        <p:spPr>
          <a:xfrm>
            <a:off x="1228322" y="4005089"/>
            <a:ext cx="539063" cy="414000"/>
          </a:xfrm>
          <a:prstGeom prst="rect">
            <a:avLst/>
          </a:prstGeom>
          <a:noFill/>
          <a:ln>
            <a:noFill/>
          </a:ln>
        </p:spPr>
      </p:pic>
      <p:sp>
        <p:nvSpPr>
          <p:cNvPr id="312" name="Google Shape;312;p7"/>
          <p:cNvSpPr/>
          <p:nvPr/>
        </p:nvSpPr>
        <p:spPr>
          <a:xfrm flipH="1">
            <a:off x="2625816" y="3590510"/>
            <a:ext cx="1608732" cy="840931"/>
          </a:xfrm>
          <a:custGeom>
            <a:rect b="b" l="l" r="r" t="t"/>
            <a:pathLst>
              <a:path extrusionOk="0" h="2316519" w="4431601">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lt1"/>
          </a:solidFill>
          <a:ln cap="flat" cmpd="sng" w="28575">
            <a:solidFill>
              <a:srgbClr val="A5A5A5"/>
            </a:solidFill>
            <a:prstDash val="solid"/>
            <a:miter lim="800000"/>
            <a:headEnd len="sm" w="sm" type="none"/>
            <a:tailEnd len="sm" w="sm" type="none"/>
          </a:ln>
        </p:spPr>
        <p:txBody>
          <a:bodyPr anchorCtr="1"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Arial"/>
                <a:ea typeface="Arial"/>
                <a:cs typeface="Arial"/>
                <a:sym typeface="Arial"/>
              </a:rPr>
              <a:t>IP Network</a:t>
            </a:r>
            <a:endParaRPr sz="1600">
              <a:solidFill>
                <a:schemeClr val="dk1"/>
              </a:solidFill>
              <a:latin typeface="Arial"/>
              <a:ea typeface="Arial"/>
              <a:cs typeface="Arial"/>
              <a:sym typeface="Arial"/>
            </a:endParaRPr>
          </a:p>
        </p:txBody>
      </p:sp>
      <p:pic>
        <p:nvPicPr>
          <p:cNvPr descr="PC.png" id="309" name="Google Shape;309;p7"/>
          <p:cNvPicPr preferRelativeResize="0"/>
          <p:nvPr/>
        </p:nvPicPr>
        <p:blipFill rotWithShape="1">
          <a:blip r:embed="rId3">
            <a:alphaModFix/>
          </a:blip>
          <a:srcRect b="0" l="0" r="0" t="0"/>
          <a:stretch/>
        </p:blipFill>
        <p:spPr>
          <a:xfrm>
            <a:off x="1228322" y="2784814"/>
            <a:ext cx="539063" cy="414000"/>
          </a:xfrm>
          <a:prstGeom prst="rect">
            <a:avLst/>
          </a:prstGeom>
          <a:noFill/>
          <a:ln>
            <a:noFill/>
          </a:ln>
        </p:spPr>
      </p:pic>
      <p:sp>
        <p:nvSpPr>
          <p:cNvPr id="313" name="Google Shape;313;p7"/>
          <p:cNvSpPr txBox="1"/>
          <p:nvPr/>
        </p:nvSpPr>
        <p:spPr>
          <a:xfrm>
            <a:off x="659322" y="3306960"/>
            <a:ext cx="1677062"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User 1@Domain 1</a:t>
            </a:r>
            <a:endParaRPr sz="1400">
              <a:solidFill>
                <a:schemeClr val="dk1"/>
              </a:solidFill>
              <a:latin typeface="Arial"/>
              <a:ea typeface="Arial"/>
              <a:cs typeface="Arial"/>
              <a:sym typeface="Arial"/>
            </a:endParaRPr>
          </a:p>
        </p:txBody>
      </p:sp>
      <p:sp>
        <p:nvSpPr>
          <p:cNvPr id="314" name="Google Shape;314;p7"/>
          <p:cNvSpPr txBox="1"/>
          <p:nvPr/>
        </p:nvSpPr>
        <p:spPr>
          <a:xfrm>
            <a:off x="659322" y="4472200"/>
            <a:ext cx="1677062"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User 2@Domain 2</a:t>
            </a:r>
            <a:endParaRPr sz="1400">
              <a:solidFill>
                <a:schemeClr val="dk1"/>
              </a:solidFill>
              <a:latin typeface="Arial"/>
              <a:ea typeface="Arial"/>
              <a:cs typeface="Arial"/>
              <a:sym typeface="Arial"/>
            </a:endParaRPr>
          </a:p>
        </p:txBody>
      </p:sp>
      <p:sp>
        <p:nvSpPr>
          <p:cNvPr id="315" name="Google Shape;315;p7"/>
          <p:cNvSpPr txBox="1"/>
          <p:nvPr/>
        </p:nvSpPr>
        <p:spPr>
          <a:xfrm>
            <a:off x="659323" y="5490789"/>
            <a:ext cx="1677062"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User 3@Domain 3</a:t>
            </a:r>
            <a:endParaRPr sz="1400">
              <a:solidFill>
                <a:schemeClr val="dk1"/>
              </a:solidFill>
              <a:latin typeface="Arial"/>
              <a:ea typeface="Arial"/>
              <a:cs typeface="Arial"/>
              <a:sym typeface="Arial"/>
            </a:endParaRPr>
          </a:p>
        </p:txBody>
      </p:sp>
      <p:pic>
        <p:nvPicPr>
          <p:cNvPr descr="E:\2016.01\1.12 扁平化图标\蓝色\AR-蓝色最新-40.png" id="316" name="Google Shape;316;p7"/>
          <p:cNvPicPr preferRelativeResize="0"/>
          <p:nvPr/>
        </p:nvPicPr>
        <p:blipFill rotWithShape="1">
          <a:blip r:embed="rId4">
            <a:alphaModFix/>
          </a:blip>
          <a:srcRect b="0" l="0" r="0" t="0"/>
          <a:stretch/>
        </p:blipFill>
        <p:spPr>
          <a:xfrm>
            <a:off x="4143937" y="4010975"/>
            <a:ext cx="540000" cy="441818"/>
          </a:xfrm>
          <a:prstGeom prst="rect">
            <a:avLst/>
          </a:prstGeom>
          <a:noFill/>
          <a:ln>
            <a:noFill/>
          </a:ln>
        </p:spPr>
      </p:pic>
      <p:sp>
        <p:nvSpPr>
          <p:cNvPr id="317" name="Google Shape;317;p7"/>
          <p:cNvSpPr txBox="1"/>
          <p:nvPr/>
        </p:nvSpPr>
        <p:spPr>
          <a:xfrm>
            <a:off x="4121792" y="4413571"/>
            <a:ext cx="585417" cy="33855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Arial"/>
                <a:ea typeface="Arial"/>
                <a:cs typeface="Arial"/>
                <a:sym typeface="Arial"/>
              </a:rPr>
              <a:t>NAS</a:t>
            </a:r>
            <a:endParaRPr sz="1600">
              <a:solidFill>
                <a:schemeClr val="dk1"/>
              </a:solidFill>
              <a:latin typeface="Arial"/>
              <a:ea typeface="Arial"/>
              <a:cs typeface="Arial"/>
              <a:sym typeface="Arial"/>
            </a:endParaRPr>
          </a:p>
        </p:txBody>
      </p:sp>
      <p:sp>
        <p:nvSpPr>
          <p:cNvPr id="318" name="Google Shape;318;p7"/>
          <p:cNvSpPr txBox="1"/>
          <p:nvPr/>
        </p:nvSpPr>
        <p:spPr>
          <a:xfrm>
            <a:off x="5611635" y="4455757"/>
            <a:ext cx="1234633" cy="33855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Arial"/>
                <a:ea typeface="Arial"/>
                <a:cs typeface="Arial"/>
                <a:sym typeface="Arial"/>
              </a:rPr>
              <a:t>AAA Server</a:t>
            </a:r>
            <a:endParaRPr sz="1600">
              <a:solidFill>
                <a:schemeClr val="dk1"/>
              </a:solidFill>
              <a:latin typeface="Arial"/>
              <a:ea typeface="Arial"/>
              <a:cs typeface="Arial"/>
              <a:sym typeface="Arial"/>
            </a:endParaRPr>
          </a:p>
        </p:txBody>
      </p:sp>
      <p:pic>
        <p:nvPicPr>
          <p:cNvPr descr="internet-蓝.png" id="319" name="Google Shape;319;p7"/>
          <p:cNvPicPr preferRelativeResize="0"/>
          <p:nvPr/>
        </p:nvPicPr>
        <p:blipFill rotWithShape="1">
          <a:blip r:embed="rId5">
            <a:alphaModFix/>
          </a:blip>
          <a:srcRect b="0" l="0" r="0" t="0"/>
          <a:stretch/>
        </p:blipFill>
        <p:spPr>
          <a:xfrm>
            <a:off x="3956382" y="2882065"/>
            <a:ext cx="922030" cy="468000"/>
          </a:xfrm>
          <a:prstGeom prst="rect">
            <a:avLst/>
          </a:prstGeom>
          <a:noFill/>
          <a:ln>
            <a:noFill/>
          </a:ln>
        </p:spPr>
      </p:pic>
      <p:cxnSp>
        <p:nvCxnSpPr>
          <p:cNvPr id="320" name="Google Shape;320;p7"/>
          <p:cNvCxnSpPr>
            <a:stCxn id="319" idx="2"/>
            <a:endCxn id="316" idx="0"/>
          </p:cNvCxnSpPr>
          <p:nvPr/>
        </p:nvCxnSpPr>
        <p:spPr>
          <a:xfrm flipH="1">
            <a:off x="4413797" y="3350065"/>
            <a:ext cx="3600" cy="660900"/>
          </a:xfrm>
          <a:prstGeom prst="straightConnector1">
            <a:avLst/>
          </a:prstGeom>
          <a:noFill/>
          <a:ln cap="flat" cmpd="sng" w="9525">
            <a:solidFill>
              <a:schemeClr val="dk1"/>
            </a:solidFill>
            <a:prstDash val="solid"/>
            <a:miter lim="800000"/>
            <a:headEnd len="sm" w="sm" type="none"/>
            <a:tailEnd len="sm" w="sm" type="none"/>
          </a:ln>
        </p:spPr>
      </p:cxnSp>
      <p:pic>
        <p:nvPicPr>
          <p:cNvPr descr="交换机.png" id="321" name="Google Shape;321;p7"/>
          <p:cNvPicPr preferRelativeResize="0"/>
          <p:nvPr/>
        </p:nvPicPr>
        <p:blipFill rotWithShape="1">
          <a:blip r:embed="rId6">
            <a:alphaModFix/>
          </a:blip>
          <a:srcRect b="0" l="0" r="0" t="0"/>
          <a:stretch/>
        </p:blipFill>
        <p:spPr>
          <a:xfrm>
            <a:off x="6055982" y="4007493"/>
            <a:ext cx="540000" cy="441817"/>
          </a:xfrm>
          <a:prstGeom prst="rect">
            <a:avLst/>
          </a:prstGeom>
          <a:noFill/>
          <a:ln>
            <a:noFill/>
          </a:ln>
        </p:spPr>
      </p:pic>
      <p:cxnSp>
        <p:nvCxnSpPr>
          <p:cNvPr id="322" name="Google Shape;322;p7"/>
          <p:cNvCxnSpPr>
            <a:endCxn id="312" idx="20"/>
          </p:cNvCxnSpPr>
          <p:nvPr/>
        </p:nvCxnSpPr>
        <p:spPr>
          <a:xfrm flipH="1" rot="10800000">
            <a:off x="1637537" y="4426301"/>
            <a:ext cx="1187100" cy="936900"/>
          </a:xfrm>
          <a:prstGeom prst="straightConnector1">
            <a:avLst/>
          </a:prstGeom>
          <a:noFill/>
          <a:ln cap="flat" cmpd="sng" w="9525">
            <a:solidFill>
              <a:schemeClr val="dk1"/>
            </a:solidFill>
            <a:prstDash val="solid"/>
            <a:miter lim="800000"/>
            <a:headEnd len="sm" w="sm" type="none"/>
            <a:tailEnd len="sm" w="sm" type="none"/>
          </a:ln>
        </p:spPr>
      </p:cxnSp>
      <p:pic>
        <p:nvPicPr>
          <p:cNvPr descr="故障链路.png" id="323" name="Google Shape;323;p7"/>
          <p:cNvPicPr preferRelativeResize="0"/>
          <p:nvPr/>
        </p:nvPicPr>
        <p:blipFill rotWithShape="1">
          <a:blip r:embed="rId7">
            <a:alphaModFix/>
          </a:blip>
          <a:srcRect b="0" l="0" r="0" t="0"/>
          <a:stretch/>
        </p:blipFill>
        <p:spPr>
          <a:xfrm>
            <a:off x="1227853" y="5099017"/>
            <a:ext cx="540000" cy="40266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8"/>
          <p:cNvSpPr txBox="1"/>
          <p:nvPr>
            <p:ph idx="1" type="body"/>
          </p:nvPr>
        </p:nvSpPr>
        <p:spPr>
          <a:xfrm>
            <a:off x="451877" y="1242453"/>
            <a:ext cx="11306175" cy="4680000"/>
          </a:xfrm>
          <a:prstGeom prst="rect">
            <a:avLst/>
          </a:prstGeom>
          <a:noFill/>
          <a:ln>
            <a:noFill/>
          </a:ln>
        </p:spPr>
        <p:txBody>
          <a:bodyPr anchorCtr="0" anchor="t" bIns="40050" lIns="80125" spcFirstLastPara="1" rIns="80125" wrap="square" tIns="40050">
            <a:noAutofit/>
          </a:bodyPr>
          <a:lstStyle/>
          <a:p>
            <a:pPr indent="-302279" lvl="0" marL="302279" rtl="0" algn="just">
              <a:lnSpc>
                <a:spcPct val="140000"/>
              </a:lnSpc>
              <a:spcBef>
                <a:spcPts val="0"/>
              </a:spcBef>
              <a:spcAft>
                <a:spcPts val="0"/>
              </a:spcAft>
              <a:buClr>
                <a:schemeClr val="dk1"/>
              </a:buClr>
              <a:buSzPts val="900"/>
              <a:buChar char="●"/>
            </a:pPr>
            <a:r>
              <a:rPr lang="en-US" sz="1800"/>
              <a:t>AAA supports the following authentication modes: non-authentication, local authentication, and remote authentication.</a:t>
            </a:r>
            <a:endParaRPr sz="1800"/>
          </a:p>
        </p:txBody>
      </p:sp>
      <p:sp>
        <p:nvSpPr>
          <p:cNvPr id="329" name="Google Shape;329;p8"/>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Authentication</a:t>
            </a:r>
            <a:endParaRPr/>
          </a:p>
        </p:txBody>
      </p:sp>
      <p:grpSp>
        <p:nvGrpSpPr>
          <p:cNvPr id="330" name="Google Shape;330;p8"/>
          <p:cNvGrpSpPr/>
          <p:nvPr/>
        </p:nvGrpSpPr>
        <p:grpSpPr>
          <a:xfrm>
            <a:off x="1833163" y="2425733"/>
            <a:ext cx="8243735" cy="3041184"/>
            <a:chOff x="1833163" y="2262443"/>
            <a:chExt cx="8243735" cy="3041184"/>
          </a:xfrm>
        </p:grpSpPr>
        <p:sp>
          <p:nvSpPr>
            <p:cNvPr id="331" name="Google Shape;331;p8"/>
            <p:cNvSpPr/>
            <p:nvPr/>
          </p:nvSpPr>
          <p:spPr>
            <a:xfrm flipH="1">
              <a:off x="6721764" y="2574379"/>
              <a:ext cx="2640214" cy="1380117"/>
            </a:xfrm>
            <a:custGeom>
              <a:rect b="b" l="l" r="r" t="t"/>
              <a:pathLst>
                <a:path extrusionOk="0" h="2316519" w="4431601">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lt1"/>
            </a:solidFill>
            <a:ln cap="flat" cmpd="sng" w="28575">
              <a:solidFill>
                <a:srgbClr val="A5A5A5"/>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en-US" sz="1400">
                  <a:solidFill>
                    <a:schemeClr val="dk1"/>
                  </a:solidFill>
                  <a:latin typeface="Arial"/>
                  <a:ea typeface="Arial"/>
                  <a:cs typeface="Arial"/>
                  <a:sym typeface="Arial"/>
                </a:rPr>
                <a:t>IP Network</a:t>
              </a:r>
              <a:endParaRPr sz="1400">
                <a:solidFill>
                  <a:schemeClr val="dk1"/>
                </a:solidFill>
                <a:latin typeface="Arial"/>
                <a:ea typeface="Arial"/>
                <a:cs typeface="Arial"/>
                <a:sym typeface="Arial"/>
              </a:endParaRPr>
            </a:p>
          </p:txBody>
        </p:sp>
        <p:cxnSp>
          <p:nvCxnSpPr>
            <p:cNvPr id="332" name="Google Shape;332;p8"/>
            <p:cNvCxnSpPr>
              <a:stCxn id="333" idx="3"/>
            </p:cNvCxnSpPr>
            <p:nvPr/>
          </p:nvCxnSpPr>
          <p:spPr>
            <a:xfrm>
              <a:off x="2941226" y="2469443"/>
              <a:ext cx="2064600" cy="876000"/>
            </a:xfrm>
            <a:prstGeom prst="straightConnector1">
              <a:avLst/>
            </a:prstGeom>
            <a:noFill/>
            <a:ln cap="flat" cmpd="sng" w="9525">
              <a:solidFill>
                <a:schemeClr val="dk1"/>
              </a:solidFill>
              <a:prstDash val="solid"/>
              <a:miter lim="800000"/>
              <a:headEnd len="sm" w="sm" type="none"/>
              <a:tailEnd len="sm" w="sm" type="none"/>
            </a:ln>
          </p:spPr>
        </p:cxnSp>
        <p:cxnSp>
          <p:nvCxnSpPr>
            <p:cNvPr id="334" name="Google Shape;334;p8"/>
            <p:cNvCxnSpPr>
              <a:stCxn id="335" idx="3"/>
            </p:cNvCxnSpPr>
            <p:nvPr/>
          </p:nvCxnSpPr>
          <p:spPr>
            <a:xfrm>
              <a:off x="2941226" y="3689718"/>
              <a:ext cx="2354400" cy="0"/>
            </a:xfrm>
            <a:prstGeom prst="straightConnector1">
              <a:avLst/>
            </a:prstGeom>
            <a:noFill/>
            <a:ln cap="flat" cmpd="sng" w="9525">
              <a:solidFill>
                <a:schemeClr val="dk1"/>
              </a:solidFill>
              <a:prstDash val="solid"/>
              <a:miter lim="800000"/>
              <a:headEnd len="sm" w="sm" type="none"/>
              <a:tailEnd len="sm" w="sm" type="none"/>
            </a:ln>
          </p:spPr>
        </p:cxnSp>
        <p:pic>
          <p:nvPicPr>
            <p:cNvPr descr="PC.png" id="335" name="Google Shape;335;p8"/>
            <p:cNvPicPr preferRelativeResize="0"/>
            <p:nvPr/>
          </p:nvPicPr>
          <p:blipFill rotWithShape="1">
            <a:blip r:embed="rId3">
              <a:alphaModFix/>
            </a:blip>
            <a:srcRect b="0" l="0" r="0" t="0"/>
            <a:stretch/>
          </p:blipFill>
          <p:spPr>
            <a:xfrm>
              <a:off x="2402163" y="3482718"/>
              <a:ext cx="539063" cy="414000"/>
            </a:xfrm>
            <a:prstGeom prst="rect">
              <a:avLst/>
            </a:prstGeom>
            <a:noFill/>
            <a:ln>
              <a:noFill/>
            </a:ln>
          </p:spPr>
        </p:pic>
        <p:pic>
          <p:nvPicPr>
            <p:cNvPr descr="故障链路.png" id="336" name="Google Shape;336;p8"/>
            <p:cNvPicPr preferRelativeResize="0"/>
            <p:nvPr/>
          </p:nvPicPr>
          <p:blipFill rotWithShape="1">
            <a:blip r:embed="rId4">
              <a:alphaModFix/>
            </a:blip>
            <a:srcRect b="0" l="0" r="0" t="0"/>
            <a:stretch/>
          </p:blipFill>
          <p:spPr>
            <a:xfrm>
              <a:off x="2401694" y="4576646"/>
              <a:ext cx="540000" cy="402667"/>
            </a:xfrm>
            <a:prstGeom prst="rect">
              <a:avLst/>
            </a:prstGeom>
            <a:noFill/>
            <a:ln>
              <a:noFill/>
            </a:ln>
          </p:spPr>
        </p:pic>
        <p:sp>
          <p:nvSpPr>
            <p:cNvPr id="337" name="Google Shape;337;p8"/>
            <p:cNvSpPr/>
            <p:nvPr/>
          </p:nvSpPr>
          <p:spPr>
            <a:xfrm flipH="1">
              <a:off x="3705834" y="2575119"/>
              <a:ext cx="2638800" cy="1379377"/>
            </a:xfrm>
            <a:custGeom>
              <a:rect b="b" l="l" r="r" t="t"/>
              <a:pathLst>
                <a:path extrusionOk="0" h="2316519" w="4431601">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lt1"/>
            </a:solidFill>
            <a:ln cap="flat" cmpd="sng" w="28575">
              <a:solidFill>
                <a:srgbClr val="A5A5A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IP Network</a:t>
              </a:r>
              <a:endParaRPr sz="1400">
                <a:solidFill>
                  <a:schemeClr val="dk1"/>
                </a:solidFill>
                <a:latin typeface="Arial"/>
                <a:ea typeface="Arial"/>
                <a:cs typeface="Arial"/>
                <a:sym typeface="Arial"/>
              </a:endParaRPr>
            </a:p>
          </p:txBody>
        </p:sp>
        <p:pic>
          <p:nvPicPr>
            <p:cNvPr descr="PC.png" id="333" name="Google Shape;333;p8"/>
            <p:cNvPicPr preferRelativeResize="0"/>
            <p:nvPr/>
          </p:nvPicPr>
          <p:blipFill rotWithShape="1">
            <a:blip r:embed="rId3">
              <a:alphaModFix/>
            </a:blip>
            <a:srcRect b="0" l="0" r="0" t="0"/>
            <a:stretch/>
          </p:blipFill>
          <p:spPr>
            <a:xfrm>
              <a:off x="2402163" y="2262443"/>
              <a:ext cx="539063" cy="414000"/>
            </a:xfrm>
            <a:prstGeom prst="rect">
              <a:avLst/>
            </a:prstGeom>
            <a:noFill/>
            <a:ln>
              <a:noFill/>
            </a:ln>
          </p:spPr>
        </p:pic>
        <p:sp>
          <p:nvSpPr>
            <p:cNvPr id="338" name="Google Shape;338;p8"/>
            <p:cNvSpPr txBox="1"/>
            <p:nvPr/>
          </p:nvSpPr>
          <p:spPr>
            <a:xfrm>
              <a:off x="1833163" y="2784589"/>
              <a:ext cx="1677062"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User 1@Domain 1</a:t>
              </a:r>
              <a:endParaRPr sz="1200">
                <a:solidFill>
                  <a:schemeClr val="dk1"/>
                </a:solidFill>
                <a:latin typeface="Arial"/>
                <a:ea typeface="Arial"/>
                <a:cs typeface="Arial"/>
                <a:sym typeface="Arial"/>
              </a:endParaRPr>
            </a:p>
          </p:txBody>
        </p:sp>
        <p:sp>
          <p:nvSpPr>
            <p:cNvPr id="339" name="Google Shape;339;p8"/>
            <p:cNvSpPr txBox="1"/>
            <p:nvPr/>
          </p:nvSpPr>
          <p:spPr>
            <a:xfrm>
              <a:off x="1833163" y="3949829"/>
              <a:ext cx="1677062"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User 2@Domain 2</a:t>
              </a:r>
              <a:endParaRPr sz="1200">
                <a:solidFill>
                  <a:schemeClr val="dk1"/>
                </a:solidFill>
                <a:latin typeface="Arial"/>
                <a:ea typeface="Arial"/>
                <a:cs typeface="Arial"/>
                <a:sym typeface="Arial"/>
              </a:endParaRPr>
            </a:p>
          </p:txBody>
        </p:sp>
        <p:sp>
          <p:nvSpPr>
            <p:cNvPr id="340" name="Google Shape;340;p8"/>
            <p:cNvSpPr txBox="1"/>
            <p:nvPr/>
          </p:nvSpPr>
          <p:spPr>
            <a:xfrm>
              <a:off x="1833164" y="4995850"/>
              <a:ext cx="1677062"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User 3@Domian 3</a:t>
              </a:r>
              <a:endParaRPr sz="1200">
                <a:solidFill>
                  <a:schemeClr val="dk1"/>
                </a:solidFill>
                <a:latin typeface="Arial"/>
                <a:ea typeface="Arial"/>
                <a:cs typeface="Arial"/>
                <a:sym typeface="Arial"/>
              </a:endParaRPr>
            </a:p>
          </p:txBody>
        </p:sp>
        <p:cxnSp>
          <p:nvCxnSpPr>
            <p:cNvPr id="341" name="Google Shape;341;p8"/>
            <p:cNvCxnSpPr/>
            <p:nvPr/>
          </p:nvCxnSpPr>
          <p:spPr>
            <a:xfrm flipH="1" rot="10800000">
              <a:off x="3214163" y="4110617"/>
              <a:ext cx="1666088" cy="576022"/>
            </a:xfrm>
            <a:prstGeom prst="straightConnector1">
              <a:avLst/>
            </a:prstGeom>
            <a:noFill/>
            <a:ln cap="flat" cmpd="sng" w="9525">
              <a:solidFill>
                <a:schemeClr val="dk1"/>
              </a:solidFill>
              <a:prstDash val="solid"/>
              <a:miter lim="800000"/>
              <a:headEnd len="sm" w="sm" type="none"/>
              <a:tailEnd len="med" w="med" type="triangle"/>
            </a:ln>
          </p:spPr>
        </p:cxnSp>
        <p:sp>
          <p:nvSpPr>
            <p:cNvPr id="342" name="Google Shape;342;p8"/>
            <p:cNvSpPr txBox="1"/>
            <p:nvPr/>
          </p:nvSpPr>
          <p:spPr>
            <a:xfrm rot="-1151656">
              <a:off x="3039753" y="4093762"/>
              <a:ext cx="2199641"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Username and password</a:t>
              </a:r>
              <a:endParaRPr sz="1100">
                <a:solidFill>
                  <a:schemeClr val="dk1"/>
                </a:solidFill>
                <a:latin typeface="Arial"/>
                <a:ea typeface="Arial"/>
                <a:cs typeface="Arial"/>
                <a:sym typeface="Arial"/>
              </a:endParaRPr>
            </a:p>
          </p:txBody>
        </p:sp>
        <p:cxnSp>
          <p:nvCxnSpPr>
            <p:cNvPr id="343" name="Google Shape;343;p8"/>
            <p:cNvCxnSpPr/>
            <p:nvPr/>
          </p:nvCxnSpPr>
          <p:spPr>
            <a:xfrm>
              <a:off x="3024553" y="3579003"/>
              <a:ext cx="1343272" cy="0"/>
            </a:xfrm>
            <a:prstGeom prst="straightConnector1">
              <a:avLst/>
            </a:prstGeom>
            <a:noFill/>
            <a:ln cap="flat" cmpd="sng" w="9525">
              <a:solidFill>
                <a:schemeClr val="dk1"/>
              </a:solidFill>
              <a:prstDash val="solid"/>
              <a:miter lim="800000"/>
              <a:headEnd len="sm" w="sm" type="none"/>
              <a:tailEnd len="med" w="med" type="triangle"/>
            </a:ln>
          </p:spPr>
        </p:cxnSp>
        <p:sp>
          <p:nvSpPr>
            <p:cNvPr id="344" name="Google Shape;344;p8"/>
            <p:cNvSpPr txBox="1"/>
            <p:nvPr/>
          </p:nvSpPr>
          <p:spPr>
            <a:xfrm>
              <a:off x="2955519" y="3318173"/>
              <a:ext cx="2199641"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Username and password</a:t>
              </a:r>
              <a:endParaRPr sz="1100">
                <a:solidFill>
                  <a:schemeClr val="dk1"/>
                </a:solidFill>
                <a:latin typeface="Arial"/>
                <a:ea typeface="Arial"/>
                <a:cs typeface="Arial"/>
                <a:sym typeface="Arial"/>
              </a:endParaRPr>
            </a:p>
          </p:txBody>
        </p:sp>
        <p:pic>
          <p:nvPicPr>
            <p:cNvPr descr="E:\2016.01\1.12 扁平化图标\蓝色\AR-蓝色最新-40.png" id="345" name="Google Shape;345;p8"/>
            <p:cNvPicPr preferRelativeResize="0"/>
            <p:nvPr/>
          </p:nvPicPr>
          <p:blipFill rotWithShape="1">
            <a:blip r:embed="rId5">
              <a:alphaModFix/>
            </a:blip>
            <a:srcRect b="0" l="0" r="0" t="0"/>
            <a:stretch/>
          </p:blipFill>
          <p:spPr>
            <a:xfrm>
              <a:off x="6283797" y="3515367"/>
              <a:ext cx="540000" cy="441818"/>
            </a:xfrm>
            <a:prstGeom prst="rect">
              <a:avLst/>
            </a:prstGeom>
            <a:noFill/>
            <a:ln>
              <a:noFill/>
            </a:ln>
          </p:spPr>
        </p:pic>
        <p:pic>
          <p:nvPicPr>
            <p:cNvPr descr="交换机.png" id="346" name="Google Shape;346;p8"/>
            <p:cNvPicPr preferRelativeResize="0"/>
            <p:nvPr/>
          </p:nvPicPr>
          <p:blipFill rotWithShape="1">
            <a:blip r:embed="rId6">
              <a:alphaModFix/>
            </a:blip>
            <a:srcRect b="0" l="0" r="0" t="0"/>
            <a:stretch/>
          </p:blipFill>
          <p:spPr>
            <a:xfrm>
              <a:off x="9185735" y="3514109"/>
              <a:ext cx="540000" cy="441817"/>
            </a:xfrm>
            <a:prstGeom prst="rect">
              <a:avLst/>
            </a:prstGeom>
            <a:noFill/>
            <a:ln>
              <a:noFill/>
            </a:ln>
          </p:spPr>
        </p:pic>
        <p:pic>
          <p:nvPicPr>
            <p:cNvPr descr="internet-蓝.png" id="347" name="Google Shape;347;p8"/>
            <p:cNvPicPr preferRelativeResize="0"/>
            <p:nvPr/>
          </p:nvPicPr>
          <p:blipFill rotWithShape="1">
            <a:blip r:embed="rId7">
              <a:alphaModFix/>
            </a:blip>
            <a:srcRect b="0" l="0" r="0" t="0"/>
            <a:stretch/>
          </p:blipFill>
          <p:spPr>
            <a:xfrm>
              <a:off x="6072184" y="2388834"/>
              <a:ext cx="922030" cy="468000"/>
            </a:xfrm>
            <a:prstGeom prst="rect">
              <a:avLst/>
            </a:prstGeom>
            <a:noFill/>
            <a:ln>
              <a:noFill/>
            </a:ln>
          </p:spPr>
        </p:pic>
        <p:cxnSp>
          <p:nvCxnSpPr>
            <p:cNvPr id="348" name="Google Shape;348;p8"/>
            <p:cNvCxnSpPr>
              <a:stCxn id="347" idx="2"/>
            </p:cNvCxnSpPr>
            <p:nvPr/>
          </p:nvCxnSpPr>
          <p:spPr>
            <a:xfrm>
              <a:off x="6533199" y="2856834"/>
              <a:ext cx="0" cy="660900"/>
            </a:xfrm>
            <a:prstGeom prst="straightConnector1">
              <a:avLst/>
            </a:prstGeom>
            <a:noFill/>
            <a:ln cap="flat" cmpd="sng" w="9525">
              <a:solidFill>
                <a:schemeClr val="dk1"/>
              </a:solidFill>
              <a:prstDash val="solid"/>
              <a:miter lim="800000"/>
              <a:headEnd len="sm" w="sm" type="none"/>
              <a:tailEnd len="sm" w="sm" type="none"/>
            </a:ln>
          </p:spPr>
        </p:cxnSp>
        <p:sp>
          <p:nvSpPr>
            <p:cNvPr id="349" name="Google Shape;349;p8"/>
            <p:cNvSpPr txBox="1"/>
            <p:nvPr/>
          </p:nvSpPr>
          <p:spPr>
            <a:xfrm>
              <a:off x="6237953" y="3952375"/>
              <a:ext cx="585417" cy="33855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NAS</a:t>
              </a:r>
              <a:endParaRPr sz="1400">
                <a:solidFill>
                  <a:schemeClr val="dk1"/>
                </a:solidFill>
                <a:latin typeface="Arial"/>
                <a:ea typeface="Arial"/>
                <a:cs typeface="Arial"/>
                <a:sym typeface="Arial"/>
              </a:endParaRPr>
            </a:p>
          </p:txBody>
        </p:sp>
        <p:sp>
          <p:nvSpPr>
            <p:cNvPr id="350" name="Google Shape;350;p8"/>
            <p:cNvSpPr txBox="1"/>
            <p:nvPr/>
          </p:nvSpPr>
          <p:spPr>
            <a:xfrm>
              <a:off x="8842265" y="3958387"/>
              <a:ext cx="1234633" cy="33855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AAA Server</a:t>
              </a:r>
              <a:endParaRPr sz="1400">
                <a:solidFill>
                  <a:schemeClr val="dk1"/>
                </a:solidFill>
                <a:latin typeface="Arial"/>
                <a:ea typeface="Arial"/>
                <a:cs typeface="Arial"/>
                <a:sym typeface="Arial"/>
              </a:endParaRPr>
            </a:p>
          </p:txBody>
        </p:sp>
        <p:cxnSp>
          <p:nvCxnSpPr>
            <p:cNvPr id="351" name="Google Shape;351;p8"/>
            <p:cNvCxnSpPr/>
            <p:nvPr/>
          </p:nvCxnSpPr>
          <p:spPr>
            <a:xfrm>
              <a:off x="6999910" y="3572662"/>
              <a:ext cx="2100352" cy="0"/>
            </a:xfrm>
            <a:prstGeom prst="straightConnector1">
              <a:avLst/>
            </a:prstGeom>
            <a:noFill/>
            <a:ln cap="flat" cmpd="sng" w="12700">
              <a:solidFill>
                <a:srgbClr val="0C0C0C"/>
              </a:solidFill>
              <a:prstDash val="solid"/>
              <a:miter lim="800000"/>
              <a:headEnd len="sm" w="sm" type="none"/>
              <a:tailEnd len="med" w="med" type="triangle"/>
            </a:ln>
          </p:spPr>
        </p:cxnSp>
        <p:cxnSp>
          <p:nvCxnSpPr>
            <p:cNvPr id="352" name="Google Shape;352;p8"/>
            <p:cNvCxnSpPr/>
            <p:nvPr/>
          </p:nvCxnSpPr>
          <p:spPr>
            <a:xfrm>
              <a:off x="6999910" y="3679898"/>
              <a:ext cx="2100352" cy="0"/>
            </a:xfrm>
            <a:prstGeom prst="straightConnector1">
              <a:avLst/>
            </a:prstGeom>
            <a:noFill/>
            <a:ln cap="flat" cmpd="sng" w="12700">
              <a:solidFill>
                <a:srgbClr val="0C0C0C"/>
              </a:solidFill>
              <a:prstDash val="solid"/>
              <a:miter lim="800000"/>
              <a:headEnd len="med" w="med" type="triangle"/>
              <a:tailEnd len="sm" w="sm" type="none"/>
            </a:ln>
          </p:spPr>
        </p:cxnSp>
        <p:sp>
          <p:nvSpPr>
            <p:cNvPr id="353" name="Google Shape;353;p8"/>
            <p:cNvSpPr txBox="1"/>
            <p:nvPr/>
          </p:nvSpPr>
          <p:spPr>
            <a:xfrm>
              <a:off x="6863137" y="3315379"/>
              <a:ext cx="2347058"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User 3's username and password</a:t>
              </a:r>
              <a:endParaRPr sz="1100">
                <a:solidFill>
                  <a:schemeClr val="dk1"/>
                </a:solidFill>
                <a:latin typeface="Arial"/>
                <a:ea typeface="Arial"/>
                <a:cs typeface="Arial"/>
                <a:sym typeface="Arial"/>
              </a:endParaRPr>
            </a:p>
          </p:txBody>
        </p:sp>
        <p:sp>
          <p:nvSpPr>
            <p:cNvPr id="354" name="Google Shape;354;p8"/>
            <p:cNvSpPr txBox="1"/>
            <p:nvPr/>
          </p:nvSpPr>
          <p:spPr>
            <a:xfrm>
              <a:off x="6834157" y="3668276"/>
              <a:ext cx="3004349"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Returning an authentication result</a:t>
              </a:r>
              <a:endParaRPr sz="1100">
                <a:solidFill>
                  <a:schemeClr val="dk1"/>
                </a:solidFill>
                <a:latin typeface="Arial"/>
                <a:ea typeface="Arial"/>
                <a:cs typeface="Arial"/>
                <a:sym typeface="Arial"/>
              </a:endParaRPr>
            </a:p>
          </p:txBody>
        </p:sp>
      </p:grpSp>
      <p:graphicFrame>
        <p:nvGraphicFramePr>
          <p:cNvPr id="355" name="Google Shape;355;p8"/>
          <p:cNvGraphicFramePr/>
          <p:nvPr/>
        </p:nvGraphicFramePr>
        <p:xfrm>
          <a:off x="4453193" y="4704287"/>
          <a:ext cx="3000000" cy="3000000"/>
        </p:xfrm>
        <a:graphic>
          <a:graphicData uri="http://schemas.openxmlformats.org/drawingml/2006/table">
            <a:tbl>
              <a:tblPr>
                <a:noFill/>
                <a:tableStyleId>{AA46032B-78F0-4966-B5B5-E3F214D14A4C}</a:tableStyleId>
              </a:tblPr>
              <a:tblGrid>
                <a:gridCol w="1763200"/>
                <a:gridCol w="1020075"/>
                <a:gridCol w="2126975"/>
              </a:tblGrid>
              <a:tr h="397350">
                <a:tc>
                  <a:txBody>
                    <a:bodyPr/>
                    <a:lstStyle/>
                    <a:p>
                      <a:pPr indent="0" lvl="0" marL="0" marR="0" rtl="0" algn="ctr">
                        <a:spcBef>
                          <a:spcPts val="0"/>
                        </a:spcBef>
                        <a:spcAft>
                          <a:spcPts val="0"/>
                        </a:spcAft>
                        <a:buNone/>
                      </a:pPr>
                      <a:r>
                        <a:rPr b="1" lang="en-US" sz="1400" u="none" cap="none" strike="noStrike">
                          <a:solidFill>
                            <a:schemeClr val="lt1"/>
                          </a:solidFill>
                          <a:latin typeface="Arial"/>
                          <a:ea typeface="Arial"/>
                          <a:cs typeface="Arial"/>
                          <a:sym typeface="Arial"/>
                        </a:rPr>
                        <a:t>User</a:t>
                      </a:r>
                      <a:endParaRPr/>
                    </a:p>
                  </a:txBody>
                  <a:tcPr marT="36000" marB="36000" marR="72000" marL="72000" anchor="ctr">
                    <a:lnL cap="flat" cmpd="sng" w="12700">
                      <a:solidFill>
                        <a:srgbClr val="B4E6F6"/>
                      </a:solidFill>
                      <a:prstDash val="solid"/>
                      <a:round/>
                      <a:headEnd len="sm" w="sm" type="none"/>
                      <a:tailEnd len="sm" w="sm" type="none"/>
                    </a:lnL>
                    <a:lnR cap="flat" cmpd="sng" w="12700">
                      <a:solidFill>
                        <a:srgbClr val="B4E6F6"/>
                      </a:solidFill>
                      <a:prstDash val="solid"/>
                      <a:round/>
                      <a:headEnd len="sm" w="sm" type="none"/>
                      <a:tailEnd len="sm" w="sm" type="none"/>
                    </a:lnR>
                    <a:lnT cap="flat" cmpd="sng" w="12700">
                      <a:solidFill>
                        <a:srgbClr val="B4E6F6"/>
                      </a:solidFill>
                      <a:prstDash val="solid"/>
                      <a:round/>
                      <a:headEnd len="sm" w="sm" type="none"/>
                      <a:tailEnd len="sm" w="sm" type="none"/>
                    </a:lnT>
                    <a:lnB cap="flat" cmpd="sng" w="12700">
                      <a:solidFill>
                        <a:srgbClr val="B4E6F6"/>
                      </a:solidFill>
                      <a:prstDash val="solid"/>
                      <a:round/>
                      <a:headEnd len="sm" w="sm" type="none"/>
                      <a:tailEnd len="sm" w="sm" type="none"/>
                    </a:lnB>
                    <a:solidFill>
                      <a:srgbClr val="00B0F0"/>
                    </a:solidFill>
                  </a:tcPr>
                </a:tc>
                <a:tc>
                  <a:txBody>
                    <a:bodyPr/>
                    <a:lstStyle/>
                    <a:p>
                      <a:pPr indent="0" lvl="0" marL="0" marR="0" rtl="0" algn="ctr">
                        <a:spcBef>
                          <a:spcPts val="0"/>
                        </a:spcBef>
                        <a:spcAft>
                          <a:spcPts val="0"/>
                        </a:spcAft>
                        <a:buNone/>
                      </a:pPr>
                      <a:r>
                        <a:rPr b="1" lang="en-US" sz="1400" u="none" cap="none" strike="noStrike">
                          <a:solidFill>
                            <a:schemeClr val="lt1"/>
                          </a:solidFill>
                          <a:latin typeface="Arial"/>
                          <a:ea typeface="Arial"/>
                          <a:cs typeface="Arial"/>
                          <a:sym typeface="Arial"/>
                        </a:rPr>
                        <a:t>Domain</a:t>
                      </a:r>
                      <a:endParaRPr b="1" sz="1400" u="none" cap="none" strike="noStrike">
                        <a:solidFill>
                          <a:schemeClr val="lt1"/>
                        </a:solidFill>
                        <a:latin typeface="Arial"/>
                        <a:ea typeface="Arial"/>
                        <a:cs typeface="Arial"/>
                        <a:sym typeface="Arial"/>
                      </a:endParaRPr>
                    </a:p>
                  </a:txBody>
                  <a:tcPr marT="36000" marB="36000" marR="72000" marL="72000" anchor="ctr">
                    <a:lnL cap="flat" cmpd="sng" w="12700">
                      <a:solidFill>
                        <a:srgbClr val="B4E6F6"/>
                      </a:solidFill>
                      <a:prstDash val="solid"/>
                      <a:round/>
                      <a:headEnd len="sm" w="sm" type="none"/>
                      <a:tailEnd len="sm" w="sm" type="none"/>
                    </a:lnL>
                    <a:lnR cap="flat" cmpd="sng" w="12700">
                      <a:solidFill>
                        <a:srgbClr val="B4E6F6"/>
                      </a:solidFill>
                      <a:prstDash val="solid"/>
                      <a:round/>
                      <a:headEnd len="sm" w="sm" type="none"/>
                      <a:tailEnd len="sm" w="sm" type="none"/>
                    </a:lnR>
                    <a:lnT cap="flat" cmpd="sng" w="12700">
                      <a:solidFill>
                        <a:srgbClr val="B4E6F6"/>
                      </a:solidFill>
                      <a:prstDash val="solid"/>
                      <a:round/>
                      <a:headEnd len="sm" w="sm" type="none"/>
                      <a:tailEnd len="sm" w="sm" type="none"/>
                    </a:lnT>
                    <a:lnB cap="flat" cmpd="sng" w="12700">
                      <a:solidFill>
                        <a:srgbClr val="B4E6F6"/>
                      </a:solidFill>
                      <a:prstDash val="solid"/>
                      <a:round/>
                      <a:headEnd len="sm" w="sm" type="none"/>
                      <a:tailEnd len="sm" w="sm" type="none"/>
                    </a:lnB>
                    <a:solidFill>
                      <a:srgbClr val="00B0F0"/>
                    </a:solidFill>
                  </a:tcPr>
                </a:tc>
                <a:tc>
                  <a:txBody>
                    <a:bodyPr/>
                    <a:lstStyle/>
                    <a:p>
                      <a:pPr indent="0" lvl="0" marL="0" marR="0" rtl="0" algn="ctr">
                        <a:spcBef>
                          <a:spcPts val="0"/>
                        </a:spcBef>
                        <a:spcAft>
                          <a:spcPts val="0"/>
                        </a:spcAft>
                        <a:buNone/>
                      </a:pPr>
                      <a:r>
                        <a:rPr b="1" lang="en-US" sz="1400" u="none" cap="none" strike="noStrike">
                          <a:solidFill>
                            <a:schemeClr val="lt1"/>
                          </a:solidFill>
                          <a:latin typeface="Arial"/>
                          <a:ea typeface="Arial"/>
                          <a:cs typeface="Arial"/>
                          <a:sym typeface="Arial"/>
                        </a:rPr>
                        <a:t>Authentication Mode</a:t>
                      </a:r>
                      <a:endParaRPr b="1" sz="1400" u="none" cap="none" strike="noStrike">
                        <a:solidFill>
                          <a:schemeClr val="lt1"/>
                        </a:solidFill>
                        <a:latin typeface="Arial"/>
                        <a:ea typeface="Arial"/>
                        <a:cs typeface="Arial"/>
                        <a:sym typeface="Arial"/>
                      </a:endParaRPr>
                    </a:p>
                  </a:txBody>
                  <a:tcPr marT="36000" marB="36000" marR="72000" marL="72000" anchor="ctr">
                    <a:lnL cap="flat" cmpd="sng" w="12700">
                      <a:solidFill>
                        <a:srgbClr val="B4E6F6"/>
                      </a:solidFill>
                      <a:prstDash val="solid"/>
                      <a:round/>
                      <a:headEnd len="sm" w="sm" type="none"/>
                      <a:tailEnd len="sm" w="sm" type="none"/>
                    </a:lnL>
                    <a:lnR cap="flat" cmpd="sng" w="12700">
                      <a:solidFill>
                        <a:srgbClr val="B4E6F6"/>
                      </a:solidFill>
                      <a:prstDash val="solid"/>
                      <a:round/>
                      <a:headEnd len="sm" w="sm" type="none"/>
                      <a:tailEnd len="sm" w="sm" type="none"/>
                    </a:lnR>
                    <a:lnT cap="flat" cmpd="sng" w="12700">
                      <a:solidFill>
                        <a:srgbClr val="B4E6F6"/>
                      </a:solidFill>
                      <a:prstDash val="solid"/>
                      <a:round/>
                      <a:headEnd len="sm" w="sm" type="none"/>
                      <a:tailEnd len="sm" w="sm" type="none"/>
                    </a:lnT>
                    <a:lnB cap="flat" cmpd="sng" w="12700">
                      <a:solidFill>
                        <a:srgbClr val="B4E6F6"/>
                      </a:solidFill>
                      <a:prstDash val="solid"/>
                      <a:round/>
                      <a:headEnd len="sm" w="sm" type="none"/>
                      <a:tailEnd len="sm" w="sm" type="none"/>
                    </a:lnB>
                    <a:solidFill>
                      <a:srgbClr val="00B0F0"/>
                    </a:solidFill>
                  </a:tcPr>
                </a:tc>
              </a:tr>
              <a:tr h="388350">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User 1@Domain 1</a:t>
                      </a:r>
                      <a:endParaRPr sz="1400" u="none" cap="none" strike="noStrike">
                        <a:latin typeface="Arial"/>
                        <a:ea typeface="Arial"/>
                        <a:cs typeface="Arial"/>
                        <a:sym typeface="Arial"/>
                      </a:endParaRPr>
                    </a:p>
                  </a:txBody>
                  <a:tcPr marT="36000" marB="36000" marR="72000" marL="72000" anchor="ctr">
                    <a:lnL cap="flat" cmpd="sng" w="12700">
                      <a:solidFill>
                        <a:srgbClr val="B4E6F6"/>
                      </a:solidFill>
                      <a:prstDash val="solid"/>
                      <a:round/>
                      <a:headEnd len="sm" w="sm" type="none"/>
                      <a:tailEnd len="sm" w="sm" type="none"/>
                    </a:lnL>
                    <a:lnR cap="flat" cmpd="sng" w="12700">
                      <a:solidFill>
                        <a:srgbClr val="B4E6F6"/>
                      </a:solidFill>
                      <a:prstDash val="solid"/>
                      <a:round/>
                      <a:headEnd len="sm" w="sm" type="none"/>
                      <a:tailEnd len="sm" w="sm" type="none"/>
                    </a:lnR>
                    <a:lnT cap="flat" cmpd="sng" w="12700">
                      <a:solidFill>
                        <a:srgbClr val="B4E6F6"/>
                      </a:solidFill>
                      <a:prstDash val="solid"/>
                      <a:round/>
                      <a:headEnd len="sm" w="sm" type="none"/>
                      <a:tailEnd len="sm" w="sm" type="none"/>
                    </a:lnT>
                    <a:lnB cap="flat" cmpd="sng" w="12700">
                      <a:solidFill>
                        <a:srgbClr val="B4E6F6"/>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Domain 1</a:t>
                      </a:r>
                      <a:endParaRPr sz="1400" u="none" cap="none" strike="noStrike">
                        <a:latin typeface="Arial"/>
                        <a:ea typeface="Arial"/>
                        <a:cs typeface="Arial"/>
                        <a:sym typeface="Arial"/>
                      </a:endParaRPr>
                    </a:p>
                  </a:txBody>
                  <a:tcPr marT="36000" marB="36000" marR="72000" marL="72000" anchor="ctr">
                    <a:lnL cap="flat" cmpd="sng" w="12700">
                      <a:solidFill>
                        <a:srgbClr val="B4E6F6"/>
                      </a:solidFill>
                      <a:prstDash val="solid"/>
                      <a:round/>
                      <a:headEnd len="sm" w="sm" type="none"/>
                      <a:tailEnd len="sm" w="sm" type="none"/>
                    </a:lnL>
                    <a:lnR cap="flat" cmpd="sng" w="12700">
                      <a:solidFill>
                        <a:srgbClr val="B4E6F6"/>
                      </a:solidFill>
                      <a:prstDash val="solid"/>
                      <a:round/>
                      <a:headEnd len="sm" w="sm" type="none"/>
                      <a:tailEnd len="sm" w="sm" type="none"/>
                    </a:lnR>
                    <a:lnT cap="flat" cmpd="sng" w="12700">
                      <a:solidFill>
                        <a:srgbClr val="B4E6F6"/>
                      </a:solidFill>
                      <a:prstDash val="solid"/>
                      <a:round/>
                      <a:headEnd len="sm" w="sm" type="none"/>
                      <a:tailEnd len="sm" w="sm" type="none"/>
                    </a:lnT>
                    <a:lnB cap="flat" cmpd="sng" w="12700">
                      <a:solidFill>
                        <a:srgbClr val="B4E6F6"/>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Non-authentication</a:t>
                      </a:r>
                      <a:endParaRPr sz="1400" u="none" cap="none" strike="noStrike">
                        <a:latin typeface="Arial"/>
                        <a:ea typeface="Arial"/>
                        <a:cs typeface="Arial"/>
                        <a:sym typeface="Arial"/>
                      </a:endParaRPr>
                    </a:p>
                  </a:txBody>
                  <a:tcPr marT="36000" marB="36000" marR="72000" marL="72000" anchor="ctr">
                    <a:lnL cap="flat" cmpd="sng" w="12700">
                      <a:solidFill>
                        <a:srgbClr val="B4E6F6"/>
                      </a:solidFill>
                      <a:prstDash val="solid"/>
                      <a:round/>
                      <a:headEnd len="sm" w="sm" type="none"/>
                      <a:tailEnd len="sm" w="sm" type="none"/>
                    </a:lnL>
                    <a:lnR cap="flat" cmpd="sng" w="12700">
                      <a:solidFill>
                        <a:srgbClr val="B4E6F6"/>
                      </a:solidFill>
                      <a:prstDash val="solid"/>
                      <a:round/>
                      <a:headEnd len="sm" w="sm" type="none"/>
                      <a:tailEnd len="sm" w="sm" type="none"/>
                    </a:lnR>
                    <a:lnT cap="flat" cmpd="sng" w="12700">
                      <a:solidFill>
                        <a:srgbClr val="B4E6F6"/>
                      </a:solidFill>
                      <a:prstDash val="solid"/>
                      <a:round/>
                      <a:headEnd len="sm" w="sm" type="none"/>
                      <a:tailEnd len="sm" w="sm" type="none"/>
                    </a:lnT>
                    <a:lnB cap="flat" cmpd="sng" w="12700">
                      <a:solidFill>
                        <a:srgbClr val="B4E6F6"/>
                      </a:solidFill>
                      <a:prstDash val="solid"/>
                      <a:round/>
                      <a:headEnd len="sm" w="sm" type="none"/>
                      <a:tailEnd len="sm" w="sm" type="none"/>
                    </a:lnB>
                  </a:tcPr>
                </a:tc>
              </a:tr>
              <a:tr h="388350">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User 2@Domain 2</a:t>
                      </a:r>
                      <a:endParaRPr sz="1400" u="none" cap="none" strike="noStrike">
                        <a:latin typeface="Arial"/>
                        <a:ea typeface="Arial"/>
                        <a:cs typeface="Arial"/>
                        <a:sym typeface="Arial"/>
                      </a:endParaRPr>
                    </a:p>
                  </a:txBody>
                  <a:tcPr marT="36000" marB="36000" marR="72000" marL="72000" anchor="ctr">
                    <a:lnL cap="flat" cmpd="sng" w="12700">
                      <a:solidFill>
                        <a:srgbClr val="B4E6F6"/>
                      </a:solidFill>
                      <a:prstDash val="solid"/>
                      <a:round/>
                      <a:headEnd len="sm" w="sm" type="none"/>
                      <a:tailEnd len="sm" w="sm" type="none"/>
                    </a:lnL>
                    <a:lnR cap="flat" cmpd="sng" w="12700">
                      <a:solidFill>
                        <a:srgbClr val="B4E6F6"/>
                      </a:solidFill>
                      <a:prstDash val="solid"/>
                      <a:round/>
                      <a:headEnd len="sm" w="sm" type="none"/>
                      <a:tailEnd len="sm" w="sm" type="none"/>
                    </a:lnR>
                    <a:lnT cap="flat" cmpd="sng" w="12700">
                      <a:solidFill>
                        <a:srgbClr val="B4E6F6"/>
                      </a:solidFill>
                      <a:prstDash val="solid"/>
                      <a:round/>
                      <a:headEnd len="sm" w="sm" type="none"/>
                      <a:tailEnd len="sm" w="sm" type="none"/>
                    </a:lnT>
                    <a:lnB cap="flat" cmpd="sng" w="12700">
                      <a:solidFill>
                        <a:srgbClr val="B4E6F6"/>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Domain 2</a:t>
                      </a:r>
                      <a:endParaRPr sz="1400" u="none" cap="none" strike="noStrike">
                        <a:latin typeface="Arial"/>
                        <a:ea typeface="Arial"/>
                        <a:cs typeface="Arial"/>
                        <a:sym typeface="Arial"/>
                      </a:endParaRPr>
                    </a:p>
                  </a:txBody>
                  <a:tcPr marT="36000" marB="36000" marR="72000" marL="72000" anchor="ctr">
                    <a:lnL cap="flat" cmpd="sng" w="12700">
                      <a:solidFill>
                        <a:srgbClr val="B4E6F6"/>
                      </a:solidFill>
                      <a:prstDash val="solid"/>
                      <a:round/>
                      <a:headEnd len="sm" w="sm" type="none"/>
                      <a:tailEnd len="sm" w="sm" type="none"/>
                    </a:lnL>
                    <a:lnR cap="flat" cmpd="sng" w="12700">
                      <a:solidFill>
                        <a:srgbClr val="B4E6F6"/>
                      </a:solidFill>
                      <a:prstDash val="solid"/>
                      <a:round/>
                      <a:headEnd len="sm" w="sm" type="none"/>
                      <a:tailEnd len="sm" w="sm" type="none"/>
                    </a:lnR>
                    <a:lnT cap="flat" cmpd="sng" w="12700">
                      <a:solidFill>
                        <a:srgbClr val="B4E6F6"/>
                      </a:solidFill>
                      <a:prstDash val="solid"/>
                      <a:round/>
                      <a:headEnd len="sm" w="sm" type="none"/>
                      <a:tailEnd len="sm" w="sm" type="none"/>
                    </a:lnT>
                    <a:lnB cap="flat" cmpd="sng" w="12700">
                      <a:solidFill>
                        <a:srgbClr val="B4E6F6"/>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Local authentication</a:t>
                      </a:r>
                      <a:endParaRPr sz="1400" u="none" cap="none" strike="noStrike">
                        <a:latin typeface="Arial"/>
                        <a:ea typeface="Arial"/>
                        <a:cs typeface="Arial"/>
                        <a:sym typeface="Arial"/>
                      </a:endParaRPr>
                    </a:p>
                  </a:txBody>
                  <a:tcPr marT="36000" marB="36000" marR="72000" marL="72000" anchor="ctr">
                    <a:lnL cap="flat" cmpd="sng" w="12700">
                      <a:solidFill>
                        <a:srgbClr val="B4E6F6"/>
                      </a:solidFill>
                      <a:prstDash val="solid"/>
                      <a:round/>
                      <a:headEnd len="sm" w="sm" type="none"/>
                      <a:tailEnd len="sm" w="sm" type="none"/>
                    </a:lnL>
                    <a:lnR cap="flat" cmpd="sng" w="12700">
                      <a:solidFill>
                        <a:srgbClr val="B4E6F6"/>
                      </a:solidFill>
                      <a:prstDash val="solid"/>
                      <a:round/>
                      <a:headEnd len="sm" w="sm" type="none"/>
                      <a:tailEnd len="sm" w="sm" type="none"/>
                    </a:lnR>
                    <a:lnT cap="flat" cmpd="sng" w="12700">
                      <a:solidFill>
                        <a:srgbClr val="B4E6F6"/>
                      </a:solidFill>
                      <a:prstDash val="solid"/>
                      <a:round/>
                      <a:headEnd len="sm" w="sm" type="none"/>
                      <a:tailEnd len="sm" w="sm" type="none"/>
                    </a:lnT>
                    <a:lnB cap="flat" cmpd="sng" w="12700">
                      <a:solidFill>
                        <a:srgbClr val="B4E6F6"/>
                      </a:solidFill>
                      <a:prstDash val="solid"/>
                      <a:round/>
                      <a:headEnd len="sm" w="sm" type="none"/>
                      <a:tailEnd len="sm" w="sm" type="none"/>
                    </a:lnB>
                  </a:tcPr>
                </a:tc>
              </a:tr>
              <a:tr h="388350">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User 3@Domain 3</a:t>
                      </a:r>
                      <a:endParaRPr sz="1400" u="none" cap="none" strike="noStrike">
                        <a:latin typeface="Arial"/>
                        <a:ea typeface="Arial"/>
                        <a:cs typeface="Arial"/>
                        <a:sym typeface="Arial"/>
                      </a:endParaRPr>
                    </a:p>
                  </a:txBody>
                  <a:tcPr marT="36000" marB="36000" marR="72000" marL="72000" anchor="ctr">
                    <a:lnL cap="flat" cmpd="sng" w="12700">
                      <a:solidFill>
                        <a:srgbClr val="B4E6F6"/>
                      </a:solidFill>
                      <a:prstDash val="solid"/>
                      <a:round/>
                      <a:headEnd len="sm" w="sm" type="none"/>
                      <a:tailEnd len="sm" w="sm" type="none"/>
                    </a:lnL>
                    <a:lnR cap="flat" cmpd="sng" w="12700">
                      <a:solidFill>
                        <a:srgbClr val="B4E6F6"/>
                      </a:solidFill>
                      <a:prstDash val="solid"/>
                      <a:round/>
                      <a:headEnd len="sm" w="sm" type="none"/>
                      <a:tailEnd len="sm" w="sm" type="none"/>
                    </a:lnR>
                    <a:lnT cap="flat" cmpd="sng" w="12700">
                      <a:solidFill>
                        <a:srgbClr val="B4E6F6"/>
                      </a:solidFill>
                      <a:prstDash val="solid"/>
                      <a:round/>
                      <a:headEnd len="sm" w="sm" type="none"/>
                      <a:tailEnd len="sm" w="sm" type="none"/>
                    </a:lnT>
                    <a:lnB cap="flat" cmpd="sng" w="12700">
                      <a:solidFill>
                        <a:srgbClr val="B4E6F6"/>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Domain 3</a:t>
                      </a:r>
                      <a:endParaRPr sz="1400" u="none" cap="none" strike="noStrike">
                        <a:latin typeface="Arial"/>
                        <a:ea typeface="Arial"/>
                        <a:cs typeface="Arial"/>
                        <a:sym typeface="Arial"/>
                      </a:endParaRPr>
                    </a:p>
                  </a:txBody>
                  <a:tcPr marT="36000" marB="36000" marR="72000" marL="72000" anchor="ctr">
                    <a:lnL cap="flat" cmpd="sng" w="12700">
                      <a:solidFill>
                        <a:srgbClr val="B4E6F6"/>
                      </a:solidFill>
                      <a:prstDash val="solid"/>
                      <a:round/>
                      <a:headEnd len="sm" w="sm" type="none"/>
                      <a:tailEnd len="sm" w="sm" type="none"/>
                    </a:lnL>
                    <a:lnR cap="flat" cmpd="sng" w="12700">
                      <a:solidFill>
                        <a:srgbClr val="B4E6F6"/>
                      </a:solidFill>
                      <a:prstDash val="solid"/>
                      <a:round/>
                      <a:headEnd len="sm" w="sm" type="none"/>
                      <a:tailEnd len="sm" w="sm" type="none"/>
                    </a:lnR>
                    <a:lnT cap="flat" cmpd="sng" w="12700">
                      <a:solidFill>
                        <a:srgbClr val="B4E6F6"/>
                      </a:solidFill>
                      <a:prstDash val="solid"/>
                      <a:round/>
                      <a:headEnd len="sm" w="sm" type="none"/>
                      <a:tailEnd len="sm" w="sm" type="none"/>
                    </a:lnT>
                    <a:lnB cap="flat" cmpd="sng" w="12700">
                      <a:solidFill>
                        <a:srgbClr val="B4E6F6"/>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Remote authentication</a:t>
                      </a:r>
                      <a:endParaRPr sz="1400" u="none" cap="none" strike="noStrike">
                        <a:latin typeface="Arial"/>
                        <a:ea typeface="Arial"/>
                        <a:cs typeface="Arial"/>
                        <a:sym typeface="Arial"/>
                      </a:endParaRPr>
                    </a:p>
                  </a:txBody>
                  <a:tcPr marT="36000" marB="36000" marR="72000" marL="72000" anchor="ctr">
                    <a:lnL cap="flat" cmpd="sng" w="12700">
                      <a:solidFill>
                        <a:srgbClr val="B4E6F6"/>
                      </a:solidFill>
                      <a:prstDash val="solid"/>
                      <a:round/>
                      <a:headEnd len="sm" w="sm" type="none"/>
                      <a:tailEnd len="sm" w="sm" type="none"/>
                    </a:lnL>
                    <a:lnR cap="flat" cmpd="sng" w="12700">
                      <a:solidFill>
                        <a:srgbClr val="B4E6F6"/>
                      </a:solidFill>
                      <a:prstDash val="solid"/>
                      <a:round/>
                      <a:headEnd len="sm" w="sm" type="none"/>
                      <a:tailEnd len="sm" w="sm" type="none"/>
                    </a:lnR>
                    <a:lnT cap="flat" cmpd="sng" w="12700">
                      <a:solidFill>
                        <a:srgbClr val="B4E6F6"/>
                      </a:solidFill>
                      <a:prstDash val="solid"/>
                      <a:round/>
                      <a:headEnd len="sm" w="sm" type="none"/>
                      <a:tailEnd len="sm" w="sm" type="none"/>
                    </a:lnT>
                    <a:lnB cap="flat" cmpd="sng" w="12700">
                      <a:solidFill>
                        <a:srgbClr val="B4E6F6"/>
                      </a:solidFill>
                      <a:prstDash val="solid"/>
                      <a:round/>
                      <a:headEnd len="sm" w="sm" type="none"/>
                      <a:tailEnd len="sm" w="sm" type="none"/>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9"/>
          <p:cNvSpPr txBox="1"/>
          <p:nvPr>
            <p:ph idx="1" type="body"/>
          </p:nvPr>
        </p:nvSpPr>
        <p:spPr>
          <a:xfrm>
            <a:off x="451877" y="1242453"/>
            <a:ext cx="11306175" cy="4680000"/>
          </a:xfrm>
          <a:prstGeom prst="rect">
            <a:avLst/>
          </a:prstGeom>
          <a:noFill/>
          <a:ln>
            <a:noFill/>
          </a:ln>
        </p:spPr>
        <p:txBody>
          <a:bodyPr anchorCtr="0" anchor="t" bIns="40050" lIns="80125" spcFirstLastPara="1" rIns="80125" wrap="square" tIns="40050">
            <a:noAutofit/>
          </a:bodyPr>
          <a:lstStyle/>
          <a:p>
            <a:pPr indent="-302279" lvl="0" marL="302279" rtl="0" algn="just">
              <a:lnSpc>
                <a:spcPct val="140000"/>
              </a:lnSpc>
              <a:spcBef>
                <a:spcPts val="0"/>
              </a:spcBef>
              <a:spcAft>
                <a:spcPts val="0"/>
              </a:spcAft>
              <a:buClr>
                <a:schemeClr val="dk1"/>
              </a:buClr>
              <a:buSzPts val="900"/>
              <a:buChar char="●"/>
            </a:pPr>
            <a:r>
              <a:rPr lang="en-US" sz="1800"/>
              <a:t>AAA supports the following authorization modes: non-authorization, local authorization, and remote authorization.</a:t>
            </a:r>
            <a:endParaRPr sz="1800"/>
          </a:p>
          <a:p>
            <a:pPr indent="-302279" lvl="0" marL="302279" rtl="0" algn="just">
              <a:lnSpc>
                <a:spcPct val="140000"/>
              </a:lnSpc>
              <a:spcBef>
                <a:spcPts val="792"/>
              </a:spcBef>
              <a:spcAft>
                <a:spcPts val="0"/>
              </a:spcAft>
              <a:buClr>
                <a:schemeClr val="dk1"/>
              </a:buClr>
              <a:buSzPts val="900"/>
              <a:buChar char="●"/>
            </a:pPr>
            <a:r>
              <a:rPr lang="en-US" sz="1800"/>
              <a:t>Authorization information includes the user group, VLAN ID, and ACL number.</a:t>
            </a:r>
            <a:endParaRPr/>
          </a:p>
          <a:p>
            <a:pPr indent="-245129" lvl="0" marL="302279" rtl="0" algn="just">
              <a:lnSpc>
                <a:spcPct val="140000"/>
              </a:lnSpc>
              <a:spcBef>
                <a:spcPts val="792"/>
              </a:spcBef>
              <a:spcAft>
                <a:spcPts val="0"/>
              </a:spcAft>
              <a:buClr>
                <a:schemeClr val="dk1"/>
              </a:buClr>
              <a:buSzPts val="900"/>
              <a:buNone/>
            </a:pPr>
            <a:r>
              <a:t/>
            </a:r>
            <a:endParaRPr sz="1800"/>
          </a:p>
          <a:p>
            <a:pPr indent="-245129" lvl="0" marL="302279" rtl="0" algn="just">
              <a:lnSpc>
                <a:spcPct val="140000"/>
              </a:lnSpc>
              <a:spcBef>
                <a:spcPts val="792"/>
              </a:spcBef>
              <a:spcAft>
                <a:spcPts val="0"/>
              </a:spcAft>
              <a:buClr>
                <a:schemeClr val="dk1"/>
              </a:buClr>
              <a:buSzPts val="900"/>
              <a:buNone/>
            </a:pPr>
            <a:r>
              <a:t/>
            </a:r>
            <a:endParaRPr sz="1800"/>
          </a:p>
        </p:txBody>
      </p:sp>
      <p:sp>
        <p:nvSpPr>
          <p:cNvPr id="361" name="Google Shape;361;p9"/>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Authorization</a:t>
            </a:r>
            <a:endParaRPr/>
          </a:p>
        </p:txBody>
      </p:sp>
      <p:grpSp>
        <p:nvGrpSpPr>
          <p:cNvPr id="362" name="Google Shape;362;p9"/>
          <p:cNvGrpSpPr/>
          <p:nvPr/>
        </p:nvGrpSpPr>
        <p:grpSpPr>
          <a:xfrm>
            <a:off x="1889268" y="2657555"/>
            <a:ext cx="8187630" cy="3041184"/>
            <a:chOff x="1889268" y="2262443"/>
            <a:chExt cx="8187630" cy="3041184"/>
          </a:xfrm>
        </p:grpSpPr>
        <p:sp>
          <p:nvSpPr>
            <p:cNvPr id="363" name="Google Shape;363;p9"/>
            <p:cNvSpPr/>
            <p:nvPr/>
          </p:nvSpPr>
          <p:spPr>
            <a:xfrm flipH="1">
              <a:off x="6721764" y="2574379"/>
              <a:ext cx="2640214" cy="1380117"/>
            </a:xfrm>
            <a:custGeom>
              <a:rect b="b" l="l" r="r" t="t"/>
              <a:pathLst>
                <a:path extrusionOk="0" h="2316519" w="4431601">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lt1"/>
            </a:solidFill>
            <a:ln cap="flat" cmpd="sng" w="28575">
              <a:solidFill>
                <a:srgbClr val="A5A5A5"/>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en-US" sz="1400">
                  <a:solidFill>
                    <a:schemeClr val="dk1"/>
                  </a:solidFill>
                  <a:latin typeface="Arial"/>
                  <a:ea typeface="Arial"/>
                  <a:cs typeface="Arial"/>
                  <a:sym typeface="Arial"/>
                </a:rPr>
                <a:t>IP Network</a:t>
              </a:r>
              <a:endParaRPr sz="1400">
                <a:solidFill>
                  <a:schemeClr val="dk1"/>
                </a:solidFill>
                <a:latin typeface="Arial"/>
                <a:ea typeface="Arial"/>
                <a:cs typeface="Arial"/>
                <a:sym typeface="Arial"/>
              </a:endParaRPr>
            </a:p>
          </p:txBody>
        </p:sp>
        <p:cxnSp>
          <p:nvCxnSpPr>
            <p:cNvPr id="364" name="Google Shape;364;p9"/>
            <p:cNvCxnSpPr>
              <a:stCxn id="365" idx="3"/>
            </p:cNvCxnSpPr>
            <p:nvPr/>
          </p:nvCxnSpPr>
          <p:spPr>
            <a:xfrm>
              <a:off x="2941226" y="2469443"/>
              <a:ext cx="2064600" cy="876000"/>
            </a:xfrm>
            <a:prstGeom prst="straightConnector1">
              <a:avLst/>
            </a:prstGeom>
            <a:noFill/>
            <a:ln cap="flat" cmpd="sng" w="9525">
              <a:solidFill>
                <a:schemeClr val="dk1"/>
              </a:solidFill>
              <a:prstDash val="solid"/>
              <a:miter lim="800000"/>
              <a:headEnd len="sm" w="sm" type="none"/>
              <a:tailEnd len="sm" w="sm" type="none"/>
            </a:ln>
          </p:spPr>
        </p:cxnSp>
        <p:cxnSp>
          <p:nvCxnSpPr>
            <p:cNvPr id="366" name="Google Shape;366;p9"/>
            <p:cNvCxnSpPr>
              <a:stCxn id="367" idx="3"/>
            </p:cNvCxnSpPr>
            <p:nvPr/>
          </p:nvCxnSpPr>
          <p:spPr>
            <a:xfrm>
              <a:off x="2941226" y="3689718"/>
              <a:ext cx="2354400" cy="0"/>
            </a:xfrm>
            <a:prstGeom prst="straightConnector1">
              <a:avLst/>
            </a:prstGeom>
            <a:noFill/>
            <a:ln cap="flat" cmpd="sng" w="9525">
              <a:solidFill>
                <a:schemeClr val="dk1"/>
              </a:solidFill>
              <a:prstDash val="solid"/>
              <a:miter lim="800000"/>
              <a:headEnd len="sm" w="sm" type="none"/>
              <a:tailEnd len="sm" w="sm" type="none"/>
            </a:ln>
          </p:spPr>
        </p:cxnSp>
        <p:pic>
          <p:nvPicPr>
            <p:cNvPr descr="PC.png" id="367" name="Google Shape;367;p9"/>
            <p:cNvPicPr preferRelativeResize="0"/>
            <p:nvPr/>
          </p:nvPicPr>
          <p:blipFill rotWithShape="1">
            <a:blip r:embed="rId3">
              <a:alphaModFix/>
            </a:blip>
            <a:srcRect b="0" l="0" r="0" t="0"/>
            <a:stretch/>
          </p:blipFill>
          <p:spPr>
            <a:xfrm>
              <a:off x="2402163" y="3482718"/>
              <a:ext cx="539063" cy="414000"/>
            </a:xfrm>
            <a:prstGeom prst="rect">
              <a:avLst/>
            </a:prstGeom>
            <a:noFill/>
            <a:ln>
              <a:noFill/>
            </a:ln>
          </p:spPr>
        </p:pic>
        <p:pic>
          <p:nvPicPr>
            <p:cNvPr descr="故障链路.png" id="368" name="Google Shape;368;p9"/>
            <p:cNvPicPr preferRelativeResize="0"/>
            <p:nvPr/>
          </p:nvPicPr>
          <p:blipFill rotWithShape="1">
            <a:blip r:embed="rId4">
              <a:alphaModFix/>
            </a:blip>
            <a:srcRect b="0" l="0" r="0" t="0"/>
            <a:stretch/>
          </p:blipFill>
          <p:spPr>
            <a:xfrm>
              <a:off x="2401694" y="4576646"/>
              <a:ext cx="540000" cy="402667"/>
            </a:xfrm>
            <a:prstGeom prst="rect">
              <a:avLst/>
            </a:prstGeom>
            <a:noFill/>
            <a:ln>
              <a:noFill/>
            </a:ln>
          </p:spPr>
        </p:pic>
        <p:pic>
          <p:nvPicPr>
            <p:cNvPr descr="PC.png" id="365" name="Google Shape;365;p9"/>
            <p:cNvPicPr preferRelativeResize="0"/>
            <p:nvPr/>
          </p:nvPicPr>
          <p:blipFill rotWithShape="1">
            <a:blip r:embed="rId3">
              <a:alphaModFix/>
            </a:blip>
            <a:srcRect b="0" l="0" r="0" t="0"/>
            <a:stretch/>
          </p:blipFill>
          <p:spPr>
            <a:xfrm>
              <a:off x="2402163" y="2262443"/>
              <a:ext cx="539063" cy="414000"/>
            </a:xfrm>
            <a:prstGeom prst="rect">
              <a:avLst/>
            </a:prstGeom>
            <a:noFill/>
            <a:ln>
              <a:noFill/>
            </a:ln>
          </p:spPr>
        </p:pic>
        <p:sp>
          <p:nvSpPr>
            <p:cNvPr id="369" name="Google Shape;369;p9"/>
            <p:cNvSpPr txBox="1"/>
            <p:nvPr/>
          </p:nvSpPr>
          <p:spPr>
            <a:xfrm>
              <a:off x="1889268" y="2784589"/>
              <a:ext cx="1564852"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User 1@Domain 1</a:t>
              </a:r>
              <a:endParaRPr sz="1200">
                <a:solidFill>
                  <a:schemeClr val="dk1"/>
                </a:solidFill>
                <a:latin typeface="Arial"/>
                <a:ea typeface="Arial"/>
                <a:cs typeface="Arial"/>
                <a:sym typeface="Arial"/>
              </a:endParaRPr>
            </a:p>
          </p:txBody>
        </p:sp>
        <p:sp>
          <p:nvSpPr>
            <p:cNvPr id="370" name="Google Shape;370;p9"/>
            <p:cNvSpPr txBox="1"/>
            <p:nvPr/>
          </p:nvSpPr>
          <p:spPr>
            <a:xfrm>
              <a:off x="1889268" y="3949829"/>
              <a:ext cx="1564852"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User 2@Domain 2</a:t>
              </a:r>
              <a:endParaRPr sz="1200">
                <a:solidFill>
                  <a:schemeClr val="dk1"/>
                </a:solidFill>
                <a:latin typeface="Arial"/>
                <a:ea typeface="Arial"/>
                <a:cs typeface="Arial"/>
                <a:sym typeface="Arial"/>
              </a:endParaRPr>
            </a:p>
          </p:txBody>
        </p:sp>
        <p:sp>
          <p:nvSpPr>
            <p:cNvPr id="371" name="Google Shape;371;p9"/>
            <p:cNvSpPr txBox="1"/>
            <p:nvPr/>
          </p:nvSpPr>
          <p:spPr>
            <a:xfrm>
              <a:off x="1889269" y="4995850"/>
              <a:ext cx="1564851"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User 3@Domain 3</a:t>
              </a:r>
              <a:endParaRPr sz="1200">
                <a:solidFill>
                  <a:schemeClr val="dk1"/>
                </a:solidFill>
                <a:latin typeface="Arial"/>
                <a:ea typeface="Arial"/>
                <a:cs typeface="Arial"/>
                <a:sym typeface="Arial"/>
              </a:endParaRPr>
            </a:p>
          </p:txBody>
        </p:sp>
        <p:cxnSp>
          <p:nvCxnSpPr>
            <p:cNvPr id="372" name="Google Shape;372;p9"/>
            <p:cNvCxnSpPr/>
            <p:nvPr/>
          </p:nvCxnSpPr>
          <p:spPr>
            <a:xfrm rot="10800000">
              <a:off x="6935407" y="3689718"/>
              <a:ext cx="2201040" cy="0"/>
            </a:xfrm>
            <a:prstGeom prst="straightConnector1">
              <a:avLst/>
            </a:prstGeom>
            <a:noFill/>
            <a:ln cap="flat" cmpd="sng" w="9525">
              <a:solidFill>
                <a:schemeClr val="dk1"/>
              </a:solidFill>
              <a:prstDash val="solid"/>
              <a:miter lim="800000"/>
              <a:headEnd len="sm" w="sm" type="none"/>
              <a:tailEnd len="med" w="med" type="triangle"/>
            </a:ln>
          </p:spPr>
        </p:cxnSp>
        <p:sp>
          <p:nvSpPr>
            <p:cNvPr id="373" name="Google Shape;373;p9"/>
            <p:cNvSpPr txBox="1"/>
            <p:nvPr/>
          </p:nvSpPr>
          <p:spPr>
            <a:xfrm>
              <a:off x="6930703" y="3187289"/>
              <a:ext cx="2580335"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Delivers permissions to user 2 after authentication succeeds.</a:t>
              </a:r>
              <a:endParaRPr sz="1200">
                <a:solidFill>
                  <a:schemeClr val="dk1"/>
                </a:solidFill>
                <a:latin typeface="Arial"/>
                <a:ea typeface="Arial"/>
                <a:cs typeface="Arial"/>
                <a:sym typeface="Arial"/>
              </a:endParaRPr>
            </a:p>
          </p:txBody>
        </p:sp>
        <p:pic>
          <p:nvPicPr>
            <p:cNvPr descr="交换机.png" id="374" name="Google Shape;374;p9"/>
            <p:cNvPicPr preferRelativeResize="0"/>
            <p:nvPr/>
          </p:nvPicPr>
          <p:blipFill rotWithShape="1">
            <a:blip r:embed="rId5">
              <a:alphaModFix/>
            </a:blip>
            <a:srcRect b="0" l="0" r="0" t="0"/>
            <a:stretch/>
          </p:blipFill>
          <p:spPr>
            <a:xfrm>
              <a:off x="9185735" y="3514109"/>
              <a:ext cx="540000" cy="441817"/>
            </a:xfrm>
            <a:prstGeom prst="rect">
              <a:avLst/>
            </a:prstGeom>
            <a:noFill/>
            <a:ln>
              <a:noFill/>
            </a:ln>
          </p:spPr>
        </p:pic>
        <p:pic>
          <p:nvPicPr>
            <p:cNvPr descr="internet-蓝.png" id="375" name="Google Shape;375;p9"/>
            <p:cNvPicPr preferRelativeResize="0"/>
            <p:nvPr/>
          </p:nvPicPr>
          <p:blipFill rotWithShape="1">
            <a:blip r:embed="rId6">
              <a:alphaModFix/>
            </a:blip>
            <a:srcRect b="0" l="0" r="0" t="0"/>
            <a:stretch/>
          </p:blipFill>
          <p:spPr>
            <a:xfrm>
              <a:off x="6072184" y="2388834"/>
              <a:ext cx="922030" cy="468000"/>
            </a:xfrm>
            <a:prstGeom prst="rect">
              <a:avLst/>
            </a:prstGeom>
            <a:noFill/>
            <a:ln>
              <a:noFill/>
            </a:ln>
          </p:spPr>
        </p:pic>
        <p:cxnSp>
          <p:nvCxnSpPr>
            <p:cNvPr id="376" name="Google Shape;376;p9"/>
            <p:cNvCxnSpPr>
              <a:stCxn id="375" idx="2"/>
            </p:cNvCxnSpPr>
            <p:nvPr/>
          </p:nvCxnSpPr>
          <p:spPr>
            <a:xfrm>
              <a:off x="6533199" y="2856834"/>
              <a:ext cx="0" cy="660900"/>
            </a:xfrm>
            <a:prstGeom prst="straightConnector1">
              <a:avLst/>
            </a:prstGeom>
            <a:noFill/>
            <a:ln cap="flat" cmpd="sng" w="9525">
              <a:solidFill>
                <a:schemeClr val="dk1"/>
              </a:solidFill>
              <a:prstDash val="solid"/>
              <a:miter lim="800000"/>
              <a:headEnd len="sm" w="sm" type="none"/>
              <a:tailEnd len="sm" w="sm" type="none"/>
            </a:ln>
          </p:spPr>
        </p:cxnSp>
        <p:sp>
          <p:nvSpPr>
            <p:cNvPr id="377" name="Google Shape;377;p9"/>
            <p:cNvSpPr txBox="1"/>
            <p:nvPr/>
          </p:nvSpPr>
          <p:spPr>
            <a:xfrm>
              <a:off x="8842265" y="3958387"/>
              <a:ext cx="1234633" cy="33855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AAA Server</a:t>
              </a:r>
              <a:endParaRPr sz="1400">
                <a:solidFill>
                  <a:schemeClr val="dk1"/>
                </a:solidFill>
                <a:latin typeface="Arial"/>
                <a:ea typeface="Arial"/>
                <a:cs typeface="Arial"/>
                <a:sym typeface="Arial"/>
              </a:endParaRPr>
            </a:p>
          </p:txBody>
        </p:sp>
        <p:sp>
          <p:nvSpPr>
            <p:cNvPr id="378" name="Google Shape;378;p9"/>
            <p:cNvSpPr txBox="1"/>
            <p:nvPr/>
          </p:nvSpPr>
          <p:spPr>
            <a:xfrm>
              <a:off x="6237953" y="3952375"/>
              <a:ext cx="585417" cy="33855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NAS</a:t>
              </a:r>
              <a:endParaRPr sz="1400">
                <a:solidFill>
                  <a:schemeClr val="dk1"/>
                </a:solidFill>
                <a:latin typeface="Arial"/>
                <a:ea typeface="Arial"/>
                <a:cs typeface="Arial"/>
                <a:sym typeface="Arial"/>
              </a:endParaRPr>
            </a:p>
          </p:txBody>
        </p:sp>
        <p:sp>
          <p:nvSpPr>
            <p:cNvPr id="379" name="Google Shape;379;p9"/>
            <p:cNvSpPr/>
            <p:nvPr/>
          </p:nvSpPr>
          <p:spPr>
            <a:xfrm flipH="1">
              <a:off x="3705834" y="2575119"/>
              <a:ext cx="2638800" cy="1379377"/>
            </a:xfrm>
            <a:custGeom>
              <a:rect b="b" l="l" r="r" t="t"/>
              <a:pathLst>
                <a:path extrusionOk="0" h="2316519" w="4431601">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lt1"/>
            </a:solidFill>
            <a:ln cap="flat" cmpd="sng" w="28575">
              <a:solidFill>
                <a:srgbClr val="A5A5A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IP Network</a:t>
              </a:r>
              <a:endParaRPr sz="1400">
                <a:solidFill>
                  <a:schemeClr val="dk1"/>
                </a:solidFill>
                <a:latin typeface="Arial"/>
                <a:ea typeface="Arial"/>
                <a:cs typeface="Arial"/>
                <a:sym typeface="Arial"/>
              </a:endParaRPr>
            </a:p>
          </p:txBody>
        </p:sp>
        <p:pic>
          <p:nvPicPr>
            <p:cNvPr descr="E:\2016.01\1.12 扁平化图标\蓝色\AR-蓝色最新-40.png" id="380" name="Google Shape;380;p9"/>
            <p:cNvPicPr preferRelativeResize="0"/>
            <p:nvPr/>
          </p:nvPicPr>
          <p:blipFill rotWithShape="1">
            <a:blip r:embed="rId7">
              <a:alphaModFix/>
            </a:blip>
            <a:srcRect b="0" l="0" r="0" t="0"/>
            <a:stretch/>
          </p:blipFill>
          <p:spPr>
            <a:xfrm>
              <a:off x="6283797" y="3515367"/>
              <a:ext cx="540000" cy="441818"/>
            </a:xfrm>
            <a:prstGeom prst="rect">
              <a:avLst/>
            </a:prstGeom>
            <a:noFill/>
            <a:ln>
              <a:noFill/>
            </a:ln>
          </p:spPr>
        </p:pic>
      </p:grpSp>
      <p:graphicFrame>
        <p:nvGraphicFramePr>
          <p:cNvPr id="381" name="Google Shape;381;p9"/>
          <p:cNvGraphicFramePr/>
          <p:nvPr/>
        </p:nvGraphicFramePr>
        <p:xfrm>
          <a:off x="3729281" y="4898241"/>
          <a:ext cx="3000000" cy="3000000"/>
        </p:xfrm>
        <a:graphic>
          <a:graphicData uri="http://schemas.openxmlformats.org/drawingml/2006/table">
            <a:tbl>
              <a:tblPr>
                <a:noFill/>
                <a:tableStyleId>{AA46032B-78F0-4966-B5B5-E3F214D14A4C}</a:tableStyleId>
              </a:tblPr>
              <a:tblGrid>
                <a:gridCol w="1827925"/>
                <a:gridCol w="1093400"/>
                <a:gridCol w="1818500"/>
                <a:gridCol w="2207950"/>
              </a:tblGrid>
              <a:tr h="344725">
                <a:tc>
                  <a:txBody>
                    <a:bodyPr/>
                    <a:lstStyle/>
                    <a:p>
                      <a:pPr indent="0" lvl="0" marL="0" marR="0" rtl="0" algn="ctr">
                        <a:spcBef>
                          <a:spcPts val="0"/>
                        </a:spcBef>
                        <a:spcAft>
                          <a:spcPts val="0"/>
                        </a:spcAft>
                        <a:buNone/>
                      </a:pPr>
                      <a:r>
                        <a:rPr b="1" lang="en-US" sz="1400" u="none" cap="none" strike="noStrike">
                          <a:solidFill>
                            <a:schemeClr val="lt1"/>
                          </a:solidFill>
                          <a:latin typeface="Arial"/>
                          <a:ea typeface="Arial"/>
                          <a:cs typeface="Arial"/>
                          <a:sym typeface="Arial"/>
                        </a:rPr>
                        <a:t>User</a:t>
                      </a:r>
                      <a:endParaRPr/>
                    </a:p>
                  </a:txBody>
                  <a:tcPr marT="36000" marB="36000" marR="72000" marL="72000" anchor="ctr">
                    <a:lnL cap="flat" cmpd="sng" w="12700">
                      <a:solidFill>
                        <a:srgbClr val="B4E6F6"/>
                      </a:solidFill>
                      <a:prstDash val="solid"/>
                      <a:round/>
                      <a:headEnd len="sm" w="sm" type="none"/>
                      <a:tailEnd len="sm" w="sm" type="none"/>
                    </a:lnL>
                    <a:lnR cap="flat" cmpd="sng" w="12700">
                      <a:solidFill>
                        <a:srgbClr val="B4E6F6"/>
                      </a:solidFill>
                      <a:prstDash val="solid"/>
                      <a:round/>
                      <a:headEnd len="sm" w="sm" type="none"/>
                      <a:tailEnd len="sm" w="sm" type="none"/>
                    </a:lnR>
                    <a:lnT cap="flat" cmpd="sng" w="12700">
                      <a:solidFill>
                        <a:srgbClr val="B4E6F6"/>
                      </a:solidFill>
                      <a:prstDash val="solid"/>
                      <a:round/>
                      <a:headEnd len="sm" w="sm" type="none"/>
                      <a:tailEnd len="sm" w="sm" type="none"/>
                    </a:lnT>
                    <a:lnB cap="flat" cmpd="sng" w="12700">
                      <a:solidFill>
                        <a:srgbClr val="B4E6F6"/>
                      </a:solidFill>
                      <a:prstDash val="solid"/>
                      <a:round/>
                      <a:headEnd len="sm" w="sm" type="none"/>
                      <a:tailEnd len="sm" w="sm" type="none"/>
                    </a:lnB>
                    <a:solidFill>
                      <a:srgbClr val="00B0F0"/>
                    </a:solidFill>
                  </a:tcPr>
                </a:tc>
                <a:tc>
                  <a:txBody>
                    <a:bodyPr/>
                    <a:lstStyle/>
                    <a:p>
                      <a:pPr indent="0" lvl="0" marL="0" marR="0" rtl="0" algn="ctr">
                        <a:spcBef>
                          <a:spcPts val="0"/>
                        </a:spcBef>
                        <a:spcAft>
                          <a:spcPts val="0"/>
                        </a:spcAft>
                        <a:buNone/>
                      </a:pPr>
                      <a:r>
                        <a:rPr b="1" lang="en-US" sz="1400" u="none" cap="none" strike="noStrike">
                          <a:solidFill>
                            <a:schemeClr val="lt1"/>
                          </a:solidFill>
                          <a:latin typeface="Arial"/>
                          <a:ea typeface="Arial"/>
                          <a:cs typeface="Arial"/>
                          <a:sym typeface="Arial"/>
                        </a:rPr>
                        <a:t>Domain</a:t>
                      </a:r>
                      <a:endParaRPr b="1" sz="1400" u="none" cap="none" strike="noStrike">
                        <a:solidFill>
                          <a:schemeClr val="lt1"/>
                        </a:solidFill>
                        <a:latin typeface="Arial"/>
                        <a:ea typeface="Arial"/>
                        <a:cs typeface="Arial"/>
                        <a:sym typeface="Arial"/>
                      </a:endParaRPr>
                    </a:p>
                  </a:txBody>
                  <a:tcPr marT="36000" marB="36000" marR="72000" marL="72000" anchor="ctr">
                    <a:lnL cap="flat" cmpd="sng" w="12700">
                      <a:solidFill>
                        <a:srgbClr val="B4E6F6"/>
                      </a:solidFill>
                      <a:prstDash val="solid"/>
                      <a:round/>
                      <a:headEnd len="sm" w="sm" type="none"/>
                      <a:tailEnd len="sm" w="sm" type="none"/>
                    </a:lnL>
                    <a:lnR cap="flat" cmpd="sng" w="12700">
                      <a:solidFill>
                        <a:srgbClr val="B4E6F6"/>
                      </a:solidFill>
                      <a:prstDash val="solid"/>
                      <a:round/>
                      <a:headEnd len="sm" w="sm" type="none"/>
                      <a:tailEnd len="sm" w="sm" type="none"/>
                    </a:lnR>
                    <a:lnT cap="flat" cmpd="sng" w="12700">
                      <a:solidFill>
                        <a:srgbClr val="B4E6F6"/>
                      </a:solidFill>
                      <a:prstDash val="solid"/>
                      <a:round/>
                      <a:headEnd len="sm" w="sm" type="none"/>
                      <a:tailEnd len="sm" w="sm" type="none"/>
                    </a:lnT>
                    <a:lnB cap="flat" cmpd="sng" w="12700">
                      <a:solidFill>
                        <a:srgbClr val="B4E6F6"/>
                      </a:solidFill>
                      <a:prstDash val="solid"/>
                      <a:round/>
                      <a:headEnd len="sm" w="sm" type="none"/>
                      <a:tailEnd len="sm" w="sm" type="none"/>
                    </a:lnB>
                    <a:solidFill>
                      <a:srgbClr val="00B0F0"/>
                    </a:solidFill>
                  </a:tcPr>
                </a:tc>
                <a:tc>
                  <a:txBody>
                    <a:bodyPr/>
                    <a:lstStyle/>
                    <a:p>
                      <a:pPr indent="0" lvl="0" marL="0" marR="0" rtl="0" algn="ctr">
                        <a:spcBef>
                          <a:spcPts val="0"/>
                        </a:spcBef>
                        <a:spcAft>
                          <a:spcPts val="0"/>
                        </a:spcAft>
                        <a:buNone/>
                      </a:pPr>
                      <a:r>
                        <a:rPr b="1" lang="en-US" sz="1400" u="none" cap="none" strike="noStrike">
                          <a:solidFill>
                            <a:schemeClr val="lt1"/>
                          </a:solidFill>
                          <a:latin typeface="Arial"/>
                          <a:ea typeface="Arial"/>
                          <a:cs typeface="Arial"/>
                          <a:sym typeface="Arial"/>
                        </a:rPr>
                        <a:t>Authorization Mode</a:t>
                      </a:r>
                      <a:endParaRPr b="1" sz="1400" u="none" cap="none" strike="noStrike">
                        <a:solidFill>
                          <a:schemeClr val="lt1"/>
                        </a:solidFill>
                        <a:latin typeface="Arial"/>
                        <a:ea typeface="Arial"/>
                        <a:cs typeface="Arial"/>
                        <a:sym typeface="Arial"/>
                      </a:endParaRPr>
                    </a:p>
                  </a:txBody>
                  <a:tcPr marT="36000" marB="36000" marR="72000" marL="72000" anchor="ctr">
                    <a:lnL cap="flat" cmpd="sng" w="12700">
                      <a:solidFill>
                        <a:srgbClr val="B4E6F6"/>
                      </a:solidFill>
                      <a:prstDash val="solid"/>
                      <a:round/>
                      <a:headEnd len="sm" w="sm" type="none"/>
                      <a:tailEnd len="sm" w="sm" type="none"/>
                    </a:lnL>
                    <a:lnR cap="flat" cmpd="sng" w="12700">
                      <a:solidFill>
                        <a:srgbClr val="B4E6F6"/>
                      </a:solidFill>
                      <a:prstDash val="solid"/>
                      <a:round/>
                      <a:headEnd len="sm" w="sm" type="none"/>
                      <a:tailEnd len="sm" w="sm" type="none"/>
                    </a:lnR>
                    <a:lnT cap="flat" cmpd="sng" w="12700">
                      <a:solidFill>
                        <a:srgbClr val="B4E6F6"/>
                      </a:solidFill>
                      <a:prstDash val="solid"/>
                      <a:round/>
                      <a:headEnd len="sm" w="sm" type="none"/>
                      <a:tailEnd len="sm" w="sm" type="none"/>
                    </a:lnT>
                    <a:lnB cap="flat" cmpd="sng" w="12700">
                      <a:solidFill>
                        <a:srgbClr val="B4E6F6"/>
                      </a:solidFill>
                      <a:prstDash val="solid"/>
                      <a:round/>
                      <a:headEnd len="sm" w="sm" type="none"/>
                      <a:tailEnd len="sm" w="sm" type="none"/>
                    </a:lnB>
                    <a:solidFill>
                      <a:srgbClr val="00B0F0"/>
                    </a:solidFill>
                  </a:tcPr>
                </a:tc>
                <a:tc>
                  <a:txBody>
                    <a:bodyPr/>
                    <a:lstStyle/>
                    <a:p>
                      <a:pPr indent="0" lvl="0" marL="0" marR="0" rtl="0" algn="ctr">
                        <a:spcBef>
                          <a:spcPts val="0"/>
                        </a:spcBef>
                        <a:spcAft>
                          <a:spcPts val="0"/>
                        </a:spcAft>
                        <a:buNone/>
                      </a:pPr>
                      <a:r>
                        <a:rPr b="1" lang="en-US" sz="1400" u="none" cap="none" strike="noStrike">
                          <a:solidFill>
                            <a:schemeClr val="lt1"/>
                          </a:solidFill>
                          <a:latin typeface="Arial"/>
                          <a:ea typeface="Arial"/>
                          <a:cs typeface="Arial"/>
                          <a:sym typeface="Arial"/>
                        </a:rPr>
                        <a:t>Authorization Content</a:t>
                      </a:r>
                      <a:endParaRPr b="1" sz="1400" u="none" cap="none" strike="noStrike">
                        <a:solidFill>
                          <a:schemeClr val="lt1"/>
                        </a:solidFill>
                        <a:latin typeface="Arial"/>
                        <a:ea typeface="Arial"/>
                        <a:cs typeface="Arial"/>
                        <a:sym typeface="Arial"/>
                      </a:endParaRPr>
                    </a:p>
                  </a:txBody>
                  <a:tcPr marT="36000" marB="36000" marR="72000" marL="72000" anchor="ctr">
                    <a:lnL cap="flat" cmpd="sng" w="12700">
                      <a:solidFill>
                        <a:srgbClr val="B4E6F6"/>
                      </a:solidFill>
                      <a:prstDash val="solid"/>
                      <a:round/>
                      <a:headEnd len="sm" w="sm" type="none"/>
                      <a:tailEnd len="sm" w="sm" type="none"/>
                    </a:lnL>
                    <a:lnR cap="flat" cmpd="sng" w="12700">
                      <a:solidFill>
                        <a:srgbClr val="B4E6F6"/>
                      </a:solidFill>
                      <a:prstDash val="solid"/>
                      <a:round/>
                      <a:headEnd len="sm" w="sm" type="none"/>
                      <a:tailEnd len="sm" w="sm" type="none"/>
                    </a:lnR>
                    <a:lnT cap="flat" cmpd="sng" w="12700">
                      <a:solidFill>
                        <a:srgbClr val="B4E6F6"/>
                      </a:solidFill>
                      <a:prstDash val="solid"/>
                      <a:round/>
                      <a:headEnd len="sm" w="sm" type="none"/>
                      <a:tailEnd len="sm" w="sm" type="none"/>
                    </a:lnT>
                    <a:lnB cap="flat" cmpd="sng" w="12700">
                      <a:solidFill>
                        <a:srgbClr val="B4E6F6"/>
                      </a:solidFill>
                      <a:prstDash val="solid"/>
                      <a:round/>
                      <a:headEnd len="sm" w="sm" type="none"/>
                      <a:tailEnd len="sm" w="sm" type="none"/>
                    </a:lnB>
                    <a:solidFill>
                      <a:srgbClr val="00B0F0"/>
                    </a:solidFill>
                  </a:tcPr>
                </a:tc>
              </a:tr>
              <a:tr h="268425">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User 1@Domain 1</a:t>
                      </a:r>
                      <a:endParaRPr sz="1200" u="none" cap="none" strike="noStrike">
                        <a:latin typeface="Arial"/>
                        <a:ea typeface="Arial"/>
                        <a:cs typeface="Arial"/>
                        <a:sym typeface="Arial"/>
                      </a:endParaRPr>
                    </a:p>
                  </a:txBody>
                  <a:tcPr marT="36000" marB="36000" marR="72000" marL="72000" anchor="ctr">
                    <a:lnL cap="flat" cmpd="sng" w="12700">
                      <a:solidFill>
                        <a:srgbClr val="B4E6F6"/>
                      </a:solidFill>
                      <a:prstDash val="solid"/>
                      <a:round/>
                      <a:headEnd len="sm" w="sm" type="none"/>
                      <a:tailEnd len="sm" w="sm" type="none"/>
                    </a:lnL>
                    <a:lnR cap="flat" cmpd="sng" w="12700">
                      <a:solidFill>
                        <a:srgbClr val="B4E6F6"/>
                      </a:solidFill>
                      <a:prstDash val="solid"/>
                      <a:round/>
                      <a:headEnd len="sm" w="sm" type="none"/>
                      <a:tailEnd len="sm" w="sm" type="none"/>
                    </a:lnR>
                    <a:lnT cap="flat" cmpd="sng" w="12700">
                      <a:solidFill>
                        <a:srgbClr val="B4E6F6"/>
                      </a:solidFill>
                      <a:prstDash val="solid"/>
                      <a:round/>
                      <a:headEnd len="sm" w="sm" type="none"/>
                      <a:tailEnd len="sm" w="sm" type="none"/>
                    </a:lnT>
                    <a:lnB cap="flat" cmpd="sng" w="12700">
                      <a:solidFill>
                        <a:srgbClr val="B4E6F6"/>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Domain 1</a:t>
                      </a:r>
                      <a:endParaRPr sz="1200" u="none" cap="none" strike="noStrike">
                        <a:latin typeface="Arial"/>
                        <a:ea typeface="Arial"/>
                        <a:cs typeface="Arial"/>
                        <a:sym typeface="Arial"/>
                      </a:endParaRPr>
                    </a:p>
                  </a:txBody>
                  <a:tcPr marT="36000" marB="36000" marR="72000" marL="72000" anchor="ctr">
                    <a:lnL cap="flat" cmpd="sng" w="12700">
                      <a:solidFill>
                        <a:srgbClr val="B4E6F6"/>
                      </a:solidFill>
                      <a:prstDash val="solid"/>
                      <a:round/>
                      <a:headEnd len="sm" w="sm" type="none"/>
                      <a:tailEnd len="sm" w="sm" type="none"/>
                    </a:lnL>
                    <a:lnR cap="flat" cmpd="sng" w="12700">
                      <a:solidFill>
                        <a:srgbClr val="B4E6F6"/>
                      </a:solidFill>
                      <a:prstDash val="solid"/>
                      <a:round/>
                      <a:headEnd len="sm" w="sm" type="none"/>
                      <a:tailEnd len="sm" w="sm" type="none"/>
                    </a:lnR>
                    <a:lnT cap="flat" cmpd="sng" w="12700">
                      <a:solidFill>
                        <a:srgbClr val="B4E6F6"/>
                      </a:solidFill>
                      <a:prstDash val="solid"/>
                      <a:round/>
                      <a:headEnd len="sm" w="sm" type="none"/>
                      <a:tailEnd len="sm" w="sm" type="none"/>
                    </a:lnT>
                    <a:lnB cap="flat" cmpd="sng" w="12700">
                      <a:solidFill>
                        <a:srgbClr val="B4E6F6"/>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Non-authorization</a:t>
                      </a:r>
                      <a:endParaRPr sz="1200" u="none" cap="none" strike="noStrike">
                        <a:latin typeface="Arial"/>
                        <a:ea typeface="Arial"/>
                        <a:cs typeface="Arial"/>
                        <a:sym typeface="Arial"/>
                      </a:endParaRPr>
                    </a:p>
                  </a:txBody>
                  <a:tcPr marT="36000" marB="36000" marR="72000" marL="72000" anchor="ctr">
                    <a:lnL cap="flat" cmpd="sng" w="12700">
                      <a:solidFill>
                        <a:srgbClr val="B4E6F6"/>
                      </a:solidFill>
                      <a:prstDash val="solid"/>
                      <a:round/>
                      <a:headEnd len="sm" w="sm" type="none"/>
                      <a:tailEnd len="sm" w="sm" type="none"/>
                    </a:lnL>
                    <a:lnR cap="flat" cmpd="sng" w="12700">
                      <a:solidFill>
                        <a:srgbClr val="B4E6F6"/>
                      </a:solidFill>
                      <a:prstDash val="solid"/>
                      <a:round/>
                      <a:headEnd len="sm" w="sm" type="none"/>
                      <a:tailEnd len="sm" w="sm" type="none"/>
                    </a:lnR>
                    <a:lnT cap="flat" cmpd="sng" w="12700">
                      <a:solidFill>
                        <a:srgbClr val="B4E6F6"/>
                      </a:solidFill>
                      <a:prstDash val="solid"/>
                      <a:round/>
                      <a:headEnd len="sm" w="sm" type="none"/>
                      <a:tailEnd len="sm" w="sm" type="none"/>
                    </a:lnT>
                    <a:lnB cap="flat" cmpd="sng" w="12700">
                      <a:solidFill>
                        <a:srgbClr val="B4E6F6"/>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None</a:t>
                      </a:r>
                      <a:endParaRPr sz="1200" u="none" cap="none" strike="noStrike">
                        <a:latin typeface="Arial"/>
                        <a:ea typeface="Arial"/>
                        <a:cs typeface="Arial"/>
                        <a:sym typeface="Arial"/>
                      </a:endParaRPr>
                    </a:p>
                  </a:txBody>
                  <a:tcPr marT="36000" marB="36000" marR="72000" marL="72000" anchor="ctr">
                    <a:lnL cap="flat" cmpd="sng" w="12700">
                      <a:solidFill>
                        <a:srgbClr val="B4E6F6"/>
                      </a:solidFill>
                      <a:prstDash val="solid"/>
                      <a:round/>
                      <a:headEnd len="sm" w="sm" type="none"/>
                      <a:tailEnd len="sm" w="sm" type="none"/>
                    </a:lnL>
                    <a:lnR cap="flat" cmpd="sng" w="12700">
                      <a:solidFill>
                        <a:srgbClr val="B4E6F6"/>
                      </a:solidFill>
                      <a:prstDash val="solid"/>
                      <a:round/>
                      <a:headEnd len="sm" w="sm" type="none"/>
                      <a:tailEnd len="sm" w="sm" type="none"/>
                    </a:lnR>
                    <a:lnT cap="flat" cmpd="sng" w="12700">
                      <a:solidFill>
                        <a:srgbClr val="B4E6F6"/>
                      </a:solidFill>
                      <a:prstDash val="solid"/>
                      <a:round/>
                      <a:headEnd len="sm" w="sm" type="none"/>
                      <a:tailEnd len="sm" w="sm" type="none"/>
                    </a:lnT>
                    <a:lnB cap="flat" cmpd="sng" w="12700">
                      <a:solidFill>
                        <a:srgbClr val="B4E6F6"/>
                      </a:solidFill>
                      <a:prstDash val="solid"/>
                      <a:round/>
                      <a:headEnd len="sm" w="sm" type="none"/>
                      <a:tailEnd len="sm" w="sm" type="none"/>
                    </a:lnB>
                  </a:tcPr>
                </a:tc>
              </a:tr>
              <a:tr h="268425">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User 2@Domain 2</a:t>
                      </a:r>
                      <a:endParaRPr sz="1200" u="none" cap="none" strike="noStrike">
                        <a:latin typeface="Arial"/>
                        <a:ea typeface="Arial"/>
                        <a:cs typeface="Arial"/>
                        <a:sym typeface="Arial"/>
                      </a:endParaRPr>
                    </a:p>
                  </a:txBody>
                  <a:tcPr marT="36000" marB="36000" marR="72000" marL="72000" anchor="ctr">
                    <a:lnL cap="flat" cmpd="sng" w="12700">
                      <a:solidFill>
                        <a:srgbClr val="B4E6F6"/>
                      </a:solidFill>
                      <a:prstDash val="solid"/>
                      <a:round/>
                      <a:headEnd len="sm" w="sm" type="none"/>
                      <a:tailEnd len="sm" w="sm" type="none"/>
                    </a:lnL>
                    <a:lnR cap="flat" cmpd="sng" w="12700">
                      <a:solidFill>
                        <a:srgbClr val="B4E6F6"/>
                      </a:solidFill>
                      <a:prstDash val="solid"/>
                      <a:round/>
                      <a:headEnd len="sm" w="sm" type="none"/>
                      <a:tailEnd len="sm" w="sm" type="none"/>
                    </a:lnR>
                    <a:lnT cap="flat" cmpd="sng" w="12700">
                      <a:solidFill>
                        <a:srgbClr val="B4E6F6"/>
                      </a:solidFill>
                      <a:prstDash val="solid"/>
                      <a:round/>
                      <a:headEnd len="sm" w="sm" type="none"/>
                      <a:tailEnd len="sm" w="sm" type="none"/>
                    </a:lnT>
                    <a:lnB cap="flat" cmpd="sng" w="12700">
                      <a:solidFill>
                        <a:srgbClr val="B4E6F6"/>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Domain 2</a:t>
                      </a:r>
                      <a:endParaRPr sz="1200" u="none" cap="none" strike="noStrike">
                        <a:latin typeface="Arial"/>
                        <a:ea typeface="Arial"/>
                        <a:cs typeface="Arial"/>
                        <a:sym typeface="Arial"/>
                      </a:endParaRPr>
                    </a:p>
                  </a:txBody>
                  <a:tcPr marT="36000" marB="36000" marR="72000" marL="72000" anchor="ctr">
                    <a:lnL cap="flat" cmpd="sng" w="12700">
                      <a:solidFill>
                        <a:srgbClr val="B4E6F6"/>
                      </a:solidFill>
                      <a:prstDash val="solid"/>
                      <a:round/>
                      <a:headEnd len="sm" w="sm" type="none"/>
                      <a:tailEnd len="sm" w="sm" type="none"/>
                    </a:lnL>
                    <a:lnR cap="flat" cmpd="sng" w="12700">
                      <a:solidFill>
                        <a:srgbClr val="B4E6F6"/>
                      </a:solidFill>
                      <a:prstDash val="solid"/>
                      <a:round/>
                      <a:headEnd len="sm" w="sm" type="none"/>
                      <a:tailEnd len="sm" w="sm" type="none"/>
                    </a:lnR>
                    <a:lnT cap="flat" cmpd="sng" w="12700">
                      <a:solidFill>
                        <a:srgbClr val="B4E6F6"/>
                      </a:solidFill>
                      <a:prstDash val="solid"/>
                      <a:round/>
                      <a:headEnd len="sm" w="sm" type="none"/>
                      <a:tailEnd len="sm" w="sm" type="none"/>
                    </a:lnT>
                    <a:lnB cap="flat" cmpd="sng" w="12700">
                      <a:solidFill>
                        <a:srgbClr val="B4E6F6"/>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Local authorization</a:t>
                      </a:r>
                      <a:endParaRPr sz="1200" u="none" cap="none" strike="noStrike">
                        <a:latin typeface="Arial"/>
                        <a:ea typeface="Arial"/>
                        <a:cs typeface="Arial"/>
                        <a:sym typeface="Arial"/>
                      </a:endParaRPr>
                    </a:p>
                  </a:txBody>
                  <a:tcPr marT="36000" marB="36000" marR="72000" marL="72000" anchor="ctr">
                    <a:lnL cap="flat" cmpd="sng" w="12700">
                      <a:solidFill>
                        <a:srgbClr val="B4E6F6"/>
                      </a:solidFill>
                      <a:prstDash val="solid"/>
                      <a:round/>
                      <a:headEnd len="sm" w="sm" type="none"/>
                      <a:tailEnd len="sm" w="sm" type="none"/>
                    </a:lnL>
                    <a:lnR cap="flat" cmpd="sng" w="12700">
                      <a:solidFill>
                        <a:srgbClr val="B4E6F6"/>
                      </a:solidFill>
                      <a:prstDash val="solid"/>
                      <a:round/>
                      <a:headEnd len="sm" w="sm" type="none"/>
                      <a:tailEnd len="sm" w="sm" type="none"/>
                    </a:lnR>
                    <a:lnT cap="flat" cmpd="sng" w="12700">
                      <a:solidFill>
                        <a:srgbClr val="B4E6F6"/>
                      </a:solidFill>
                      <a:prstDash val="solid"/>
                      <a:round/>
                      <a:headEnd len="sm" w="sm" type="none"/>
                      <a:tailEnd len="sm" w="sm" type="none"/>
                    </a:lnT>
                    <a:lnB cap="flat" cmpd="sng" w="12700">
                      <a:solidFill>
                        <a:srgbClr val="B4E6F6"/>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Internet access is allowed.</a:t>
                      </a:r>
                      <a:endParaRPr sz="1200" u="none" cap="none" strike="noStrike">
                        <a:latin typeface="Arial"/>
                        <a:ea typeface="Arial"/>
                        <a:cs typeface="Arial"/>
                        <a:sym typeface="Arial"/>
                      </a:endParaRPr>
                    </a:p>
                  </a:txBody>
                  <a:tcPr marT="36000" marB="36000" marR="72000" marL="72000" anchor="ctr">
                    <a:lnL cap="flat" cmpd="sng" w="12700">
                      <a:solidFill>
                        <a:srgbClr val="B4E6F6"/>
                      </a:solidFill>
                      <a:prstDash val="solid"/>
                      <a:round/>
                      <a:headEnd len="sm" w="sm" type="none"/>
                      <a:tailEnd len="sm" w="sm" type="none"/>
                    </a:lnL>
                    <a:lnR cap="flat" cmpd="sng" w="12700">
                      <a:solidFill>
                        <a:srgbClr val="B4E6F6"/>
                      </a:solidFill>
                      <a:prstDash val="solid"/>
                      <a:round/>
                      <a:headEnd len="sm" w="sm" type="none"/>
                      <a:tailEnd len="sm" w="sm" type="none"/>
                    </a:lnR>
                    <a:lnT cap="flat" cmpd="sng" w="12700">
                      <a:solidFill>
                        <a:srgbClr val="B4E6F6"/>
                      </a:solidFill>
                      <a:prstDash val="solid"/>
                      <a:round/>
                      <a:headEnd len="sm" w="sm" type="none"/>
                      <a:tailEnd len="sm" w="sm" type="none"/>
                    </a:lnT>
                    <a:lnB cap="flat" cmpd="sng" w="12700">
                      <a:solidFill>
                        <a:srgbClr val="B4E6F6"/>
                      </a:solidFill>
                      <a:prstDash val="solid"/>
                      <a:round/>
                      <a:headEnd len="sm" w="sm" type="none"/>
                      <a:tailEnd len="sm" w="sm" type="none"/>
                    </a:lnB>
                  </a:tcPr>
                </a:tc>
              </a:tr>
              <a:tr h="302600">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User 3@Domain 3</a:t>
                      </a:r>
                      <a:endParaRPr sz="1200" u="none" cap="none" strike="noStrike">
                        <a:latin typeface="Arial"/>
                        <a:ea typeface="Arial"/>
                        <a:cs typeface="Arial"/>
                        <a:sym typeface="Arial"/>
                      </a:endParaRPr>
                    </a:p>
                  </a:txBody>
                  <a:tcPr marT="36000" marB="36000" marR="72000" marL="72000" anchor="ctr">
                    <a:lnL cap="flat" cmpd="sng" w="12700">
                      <a:solidFill>
                        <a:srgbClr val="B4E6F6"/>
                      </a:solidFill>
                      <a:prstDash val="solid"/>
                      <a:round/>
                      <a:headEnd len="sm" w="sm" type="none"/>
                      <a:tailEnd len="sm" w="sm" type="none"/>
                    </a:lnL>
                    <a:lnR cap="flat" cmpd="sng" w="12700">
                      <a:solidFill>
                        <a:srgbClr val="B4E6F6"/>
                      </a:solidFill>
                      <a:prstDash val="solid"/>
                      <a:round/>
                      <a:headEnd len="sm" w="sm" type="none"/>
                      <a:tailEnd len="sm" w="sm" type="none"/>
                    </a:lnR>
                    <a:lnT cap="flat" cmpd="sng" w="12700">
                      <a:solidFill>
                        <a:srgbClr val="B4E6F6"/>
                      </a:solidFill>
                      <a:prstDash val="solid"/>
                      <a:round/>
                      <a:headEnd len="sm" w="sm" type="none"/>
                      <a:tailEnd len="sm" w="sm" type="none"/>
                    </a:lnT>
                    <a:lnB cap="flat" cmpd="sng" w="12700">
                      <a:solidFill>
                        <a:srgbClr val="B4E6F6"/>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Domain 3</a:t>
                      </a:r>
                      <a:endParaRPr sz="1200" u="none" cap="none" strike="noStrike">
                        <a:latin typeface="Arial"/>
                        <a:ea typeface="Arial"/>
                        <a:cs typeface="Arial"/>
                        <a:sym typeface="Arial"/>
                      </a:endParaRPr>
                    </a:p>
                  </a:txBody>
                  <a:tcPr marT="36000" marB="36000" marR="72000" marL="72000" anchor="ctr">
                    <a:lnL cap="flat" cmpd="sng" w="12700">
                      <a:solidFill>
                        <a:srgbClr val="B4E6F6"/>
                      </a:solidFill>
                      <a:prstDash val="solid"/>
                      <a:round/>
                      <a:headEnd len="sm" w="sm" type="none"/>
                      <a:tailEnd len="sm" w="sm" type="none"/>
                    </a:lnL>
                    <a:lnR cap="flat" cmpd="sng" w="12700">
                      <a:solidFill>
                        <a:srgbClr val="B4E6F6"/>
                      </a:solidFill>
                      <a:prstDash val="solid"/>
                      <a:round/>
                      <a:headEnd len="sm" w="sm" type="none"/>
                      <a:tailEnd len="sm" w="sm" type="none"/>
                    </a:lnR>
                    <a:lnT cap="flat" cmpd="sng" w="12700">
                      <a:solidFill>
                        <a:srgbClr val="B4E6F6"/>
                      </a:solidFill>
                      <a:prstDash val="solid"/>
                      <a:round/>
                      <a:headEnd len="sm" w="sm" type="none"/>
                      <a:tailEnd len="sm" w="sm" type="none"/>
                    </a:lnT>
                    <a:lnB cap="flat" cmpd="sng" w="12700">
                      <a:solidFill>
                        <a:srgbClr val="B4E6F6"/>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Remote authorization</a:t>
                      </a:r>
                      <a:endParaRPr sz="1200" u="none" cap="none" strike="noStrike">
                        <a:latin typeface="Arial"/>
                        <a:ea typeface="Arial"/>
                        <a:cs typeface="Arial"/>
                        <a:sym typeface="Arial"/>
                      </a:endParaRPr>
                    </a:p>
                  </a:txBody>
                  <a:tcPr marT="36000" marB="36000" marR="72000" marL="72000" anchor="ctr">
                    <a:lnL cap="flat" cmpd="sng" w="12700">
                      <a:solidFill>
                        <a:srgbClr val="B4E6F6"/>
                      </a:solidFill>
                      <a:prstDash val="solid"/>
                      <a:round/>
                      <a:headEnd len="sm" w="sm" type="none"/>
                      <a:tailEnd len="sm" w="sm" type="none"/>
                    </a:lnL>
                    <a:lnR cap="flat" cmpd="sng" w="12700">
                      <a:solidFill>
                        <a:srgbClr val="B4E6F6"/>
                      </a:solidFill>
                      <a:prstDash val="solid"/>
                      <a:round/>
                      <a:headEnd len="sm" w="sm" type="none"/>
                      <a:tailEnd len="sm" w="sm" type="none"/>
                    </a:lnR>
                    <a:lnT cap="flat" cmpd="sng" w="12700">
                      <a:solidFill>
                        <a:srgbClr val="B4E6F6"/>
                      </a:solidFill>
                      <a:prstDash val="solid"/>
                      <a:round/>
                      <a:headEnd len="sm" w="sm" type="none"/>
                      <a:tailEnd len="sm" w="sm" type="none"/>
                    </a:lnT>
                    <a:lnB cap="flat" cmpd="sng" w="12700">
                      <a:solidFill>
                        <a:srgbClr val="B4E6F6"/>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Authorization is granted by a remote server.</a:t>
                      </a:r>
                      <a:endParaRPr sz="1200" u="none" cap="none" strike="noStrike">
                        <a:latin typeface="Arial"/>
                        <a:ea typeface="Arial"/>
                        <a:cs typeface="Arial"/>
                        <a:sym typeface="Arial"/>
                      </a:endParaRPr>
                    </a:p>
                  </a:txBody>
                  <a:tcPr marT="36000" marB="36000" marR="72000" marL="72000" anchor="ctr">
                    <a:lnL cap="flat" cmpd="sng" w="12700">
                      <a:solidFill>
                        <a:srgbClr val="B4E6F6"/>
                      </a:solidFill>
                      <a:prstDash val="solid"/>
                      <a:round/>
                      <a:headEnd len="sm" w="sm" type="none"/>
                      <a:tailEnd len="sm" w="sm" type="none"/>
                    </a:lnL>
                    <a:lnR cap="flat" cmpd="sng" w="12700">
                      <a:solidFill>
                        <a:srgbClr val="B4E6F6"/>
                      </a:solidFill>
                      <a:prstDash val="solid"/>
                      <a:round/>
                      <a:headEnd len="sm" w="sm" type="none"/>
                      <a:tailEnd len="sm" w="sm" type="none"/>
                    </a:lnR>
                    <a:lnT cap="flat" cmpd="sng" w="12700">
                      <a:solidFill>
                        <a:srgbClr val="B4E6F6"/>
                      </a:solidFill>
                      <a:prstDash val="solid"/>
                      <a:round/>
                      <a:headEnd len="sm" w="sm" type="none"/>
                      <a:tailEnd len="sm" w="sm" type="none"/>
                    </a:lnT>
                    <a:lnB cap="flat" cmpd="sng" w="12700">
                      <a:solidFill>
                        <a:srgbClr val="B4E6F6"/>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10"/>
          <p:cNvSpPr txBox="1"/>
          <p:nvPr>
            <p:ph idx="1" type="body"/>
          </p:nvPr>
        </p:nvSpPr>
        <p:spPr>
          <a:xfrm>
            <a:off x="451877" y="1242453"/>
            <a:ext cx="11306175" cy="4680000"/>
          </a:xfrm>
          <a:prstGeom prst="rect">
            <a:avLst/>
          </a:prstGeom>
          <a:noFill/>
          <a:ln>
            <a:noFill/>
          </a:ln>
        </p:spPr>
        <p:txBody>
          <a:bodyPr anchorCtr="0" anchor="t" bIns="40050" lIns="80125" spcFirstLastPara="1" rIns="80125" wrap="square" tIns="40050">
            <a:noAutofit/>
          </a:bodyPr>
          <a:lstStyle/>
          <a:p>
            <a:pPr indent="-302279" lvl="0" marL="302279" rtl="0" algn="just">
              <a:lnSpc>
                <a:spcPct val="140000"/>
              </a:lnSpc>
              <a:spcBef>
                <a:spcPts val="0"/>
              </a:spcBef>
              <a:spcAft>
                <a:spcPts val="0"/>
              </a:spcAft>
              <a:buClr>
                <a:schemeClr val="dk1"/>
              </a:buClr>
              <a:buSzPts val="900"/>
              <a:buChar char="●"/>
            </a:pPr>
            <a:r>
              <a:rPr lang="en-US" sz="1800"/>
              <a:t>The accounting function monitors the network behavior and network resource utilization of </a:t>
            </a:r>
            <a:br>
              <a:rPr lang="en-US" sz="1800"/>
            </a:br>
            <a:r>
              <a:rPr lang="en-US" sz="1800"/>
              <a:t>authorized users.</a:t>
            </a:r>
            <a:endParaRPr sz="1800"/>
          </a:p>
          <a:p>
            <a:pPr indent="-302279" lvl="0" marL="302279" rtl="0" algn="just">
              <a:lnSpc>
                <a:spcPct val="140000"/>
              </a:lnSpc>
              <a:spcBef>
                <a:spcPts val="792"/>
              </a:spcBef>
              <a:spcAft>
                <a:spcPts val="0"/>
              </a:spcAft>
              <a:buClr>
                <a:schemeClr val="dk1"/>
              </a:buClr>
              <a:buSzPts val="900"/>
              <a:buChar char="●"/>
            </a:pPr>
            <a:r>
              <a:rPr lang="en-US" sz="1800"/>
              <a:t>AAA supports two accounting modes: non-accounting and remote accounting.</a:t>
            </a:r>
            <a:endParaRPr sz="1800"/>
          </a:p>
        </p:txBody>
      </p:sp>
      <p:sp>
        <p:nvSpPr>
          <p:cNvPr id="387" name="Google Shape;387;p10"/>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Accouting</a:t>
            </a:r>
            <a:endParaRPr/>
          </a:p>
        </p:txBody>
      </p:sp>
      <p:grpSp>
        <p:nvGrpSpPr>
          <p:cNvPr id="388" name="Google Shape;388;p10"/>
          <p:cNvGrpSpPr/>
          <p:nvPr/>
        </p:nvGrpSpPr>
        <p:grpSpPr>
          <a:xfrm>
            <a:off x="1889268" y="2631797"/>
            <a:ext cx="8187630" cy="3041184"/>
            <a:chOff x="1889268" y="2262443"/>
            <a:chExt cx="8187630" cy="3041184"/>
          </a:xfrm>
        </p:grpSpPr>
        <p:sp>
          <p:nvSpPr>
            <p:cNvPr id="389" name="Google Shape;389;p10"/>
            <p:cNvSpPr/>
            <p:nvPr/>
          </p:nvSpPr>
          <p:spPr>
            <a:xfrm flipH="1">
              <a:off x="6721764" y="2574379"/>
              <a:ext cx="2640214" cy="1380117"/>
            </a:xfrm>
            <a:custGeom>
              <a:rect b="b" l="l" r="r" t="t"/>
              <a:pathLst>
                <a:path extrusionOk="0" h="2316519" w="4431601">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lt1"/>
            </a:solidFill>
            <a:ln cap="flat" cmpd="sng" w="28575">
              <a:solidFill>
                <a:srgbClr val="A5A5A5"/>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en-US" sz="1400">
                  <a:solidFill>
                    <a:schemeClr val="dk1"/>
                  </a:solidFill>
                  <a:latin typeface="Arial"/>
                  <a:ea typeface="Arial"/>
                  <a:cs typeface="Arial"/>
                  <a:sym typeface="Arial"/>
                </a:rPr>
                <a:t>IP Network</a:t>
              </a:r>
              <a:endParaRPr sz="1400">
                <a:solidFill>
                  <a:schemeClr val="dk1"/>
                </a:solidFill>
                <a:latin typeface="Arial"/>
                <a:ea typeface="Arial"/>
                <a:cs typeface="Arial"/>
                <a:sym typeface="Arial"/>
              </a:endParaRPr>
            </a:p>
          </p:txBody>
        </p:sp>
        <p:pic>
          <p:nvPicPr>
            <p:cNvPr descr="交换机.png" id="390" name="Google Shape;390;p10"/>
            <p:cNvPicPr preferRelativeResize="0"/>
            <p:nvPr/>
          </p:nvPicPr>
          <p:blipFill rotWithShape="1">
            <a:blip r:embed="rId3">
              <a:alphaModFix/>
            </a:blip>
            <a:srcRect b="0" l="0" r="0" t="0"/>
            <a:stretch/>
          </p:blipFill>
          <p:spPr>
            <a:xfrm>
              <a:off x="9185735" y="3514109"/>
              <a:ext cx="540000" cy="441817"/>
            </a:xfrm>
            <a:prstGeom prst="rect">
              <a:avLst/>
            </a:prstGeom>
            <a:noFill/>
            <a:ln>
              <a:noFill/>
            </a:ln>
          </p:spPr>
        </p:pic>
        <p:pic>
          <p:nvPicPr>
            <p:cNvPr descr="internet-蓝.png" id="391" name="Google Shape;391;p10"/>
            <p:cNvPicPr preferRelativeResize="0"/>
            <p:nvPr/>
          </p:nvPicPr>
          <p:blipFill rotWithShape="1">
            <a:blip r:embed="rId4">
              <a:alphaModFix/>
            </a:blip>
            <a:srcRect b="0" l="0" r="0" t="0"/>
            <a:stretch/>
          </p:blipFill>
          <p:spPr>
            <a:xfrm>
              <a:off x="6072184" y="2388834"/>
              <a:ext cx="922030" cy="468000"/>
            </a:xfrm>
            <a:prstGeom prst="rect">
              <a:avLst/>
            </a:prstGeom>
            <a:noFill/>
            <a:ln>
              <a:noFill/>
            </a:ln>
          </p:spPr>
        </p:pic>
        <p:cxnSp>
          <p:nvCxnSpPr>
            <p:cNvPr id="392" name="Google Shape;392;p10"/>
            <p:cNvCxnSpPr>
              <a:stCxn id="391" idx="2"/>
            </p:cNvCxnSpPr>
            <p:nvPr/>
          </p:nvCxnSpPr>
          <p:spPr>
            <a:xfrm>
              <a:off x="6533199" y="2856834"/>
              <a:ext cx="0" cy="660900"/>
            </a:xfrm>
            <a:prstGeom prst="straightConnector1">
              <a:avLst/>
            </a:prstGeom>
            <a:noFill/>
            <a:ln cap="flat" cmpd="sng" w="9525">
              <a:solidFill>
                <a:schemeClr val="dk1"/>
              </a:solidFill>
              <a:prstDash val="solid"/>
              <a:miter lim="800000"/>
              <a:headEnd len="sm" w="sm" type="none"/>
              <a:tailEnd len="sm" w="sm" type="none"/>
            </a:ln>
          </p:spPr>
        </p:cxnSp>
        <p:sp>
          <p:nvSpPr>
            <p:cNvPr id="393" name="Google Shape;393;p10"/>
            <p:cNvSpPr txBox="1"/>
            <p:nvPr/>
          </p:nvSpPr>
          <p:spPr>
            <a:xfrm>
              <a:off x="8842265" y="3958387"/>
              <a:ext cx="1234633" cy="33855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AAA Server</a:t>
              </a:r>
              <a:endParaRPr sz="1400">
                <a:solidFill>
                  <a:schemeClr val="dk1"/>
                </a:solidFill>
                <a:latin typeface="Arial"/>
                <a:ea typeface="Arial"/>
                <a:cs typeface="Arial"/>
                <a:sym typeface="Arial"/>
              </a:endParaRPr>
            </a:p>
          </p:txBody>
        </p:sp>
        <p:sp>
          <p:nvSpPr>
            <p:cNvPr id="394" name="Google Shape;394;p10"/>
            <p:cNvSpPr txBox="1"/>
            <p:nvPr/>
          </p:nvSpPr>
          <p:spPr>
            <a:xfrm>
              <a:off x="6237953" y="3952375"/>
              <a:ext cx="585417" cy="33855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NAS</a:t>
              </a:r>
              <a:endParaRPr sz="1400">
                <a:solidFill>
                  <a:schemeClr val="dk1"/>
                </a:solidFill>
                <a:latin typeface="Arial"/>
                <a:ea typeface="Arial"/>
                <a:cs typeface="Arial"/>
                <a:sym typeface="Arial"/>
              </a:endParaRPr>
            </a:p>
          </p:txBody>
        </p:sp>
        <p:cxnSp>
          <p:nvCxnSpPr>
            <p:cNvPr id="395" name="Google Shape;395;p10"/>
            <p:cNvCxnSpPr>
              <a:stCxn id="396" idx="3"/>
            </p:cNvCxnSpPr>
            <p:nvPr/>
          </p:nvCxnSpPr>
          <p:spPr>
            <a:xfrm>
              <a:off x="2941226" y="2469443"/>
              <a:ext cx="2064600" cy="876000"/>
            </a:xfrm>
            <a:prstGeom prst="straightConnector1">
              <a:avLst/>
            </a:prstGeom>
            <a:noFill/>
            <a:ln cap="flat" cmpd="sng" w="9525">
              <a:solidFill>
                <a:schemeClr val="dk1"/>
              </a:solidFill>
              <a:prstDash val="solid"/>
              <a:miter lim="800000"/>
              <a:headEnd len="sm" w="sm" type="none"/>
              <a:tailEnd len="sm" w="sm" type="none"/>
            </a:ln>
          </p:spPr>
        </p:cxnSp>
        <p:cxnSp>
          <p:nvCxnSpPr>
            <p:cNvPr id="397" name="Google Shape;397;p10"/>
            <p:cNvCxnSpPr>
              <a:stCxn id="398" idx="3"/>
            </p:cNvCxnSpPr>
            <p:nvPr/>
          </p:nvCxnSpPr>
          <p:spPr>
            <a:xfrm>
              <a:off x="2941226" y="3689718"/>
              <a:ext cx="2354400" cy="0"/>
            </a:xfrm>
            <a:prstGeom prst="straightConnector1">
              <a:avLst/>
            </a:prstGeom>
            <a:noFill/>
            <a:ln cap="flat" cmpd="sng" w="9525">
              <a:solidFill>
                <a:schemeClr val="dk1"/>
              </a:solidFill>
              <a:prstDash val="solid"/>
              <a:miter lim="800000"/>
              <a:headEnd len="sm" w="sm" type="none"/>
              <a:tailEnd len="sm" w="sm" type="none"/>
            </a:ln>
          </p:spPr>
        </p:cxnSp>
        <p:pic>
          <p:nvPicPr>
            <p:cNvPr descr="PC.png" id="398" name="Google Shape;398;p10"/>
            <p:cNvPicPr preferRelativeResize="0"/>
            <p:nvPr/>
          </p:nvPicPr>
          <p:blipFill rotWithShape="1">
            <a:blip r:embed="rId5">
              <a:alphaModFix/>
            </a:blip>
            <a:srcRect b="0" l="0" r="0" t="0"/>
            <a:stretch/>
          </p:blipFill>
          <p:spPr>
            <a:xfrm>
              <a:off x="2402163" y="3482718"/>
              <a:ext cx="539063" cy="414000"/>
            </a:xfrm>
            <a:prstGeom prst="rect">
              <a:avLst/>
            </a:prstGeom>
            <a:noFill/>
            <a:ln>
              <a:noFill/>
            </a:ln>
          </p:spPr>
        </p:pic>
        <p:pic>
          <p:nvPicPr>
            <p:cNvPr descr="故障链路.png" id="399" name="Google Shape;399;p10"/>
            <p:cNvPicPr preferRelativeResize="0"/>
            <p:nvPr/>
          </p:nvPicPr>
          <p:blipFill rotWithShape="1">
            <a:blip r:embed="rId6">
              <a:alphaModFix/>
            </a:blip>
            <a:srcRect b="0" l="0" r="0" t="0"/>
            <a:stretch/>
          </p:blipFill>
          <p:spPr>
            <a:xfrm>
              <a:off x="2401694" y="4576646"/>
              <a:ext cx="540000" cy="402667"/>
            </a:xfrm>
            <a:prstGeom prst="rect">
              <a:avLst/>
            </a:prstGeom>
            <a:noFill/>
            <a:ln>
              <a:noFill/>
            </a:ln>
          </p:spPr>
        </p:pic>
        <p:pic>
          <p:nvPicPr>
            <p:cNvPr descr="PC.png" id="396" name="Google Shape;396;p10"/>
            <p:cNvPicPr preferRelativeResize="0"/>
            <p:nvPr/>
          </p:nvPicPr>
          <p:blipFill rotWithShape="1">
            <a:blip r:embed="rId5">
              <a:alphaModFix/>
            </a:blip>
            <a:srcRect b="0" l="0" r="0" t="0"/>
            <a:stretch/>
          </p:blipFill>
          <p:spPr>
            <a:xfrm>
              <a:off x="2402163" y="2262443"/>
              <a:ext cx="539063" cy="414000"/>
            </a:xfrm>
            <a:prstGeom prst="rect">
              <a:avLst/>
            </a:prstGeom>
            <a:noFill/>
            <a:ln>
              <a:noFill/>
            </a:ln>
          </p:spPr>
        </p:pic>
        <p:sp>
          <p:nvSpPr>
            <p:cNvPr id="400" name="Google Shape;400;p10"/>
            <p:cNvSpPr txBox="1"/>
            <p:nvPr/>
          </p:nvSpPr>
          <p:spPr>
            <a:xfrm>
              <a:off x="1889268" y="2784589"/>
              <a:ext cx="1564852"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User 1@Domain 1</a:t>
              </a:r>
              <a:endParaRPr sz="1200">
                <a:solidFill>
                  <a:schemeClr val="dk1"/>
                </a:solidFill>
                <a:latin typeface="Arial"/>
                <a:ea typeface="Arial"/>
                <a:cs typeface="Arial"/>
                <a:sym typeface="Arial"/>
              </a:endParaRPr>
            </a:p>
          </p:txBody>
        </p:sp>
        <p:sp>
          <p:nvSpPr>
            <p:cNvPr id="401" name="Google Shape;401;p10"/>
            <p:cNvSpPr txBox="1"/>
            <p:nvPr/>
          </p:nvSpPr>
          <p:spPr>
            <a:xfrm>
              <a:off x="1889268" y="3949829"/>
              <a:ext cx="1564852"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User 2@Domain 2</a:t>
              </a:r>
              <a:endParaRPr sz="1200">
                <a:solidFill>
                  <a:schemeClr val="dk1"/>
                </a:solidFill>
                <a:latin typeface="Arial"/>
                <a:ea typeface="Arial"/>
                <a:cs typeface="Arial"/>
                <a:sym typeface="Arial"/>
              </a:endParaRPr>
            </a:p>
          </p:txBody>
        </p:sp>
        <p:sp>
          <p:nvSpPr>
            <p:cNvPr id="402" name="Google Shape;402;p10"/>
            <p:cNvSpPr txBox="1"/>
            <p:nvPr/>
          </p:nvSpPr>
          <p:spPr>
            <a:xfrm>
              <a:off x="1889269" y="4995850"/>
              <a:ext cx="1564851"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User 3@Domain 3</a:t>
              </a:r>
              <a:endParaRPr sz="1200">
                <a:solidFill>
                  <a:schemeClr val="dk1"/>
                </a:solidFill>
                <a:latin typeface="Arial"/>
                <a:ea typeface="Arial"/>
                <a:cs typeface="Arial"/>
                <a:sym typeface="Arial"/>
              </a:endParaRPr>
            </a:p>
          </p:txBody>
        </p:sp>
        <p:cxnSp>
          <p:nvCxnSpPr>
            <p:cNvPr id="403" name="Google Shape;403;p10"/>
            <p:cNvCxnSpPr/>
            <p:nvPr/>
          </p:nvCxnSpPr>
          <p:spPr>
            <a:xfrm>
              <a:off x="6999910" y="3572662"/>
              <a:ext cx="2100352" cy="0"/>
            </a:xfrm>
            <a:prstGeom prst="straightConnector1">
              <a:avLst/>
            </a:prstGeom>
            <a:noFill/>
            <a:ln cap="flat" cmpd="sng" w="12700">
              <a:solidFill>
                <a:srgbClr val="0C0C0C"/>
              </a:solidFill>
              <a:prstDash val="solid"/>
              <a:miter lim="800000"/>
              <a:headEnd len="sm" w="sm" type="none"/>
              <a:tailEnd len="med" w="med" type="triangle"/>
            </a:ln>
          </p:spPr>
        </p:cxnSp>
        <p:cxnSp>
          <p:nvCxnSpPr>
            <p:cNvPr id="404" name="Google Shape;404;p10"/>
            <p:cNvCxnSpPr/>
            <p:nvPr/>
          </p:nvCxnSpPr>
          <p:spPr>
            <a:xfrm>
              <a:off x="6999910" y="3679898"/>
              <a:ext cx="2100352" cy="0"/>
            </a:xfrm>
            <a:prstGeom prst="straightConnector1">
              <a:avLst/>
            </a:prstGeom>
            <a:noFill/>
            <a:ln cap="flat" cmpd="sng" w="12700">
              <a:solidFill>
                <a:srgbClr val="0C0C0C"/>
              </a:solidFill>
              <a:prstDash val="solid"/>
              <a:miter lim="800000"/>
              <a:headEnd len="med" w="med" type="triangle"/>
              <a:tailEnd len="sm" w="sm" type="none"/>
            </a:ln>
          </p:spPr>
        </p:cxnSp>
        <p:sp>
          <p:nvSpPr>
            <p:cNvPr id="405" name="Google Shape;405;p10"/>
            <p:cNvSpPr txBox="1"/>
            <p:nvPr/>
          </p:nvSpPr>
          <p:spPr>
            <a:xfrm>
              <a:off x="7099507" y="3297737"/>
              <a:ext cx="2225289"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Accounting-Start request</a:t>
              </a:r>
              <a:endParaRPr sz="1200">
                <a:solidFill>
                  <a:schemeClr val="dk1"/>
                </a:solidFill>
                <a:latin typeface="Arial"/>
                <a:ea typeface="Arial"/>
                <a:cs typeface="Arial"/>
                <a:sym typeface="Arial"/>
              </a:endParaRPr>
            </a:p>
          </p:txBody>
        </p:sp>
        <p:sp>
          <p:nvSpPr>
            <p:cNvPr id="406" name="Google Shape;406;p10"/>
            <p:cNvSpPr txBox="1"/>
            <p:nvPr/>
          </p:nvSpPr>
          <p:spPr>
            <a:xfrm>
              <a:off x="7080816" y="3659132"/>
              <a:ext cx="2337499"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Accounting-Start response</a:t>
              </a:r>
              <a:endParaRPr sz="1200">
                <a:solidFill>
                  <a:schemeClr val="dk1"/>
                </a:solidFill>
                <a:latin typeface="Arial"/>
                <a:ea typeface="Arial"/>
                <a:cs typeface="Arial"/>
                <a:sym typeface="Arial"/>
              </a:endParaRPr>
            </a:p>
          </p:txBody>
        </p:sp>
        <p:sp>
          <p:nvSpPr>
            <p:cNvPr id="407" name="Google Shape;407;p10"/>
            <p:cNvSpPr/>
            <p:nvPr/>
          </p:nvSpPr>
          <p:spPr>
            <a:xfrm flipH="1">
              <a:off x="3705834" y="2575119"/>
              <a:ext cx="2638800" cy="1379377"/>
            </a:xfrm>
            <a:custGeom>
              <a:rect b="b" l="l" r="r" t="t"/>
              <a:pathLst>
                <a:path extrusionOk="0" h="2316519" w="4431601">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lt1"/>
            </a:solidFill>
            <a:ln cap="flat" cmpd="sng" w="28575">
              <a:solidFill>
                <a:srgbClr val="A5A5A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IP Network</a:t>
              </a:r>
              <a:endParaRPr sz="1400">
                <a:solidFill>
                  <a:schemeClr val="dk1"/>
                </a:solidFill>
                <a:latin typeface="Arial"/>
                <a:ea typeface="Arial"/>
                <a:cs typeface="Arial"/>
                <a:sym typeface="Arial"/>
              </a:endParaRPr>
            </a:p>
          </p:txBody>
        </p:sp>
        <p:pic>
          <p:nvPicPr>
            <p:cNvPr descr="E:\2016.01\1.12 扁平化图标\蓝色\AR-蓝色最新-40.png" id="408" name="Google Shape;408;p10"/>
            <p:cNvPicPr preferRelativeResize="0"/>
            <p:nvPr/>
          </p:nvPicPr>
          <p:blipFill rotWithShape="1">
            <a:blip r:embed="rId7">
              <a:alphaModFix/>
            </a:blip>
            <a:srcRect b="0" l="0" r="0" t="0"/>
            <a:stretch/>
          </p:blipFill>
          <p:spPr>
            <a:xfrm>
              <a:off x="6283797" y="3515367"/>
              <a:ext cx="540000" cy="441818"/>
            </a:xfrm>
            <a:prstGeom prst="rect">
              <a:avLst/>
            </a:prstGeom>
            <a:noFill/>
            <a:ln>
              <a:noFill/>
            </a:ln>
          </p:spPr>
        </p:pic>
      </p:grpSp>
      <p:graphicFrame>
        <p:nvGraphicFramePr>
          <p:cNvPr id="409" name="Google Shape;409;p10"/>
          <p:cNvGraphicFramePr/>
          <p:nvPr/>
        </p:nvGraphicFramePr>
        <p:xfrm>
          <a:off x="3861664" y="4793247"/>
          <a:ext cx="3000000" cy="3000000"/>
        </p:xfrm>
        <a:graphic>
          <a:graphicData uri="http://schemas.openxmlformats.org/drawingml/2006/table">
            <a:tbl>
              <a:tblPr>
                <a:noFill/>
                <a:tableStyleId>{AA46032B-78F0-4966-B5B5-E3F214D14A4C}</a:tableStyleId>
              </a:tblPr>
              <a:tblGrid>
                <a:gridCol w="1881125"/>
                <a:gridCol w="1088300"/>
                <a:gridCol w="2954825"/>
              </a:tblGrid>
              <a:tr h="397350">
                <a:tc>
                  <a:txBody>
                    <a:bodyPr/>
                    <a:lstStyle/>
                    <a:p>
                      <a:pPr indent="0" lvl="0" marL="0" marR="0" rtl="0" algn="ctr">
                        <a:spcBef>
                          <a:spcPts val="0"/>
                        </a:spcBef>
                        <a:spcAft>
                          <a:spcPts val="0"/>
                        </a:spcAft>
                        <a:buNone/>
                      </a:pPr>
                      <a:r>
                        <a:rPr b="1" lang="en-US" sz="1400" u="none" cap="none" strike="noStrike">
                          <a:solidFill>
                            <a:schemeClr val="lt1"/>
                          </a:solidFill>
                          <a:latin typeface="Arial"/>
                          <a:ea typeface="Arial"/>
                          <a:cs typeface="Arial"/>
                          <a:sym typeface="Arial"/>
                        </a:rPr>
                        <a:t>User</a:t>
                      </a:r>
                      <a:endParaRPr/>
                    </a:p>
                  </a:txBody>
                  <a:tcPr marT="36000" marB="36000" marR="72000" marL="72000" anchor="ctr">
                    <a:lnL cap="flat" cmpd="sng" w="12700">
                      <a:solidFill>
                        <a:srgbClr val="B4E6F6"/>
                      </a:solidFill>
                      <a:prstDash val="solid"/>
                      <a:round/>
                      <a:headEnd len="sm" w="sm" type="none"/>
                      <a:tailEnd len="sm" w="sm" type="none"/>
                    </a:lnL>
                    <a:lnR cap="flat" cmpd="sng" w="12700">
                      <a:solidFill>
                        <a:srgbClr val="B4E6F6"/>
                      </a:solidFill>
                      <a:prstDash val="solid"/>
                      <a:round/>
                      <a:headEnd len="sm" w="sm" type="none"/>
                      <a:tailEnd len="sm" w="sm" type="none"/>
                    </a:lnR>
                    <a:lnT cap="flat" cmpd="sng" w="12700">
                      <a:solidFill>
                        <a:srgbClr val="B4E6F6"/>
                      </a:solidFill>
                      <a:prstDash val="solid"/>
                      <a:round/>
                      <a:headEnd len="sm" w="sm" type="none"/>
                      <a:tailEnd len="sm" w="sm" type="none"/>
                    </a:lnT>
                    <a:lnB cap="flat" cmpd="sng" w="12700">
                      <a:solidFill>
                        <a:srgbClr val="B4E6F6"/>
                      </a:solidFill>
                      <a:prstDash val="solid"/>
                      <a:round/>
                      <a:headEnd len="sm" w="sm" type="none"/>
                      <a:tailEnd len="sm" w="sm" type="none"/>
                    </a:lnB>
                    <a:solidFill>
                      <a:srgbClr val="00B0F0"/>
                    </a:solidFill>
                  </a:tcPr>
                </a:tc>
                <a:tc>
                  <a:txBody>
                    <a:bodyPr/>
                    <a:lstStyle/>
                    <a:p>
                      <a:pPr indent="0" lvl="0" marL="0" marR="0" rtl="0" algn="ctr">
                        <a:spcBef>
                          <a:spcPts val="0"/>
                        </a:spcBef>
                        <a:spcAft>
                          <a:spcPts val="0"/>
                        </a:spcAft>
                        <a:buNone/>
                      </a:pPr>
                      <a:r>
                        <a:rPr b="1" lang="en-US" sz="1400" u="none" cap="none" strike="noStrike">
                          <a:solidFill>
                            <a:schemeClr val="lt1"/>
                          </a:solidFill>
                          <a:latin typeface="Arial"/>
                          <a:ea typeface="Arial"/>
                          <a:cs typeface="Arial"/>
                          <a:sym typeface="Arial"/>
                        </a:rPr>
                        <a:t>Domain</a:t>
                      </a:r>
                      <a:endParaRPr b="1" sz="1400" u="none" cap="none" strike="noStrike">
                        <a:solidFill>
                          <a:schemeClr val="lt1"/>
                        </a:solidFill>
                        <a:latin typeface="Arial"/>
                        <a:ea typeface="Arial"/>
                        <a:cs typeface="Arial"/>
                        <a:sym typeface="Arial"/>
                      </a:endParaRPr>
                    </a:p>
                  </a:txBody>
                  <a:tcPr marT="36000" marB="36000" marR="72000" marL="72000" anchor="ctr">
                    <a:lnL cap="flat" cmpd="sng" w="12700">
                      <a:solidFill>
                        <a:srgbClr val="B4E6F6"/>
                      </a:solidFill>
                      <a:prstDash val="solid"/>
                      <a:round/>
                      <a:headEnd len="sm" w="sm" type="none"/>
                      <a:tailEnd len="sm" w="sm" type="none"/>
                    </a:lnL>
                    <a:lnR cap="flat" cmpd="sng" w="12700">
                      <a:solidFill>
                        <a:srgbClr val="B4E6F6"/>
                      </a:solidFill>
                      <a:prstDash val="solid"/>
                      <a:round/>
                      <a:headEnd len="sm" w="sm" type="none"/>
                      <a:tailEnd len="sm" w="sm" type="none"/>
                    </a:lnR>
                    <a:lnT cap="flat" cmpd="sng" w="12700">
                      <a:solidFill>
                        <a:srgbClr val="B4E6F6"/>
                      </a:solidFill>
                      <a:prstDash val="solid"/>
                      <a:round/>
                      <a:headEnd len="sm" w="sm" type="none"/>
                      <a:tailEnd len="sm" w="sm" type="none"/>
                    </a:lnT>
                    <a:lnB cap="flat" cmpd="sng" w="12700">
                      <a:solidFill>
                        <a:srgbClr val="B4E6F6"/>
                      </a:solidFill>
                      <a:prstDash val="solid"/>
                      <a:round/>
                      <a:headEnd len="sm" w="sm" type="none"/>
                      <a:tailEnd len="sm" w="sm" type="none"/>
                    </a:lnB>
                    <a:solidFill>
                      <a:srgbClr val="00B0F0"/>
                    </a:solidFill>
                  </a:tcPr>
                </a:tc>
                <a:tc>
                  <a:txBody>
                    <a:bodyPr/>
                    <a:lstStyle/>
                    <a:p>
                      <a:pPr indent="0" lvl="0" marL="0" marR="0" rtl="0" algn="ctr">
                        <a:spcBef>
                          <a:spcPts val="0"/>
                        </a:spcBef>
                        <a:spcAft>
                          <a:spcPts val="0"/>
                        </a:spcAft>
                        <a:buNone/>
                      </a:pPr>
                      <a:r>
                        <a:rPr b="1" lang="en-US" sz="1400" u="none" cap="none" strike="noStrike">
                          <a:solidFill>
                            <a:schemeClr val="lt1"/>
                          </a:solidFill>
                          <a:latin typeface="Arial"/>
                          <a:ea typeface="Arial"/>
                          <a:cs typeface="Arial"/>
                          <a:sym typeface="Arial"/>
                        </a:rPr>
                        <a:t>Accounting Mode</a:t>
                      </a:r>
                      <a:endParaRPr/>
                    </a:p>
                  </a:txBody>
                  <a:tcPr marT="36000" marB="36000" marR="72000" marL="72000" anchor="ctr">
                    <a:lnL cap="flat" cmpd="sng" w="12700">
                      <a:solidFill>
                        <a:srgbClr val="B4E6F6"/>
                      </a:solidFill>
                      <a:prstDash val="solid"/>
                      <a:round/>
                      <a:headEnd len="sm" w="sm" type="none"/>
                      <a:tailEnd len="sm" w="sm" type="none"/>
                    </a:lnL>
                    <a:lnR cap="flat" cmpd="sng" w="12700">
                      <a:solidFill>
                        <a:srgbClr val="B4E6F6"/>
                      </a:solidFill>
                      <a:prstDash val="solid"/>
                      <a:round/>
                      <a:headEnd len="sm" w="sm" type="none"/>
                      <a:tailEnd len="sm" w="sm" type="none"/>
                    </a:lnR>
                    <a:lnT cap="flat" cmpd="sng" w="12700">
                      <a:solidFill>
                        <a:srgbClr val="B4E6F6"/>
                      </a:solidFill>
                      <a:prstDash val="solid"/>
                      <a:round/>
                      <a:headEnd len="sm" w="sm" type="none"/>
                      <a:tailEnd len="sm" w="sm" type="none"/>
                    </a:lnT>
                    <a:lnB cap="flat" cmpd="sng" w="12700">
                      <a:solidFill>
                        <a:srgbClr val="B4E6F6"/>
                      </a:solidFill>
                      <a:prstDash val="solid"/>
                      <a:round/>
                      <a:headEnd len="sm" w="sm" type="none"/>
                      <a:tailEnd len="sm" w="sm" type="none"/>
                    </a:lnB>
                    <a:solidFill>
                      <a:srgbClr val="00B0F0"/>
                    </a:solidFill>
                  </a:tcPr>
                </a:tc>
              </a:tr>
              <a:tr h="388350">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User 1@Domain 1</a:t>
                      </a:r>
                      <a:endParaRPr sz="1200" u="none" cap="none" strike="noStrike">
                        <a:latin typeface="Arial"/>
                        <a:ea typeface="Arial"/>
                        <a:cs typeface="Arial"/>
                        <a:sym typeface="Arial"/>
                      </a:endParaRPr>
                    </a:p>
                  </a:txBody>
                  <a:tcPr marT="36000" marB="36000" marR="72000" marL="72000" anchor="ctr">
                    <a:lnL cap="flat" cmpd="sng" w="12700">
                      <a:solidFill>
                        <a:srgbClr val="B4E6F6"/>
                      </a:solidFill>
                      <a:prstDash val="solid"/>
                      <a:round/>
                      <a:headEnd len="sm" w="sm" type="none"/>
                      <a:tailEnd len="sm" w="sm" type="none"/>
                    </a:lnL>
                    <a:lnR cap="flat" cmpd="sng" w="12700">
                      <a:solidFill>
                        <a:srgbClr val="B4E6F6"/>
                      </a:solidFill>
                      <a:prstDash val="solid"/>
                      <a:round/>
                      <a:headEnd len="sm" w="sm" type="none"/>
                      <a:tailEnd len="sm" w="sm" type="none"/>
                    </a:lnR>
                    <a:lnT cap="flat" cmpd="sng" w="12700">
                      <a:solidFill>
                        <a:srgbClr val="B4E6F6"/>
                      </a:solidFill>
                      <a:prstDash val="solid"/>
                      <a:round/>
                      <a:headEnd len="sm" w="sm" type="none"/>
                      <a:tailEnd len="sm" w="sm" type="none"/>
                    </a:lnT>
                    <a:lnB cap="flat" cmpd="sng" w="12700">
                      <a:solidFill>
                        <a:srgbClr val="B4E6F6"/>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Domain 1</a:t>
                      </a:r>
                      <a:endParaRPr sz="1200" u="none" cap="none" strike="noStrike">
                        <a:latin typeface="Arial"/>
                        <a:ea typeface="Arial"/>
                        <a:cs typeface="Arial"/>
                        <a:sym typeface="Arial"/>
                      </a:endParaRPr>
                    </a:p>
                  </a:txBody>
                  <a:tcPr marT="36000" marB="36000" marR="72000" marL="72000" anchor="ctr">
                    <a:lnL cap="flat" cmpd="sng" w="12700">
                      <a:solidFill>
                        <a:srgbClr val="B4E6F6"/>
                      </a:solidFill>
                      <a:prstDash val="solid"/>
                      <a:round/>
                      <a:headEnd len="sm" w="sm" type="none"/>
                      <a:tailEnd len="sm" w="sm" type="none"/>
                    </a:lnL>
                    <a:lnR cap="flat" cmpd="sng" w="12700">
                      <a:solidFill>
                        <a:srgbClr val="B4E6F6"/>
                      </a:solidFill>
                      <a:prstDash val="solid"/>
                      <a:round/>
                      <a:headEnd len="sm" w="sm" type="none"/>
                      <a:tailEnd len="sm" w="sm" type="none"/>
                    </a:lnR>
                    <a:lnT cap="flat" cmpd="sng" w="12700">
                      <a:solidFill>
                        <a:srgbClr val="B4E6F6"/>
                      </a:solidFill>
                      <a:prstDash val="solid"/>
                      <a:round/>
                      <a:headEnd len="sm" w="sm" type="none"/>
                      <a:tailEnd len="sm" w="sm" type="none"/>
                    </a:lnT>
                    <a:lnB cap="flat" cmpd="sng" w="12700">
                      <a:solidFill>
                        <a:srgbClr val="B4E6F6"/>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Non-accounting</a:t>
                      </a:r>
                      <a:endParaRPr sz="1200" u="none" cap="none" strike="noStrike">
                        <a:latin typeface="Arial"/>
                        <a:ea typeface="Arial"/>
                        <a:cs typeface="Arial"/>
                        <a:sym typeface="Arial"/>
                      </a:endParaRPr>
                    </a:p>
                  </a:txBody>
                  <a:tcPr marT="36000" marB="36000" marR="72000" marL="72000" anchor="ctr">
                    <a:lnL cap="flat" cmpd="sng" w="12700">
                      <a:solidFill>
                        <a:srgbClr val="B4E6F6"/>
                      </a:solidFill>
                      <a:prstDash val="solid"/>
                      <a:round/>
                      <a:headEnd len="sm" w="sm" type="none"/>
                      <a:tailEnd len="sm" w="sm" type="none"/>
                    </a:lnL>
                    <a:lnR cap="flat" cmpd="sng" w="12700">
                      <a:solidFill>
                        <a:srgbClr val="B4E6F6"/>
                      </a:solidFill>
                      <a:prstDash val="solid"/>
                      <a:round/>
                      <a:headEnd len="sm" w="sm" type="none"/>
                      <a:tailEnd len="sm" w="sm" type="none"/>
                    </a:lnR>
                    <a:lnT cap="flat" cmpd="sng" w="12700">
                      <a:solidFill>
                        <a:srgbClr val="B4E6F6"/>
                      </a:solidFill>
                      <a:prstDash val="solid"/>
                      <a:round/>
                      <a:headEnd len="sm" w="sm" type="none"/>
                      <a:tailEnd len="sm" w="sm" type="none"/>
                    </a:lnT>
                    <a:lnB cap="flat" cmpd="sng" w="12700">
                      <a:solidFill>
                        <a:srgbClr val="B4E6F6"/>
                      </a:solidFill>
                      <a:prstDash val="solid"/>
                      <a:round/>
                      <a:headEnd len="sm" w="sm" type="none"/>
                      <a:tailEnd len="sm" w="sm" type="none"/>
                    </a:lnB>
                  </a:tcPr>
                </a:tc>
              </a:tr>
              <a:tr h="388350">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User 2@Domain 2</a:t>
                      </a:r>
                      <a:endParaRPr sz="1200" u="none" cap="none" strike="noStrike">
                        <a:latin typeface="Arial"/>
                        <a:ea typeface="Arial"/>
                        <a:cs typeface="Arial"/>
                        <a:sym typeface="Arial"/>
                      </a:endParaRPr>
                    </a:p>
                  </a:txBody>
                  <a:tcPr marT="36000" marB="36000" marR="72000" marL="72000" anchor="ctr">
                    <a:lnL cap="flat" cmpd="sng" w="12700">
                      <a:solidFill>
                        <a:srgbClr val="B4E6F6"/>
                      </a:solidFill>
                      <a:prstDash val="solid"/>
                      <a:round/>
                      <a:headEnd len="sm" w="sm" type="none"/>
                      <a:tailEnd len="sm" w="sm" type="none"/>
                    </a:lnL>
                    <a:lnR cap="flat" cmpd="sng" w="12700">
                      <a:solidFill>
                        <a:srgbClr val="B4E6F6"/>
                      </a:solidFill>
                      <a:prstDash val="solid"/>
                      <a:round/>
                      <a:headEnd len="sm" w="sm" type="none"/>
                      <a:tailEnd len="sm" w="sm" type="none"/>
                    </a:lnR>
                    <a:lnT cap="flat" cmpd="sng" w="12700">
                      <a:solidFill>
                        <a:srgbClr val="B4E6F6"/>
                      </a:solidFill>
                      <a:prstDash val="solid"/>
                      <a:round/>
                      <a:headEnd len="sm" w="sm" type="none"/>
                      <a:tailEnd len="sm" w="sm" type="none"/>
                    </a:lnT>
                    <a:lnB cap="flat" cmpd="sng" w="12700">
                      <a:solidFill>
                        <a:srgbClr val="B4E6F6"/>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Domain 2</a:t>
                      </a:r>
                      <a:endParaRPr sz="1200" u="none" cap="none" strike="noStrike">
                        <a:latin typeface="Arial"/>
                        <a:ea typeface="Arial"/>
                        <a:cs typeface="Arial"/>
                        <a:sym typeface="Arial"/>
                      </a:endParaRPr>
                    </a:p>
                  </a:txBody>
                  <a:tcPr marT="36000" marB="36000" marR="72000" marL="72000" anchor="ctr">
                    <a:lnL cap="flat" cmpd="sng" w="12700">
                      <a:solidFill>
                        <a:srgbClr val="B4E6F6"/>
                      </a:solidFill>
                      <a:prstDash val="solid"/>
                      <a:round/>
                      <a:headEnd len="sm" w="sm" type="none"/>
                      <a:tailEnd len="sm" w="sm" type="none"/>
                    </a:lnL>
                    <a:lnR cap="flat" cmpd="sng" w="12700">
                      <a:solidFill>
                        <a:srgbClr val="B4E6F6"/>
                      </a:solidFill>
                      <a:prstDash val="solid"/>
                      <a:round/>
                      <a:headEnd len="sm" w="sm" type="none"/>
                      <a:tailEnd len="sm" w="sm" type="none"/>
                    </a:lnR>
                    <a:lnT cap="flat" cmpd="sng" w="12700">
                      <a:solidFill>
                        <a:srgbClr val="B4E6F6"/>
                      </a:solidFill>
                      <a:prstDash val="solid"/>
                      <a:round/>
                      <a:headEnd len="sm" w="sm" type="none"/>
                      <a:tailEnd len="sm" w="sm" type="none"/>
                    </a:lnT>
                    <a:lnB cap="flat" cmpd="sng" w="12700">
                      <a:solidFill>
                        <a:srgbClr val="B4E6F6"/>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Non-accounting</a:t>
                      </a:r>
                      <a:endParaRPr sz="1200" u="none" cap="none" strike="noStrike">
                        <a:latin typeface="Arial"/>
                        <a:ea typeface="Arial"/>
                        <a:cs typeface="Arial"/>
                        <a:sym typeface="Arial"/>
                      </a:endParaRPr>
                    </a:p>
                  </a:txBody>
                  <a:tcPr marT="36000" marB="36000" marR="72000" marL="72000" anchor="ctr">
                    <a:lnL cap="flat" cmpd="sng" w="12700">
                      <a:solidFill>
                        <a:srgbClr val="B4E6F6"/>
                      </a:solidFill>
                      <a:prstDash val="solid"/>
                      <a:round/>
                      <a:headEnd len="sm" w="sm" type="none"/>
                      <a:tailEnd len="sm" w="sm" type="none"/>
                    </a:lnL>
                    <a:lnR cap="flat" cmpd="sng" w="12700">
                      <a:solidFill>
                        <a:srgbClr val="B4E6F6"/>
                      </a:solidFill>
                      <a:prstDash val="solid"/>
                      <a:round/>
                      <a:headEnd len="sm" w="sm" type="none"/>
                      <a:tailEnd len="sm" w="sm" type="none"/>
                    </a:lnR>
                    <a:lnT cap="flat" cmpd="sng" w="12700">
                      <a:solidFill>
                        <a:srgbClr val="B4E6F6"/>
                      </a:solidFill>
                      <a:prstDash val="solid"/>
                      <a:round/>
                      <a:headEnd len="sm" w="sm" type="none"/>
                      <a:tailEnd len="sm" w="sm" type="none"/>
                    </a:lnT>
                    <a:lnB cap="flat" cmpd="sng" w="12700">
                      <a:solidFill>
                        <a:srgbClr val="B4E6F6"/>
                      </a:solidFill>
                      <a:prstDash val="solid"/>
                      <a:round/>
                      <a:headEnd len="sm" w="sm" type="none"/>
                      <a:tailEnd len="sm" w="sm" type="none"/>
                    </a:lnB>
                  </a:tcPr>
                </a:tc>
              </a:tr>
              <a:tr h="388350">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User 3@Domain 3</a:t>
                      </a:r>
                      <a:endParaRPr sz="1200" u="none" cap="none" strike="noStrike">
                        <a:latin typeface="Arial"/>
                        <a:ea typeface="Arial"/>
                        <a:cs typeface="Arial"/>
                        <a:sym typeface="Arial"/>
                      </a:endParaRPr>
                    </a:p>
                  </a:txBody>
                  <a:tcPr marT="36000" marB="36000" marR="72000" marL="72000" anchor="ctr">
                    <a:lnL cap="flat" cmpd="sng" w="12700">
                      <a:solidFill>
                        <a:srgbClr val="B4E6F6"/>
                      </a:solidFill>
                      <a:prstDash val="solid"/>
                      <a:round/>
                      <a:headEnd len="sm" w="sm" type="none"/>
                      <a:tailEnd len="sm" w="sm" type="none"/>
                    </a:lnL>
                    <a:lnR cap="flat" cmpd="sng" w="12700">
                      <a:solidFill>
                        <a:srgbClr val="B4E6F6"/>
                      </a:solidFill>
                      <a:prstDash val="solid"/>
                      <a:round/>
                      <a:headEnd len="sm" w="sm" type="none"/>
                      <a:tailEnd len="sm" w="sm" type="none"/>
                    </a:lnR>
                    <a:lnT cap="flat" cmpd="sng" w="12700">
                      <a:solidFill>
                        <a:srgbClr val="B4E6F6"/>
                      </a:solidFill>
                      <a:prstDash val="solid"/>
                      <a:round/>
                      <a:headEnd len="sm" w="sm" type="none"/>
                      <a:tailEnd len="sm" w="sm" type="none"/>
                    </a:lnT>
                    <a:lnB cap="flat" cmpd="sng" w="12700">
                      <a:solidFill>
                        <a:srgbClr val="B4E6F6"/>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Domain 3</a:t>
                      </a:r>
                      <a:endParaRPr sz="1200" u="none" cap="none" strike="noStrike">
                        <a:latin typeface="Arial"/>
                        <a:ea typeface="Arial"/>
                        <a:cs typeface="Arial"/>
                        <a:sym typeface="Arial"/>
                      </a:endParaRPr>
                    </a:p>
                  </a:txBody>
                  <a:tcPr marT="36000" marB="36000" marR="72000" marL="72000" anchor="ctr">
                    <a:lnL cap="flat" cmpd="sng" w="12700">
                      <a:solidFill>
                        <a:srgbClr val="B4E6F6"/>
                      </a:solidFill>
                      <a:prstDash val="solid"/>
                      <a:round/>
                      <a:headEnd len="sm" w="sm" type="none"/>
                      <a:tailEnd len="sm" w="sm" type="none"/>
                    </a:lnL>
                    <a:lnR cap="flat" cmpd="sng" w="12700">
                      <a:solidFill>
                        <a:srgbClr val="B4E6F6"/>
                      </a:solidFill>
                      <a:prstDash val="solid"/>
                      <a:round/>
                      <a:headEnd len="sm" w="sm" type="none"/>
                      <a:tailEnd len="sm" w="sm" type="none"/>
                    </a:lnR>
                    <a:lnT cap="flat" cmpd="sng" w="12700">
                      <a:solidFill>
                        <a:srgbClr val="B4E6F6"/>
                      </a:solidFill>
                      <a:prstDash val="solid"/>
                      <a:round/>
                      <a:headEnd len="sm" w="sm" type="none"/>
                      <a:tailEnd len="sm" w="sm" type="none"/>
                    </a:lnT>
                    <a:lnB cap="flat" cmpd="sng" w="12700">
                      <a:solidFill>
                        <a:srgbClr val="B4E6F6"/>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Remote accounting</a:t>
                      </a:r>
                      <a:endParaRPr sz="1200" u="none" cap="none" strike="noStrike">
                        <a:latin typeface="Arial"/>
                        <a:ea typeface="Arial"/>
                        <a:cs typeface="Arial"/>
                        <a:sym typeface="Arial"/>
                      </a:endParaRPr>
                    </a:p>
                  </a:txBody>
                  <a:tcPr marT="36000" marB="36000" marR="72000" marL="72000" anchor="ctr">
                    <a:lnL cap="flat" cmpd="sng" w="12700">
                      <a:solidFill>
                        <a:srgbClr val="B4E6F6"/>
                      </a:solidFill>
                      <a:prstDash val="solid"/>
                      <a:round/>
                      <a:headEnd len="sm" w="sm" type="none"/>
                      <a:tailEnd len="sm" w="sm" type="none"/>
                    </a:lnL>
                    <a:lnR cap="flat" cmpd="sng" w="12700">
                      <a:solidFill>
                        <a:srgbClr val="B4E6F6"/>
                      </a:solidFill>
                      <a:prstDash val="solid"/>
                      <a:round/>
                      <a:headEnd len="sm" w="sm" type="none"/>
                      <a:tailEnd len="sm" w="sm" type="none"/>
                    </a:lnR>
                    <a:lnT cap="flat" cmpd="sng" w="12700">
                      <a:solidFill>
                        <a:srgbClr val="B4E6F6"/>
                      </a:solidFill>
                      <a:prstDash val="solid"/>
                      <a:round/>
                      <a:headEnd len="sm" w="sm" type="none"/>
                      <a:tailEnd len="sm" w="sm" type="none"/>
                    </a:lnT>
                    <a:lnB cap="flat" cmpd="sng" w="12700">
                      <a:solidFill>
                        <a:srgbClr val="B4E6F6"/>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11"/>
          <p:cNvSpPr txBox="1"/>
          <p:nvPr>
            <p:ph idx="1" type="body"/>
          </p:nvPr>
        </p:nvSpPr>
        <p:spPr>
          <a:xfrm>
            <a:off x="451875" y="1233500"/>
            <a:ext cx="11306100" cy="4688700"/>
          </a:xfrm>
          <a:prstGeom prst="rect">
            <a:avLst/>
          </a:prstGeom>
          <a:noFill/>
          <a:ln>
            <a:noFill/>
          </a:ln>
        </p:spPr>
        <p:txBody>
          <a:bodyPr anchorCtr="0" anchor="t" bIns="40050" lIns="80125" spcFirstLastPara="1" rIns="80125" wrap="square" tIns="40050">
            <a:noAutofit/>
          </a:bodyPr>
          <a:lstStyle/>
          <a:p>
            <a:pPr indent="-302279" lvl="0" marL="302279" rtl="0" algn="just">
              <a:lnSpc>
                <a:spcPct val="140000"/>
              </a:lnSpc>
              <a:spcBef>
                <a:spcPts val="0"/>
              </a:spcBef>
              <a:spcAft>
                <a:spcPts val="0"/>
              </a:spcAft>
              <a:buClr>
                <a:schemeClr val="dk1"/>
              </a:buClr>
              <a:buSzPts val="900"/>
              <a:buChar char="●"/>
            </a:pPr>
            <a:r>
              <a:rPr lang="en-US" sz="1800"/>
              <a:t>Of the protocols that are used to implement AAA, RADIUS is the most commonly used.</a:t>
            </a:r>
            <a:endParaRPr sz="1800"/>
          </a:p>
        </p:txBody>
      </p:sp>
      <p:sp>
        <p:nvSpPr>
          <p:cNvPr id="415" name="Google Shape;415;p11"/>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AAA Implementation Protocol - RADIUS</a:t>
            </a:r>
            <a:endParaRPr/>
          </a:p>
        </p:txBody>
      </p:sp>
      <p:cxnSp>
        <p:nvCxnSpPr>
          <p:cNvPr id="416" name="Google Shape;416;p11"/>
          <p:cNvCxnSpPr/>
          <p:nvPr/>
        </p:nvCxnSpPr>
        <p:spPr>
          <a:xfrm>
            <a:off x="6096000" y="2917394"/>
            <a:ext cx="0" cy="2880000"/>
          </a:xfrm>
          <a:prstGeom prst="straightConnector1">
            <a:avLst/>
          </a:prstGeom>
          <a:noFill/>
          <a:ln cap="flat" cmpd="sng" w="19050">
            <a:solidFill>
              <a:schemeClr val="dk1"/>
            </a:solidFill>
            <a:prstDash val="dash"/>
            <a:round/>
            <a:headEnd len="med" w="med" type="none"/>
            <a:tailEnd len="med" w="med" type="none"/>
          </a:ln>
        </p:spPr>
      </p:cxnSp>
      <p:cxnSp>
        <p:nvCxnSpPr>
          <p:cNvPr id="417" name="Google Shape;417;p11"/>
          <p:cNvCxnSpPr/>
          <p:nvPr/>
        </p:nvCxnSpPr>
        <p:spPr>
          <a:xfrm>
            <a:off x="6366000" y="2239472"/>
            <a:ext cx="3078010" cy="0"/>
          </a:xfrm>
          <a:prstGeom prst="straightConnector1">
            <a:avLst/>
          </a:prstGeom>
          <a:noFill/>
          <a:ln cap="flat" cmpd="sng" w="19050">
            <a:solidFill>
              <a:schemeClr val="dk1"/>
            </a:solidFill>
            <a:prstDash val="solid"/>
            <a:round/>
            <a:headEnd len="med" w="med" type="none"/>
            <a:tailEnd len="med" w="med" type="none"/>
          </a:ln>
        </p:spPr>
      </p:cxnSp>
      <p:cxnSp>
        <p:nvCxnSpPr>
          <p:cNvPr id="418" name="Google Shape;418;p11"/>
          <p:cNvCxnSpPr/>
          <p:nvPr/>
        </p:nvCxnSpPr>
        <p:spPr>
          <a:xfrm>
            <a:off x="1393600" y="2218775"/>
            <a:ext cx="4432500" cy="31800"/>
          </a:xfrm>
          <a:prstGeom prst="straightConnector1">
            <a:avLst/>
          </a:prstGeom>
          <a:noFill/>
          <a:ln cap="flat" cmpd="sng" w="19050">
            <a:solidFill>
              <a:schemeClr val="dk1"/>
            </a:solidFill>
            <a:prstDash val="solid"/>
            <a:round/>
            <a:headEnd len="med" w="med" type="none"/>
            <a:tailEnd len="med" w="med" type="none"/>
          </a:ln>
        </p:spPr>
      </p:cxnSp>
      <p:cxnSp>
        <p:nvCxnSpPr>
          <p:cNvPr id="419" name="Google Shape;419;p11"/>
          <p:cNvCxnSpPr/>
          <p:nvPr/>
        </p:nvCxnSpPr>
        <p:spPr>
          <a:xfrm>
            <a:off x="2519636" y="2960640"/>
            <a:ext cx="3420000" cy="1588"/>
          </a:xfrm>
          <a:prstGeom prst="straightConnector1">
            <a:avLst/>
          </a:prstGeom>
          <a:noFill/>
          <a:ln cap="flat" cmpd="sng" w="19050">
            <a:solidFill>
              <a:srgbClr val="01B0F0"/>
            </a:solidFill>
            <a:prstDash val="solid"/>
            <a:round/>
            <a:headEnd len="med" w="med" type="none"/>
            <a:tailEnd len="med" w="med" type="stealth"/>
          </a:ln>
        </p:spPr>
      </p:cxnSp>
      <p:sp>
        <p:nvSpPr>
          <p:cNvPr id="420" name="Google Shape;420;p11"/>
          <p:cNvSpPr txBox="1"/>
          <p:nvPr/>
        </p:nvSpPr>
        <p:spPr>
          <a:xfrm>
            <a:off x="2309078" y="2642680"/>
            <a:ext cx="3841116"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The user enters a username and a password.</a:t>
            </a:r>
            <a:endParaRPr/>
          </a:p>
        </p:txBody>
      </p:sp>
      <p:cxnSp>
        <p:nvCxnSpPr>
          <p:cNvPr id="421" name="Google Shape;421;p11"/>
          <p:cNvCxnSpPr/>
          <p:nvPr/>
        </p:nvCxnSpPr>
        <p:spPr>
          <a:xfrm>
            <a:off x="6177313" y="3106166"/>
            <a:ext cx="3420000" cy="1588"/>
          </a:xfrm>
          <a:prstGeom prst="straightConnector1">
            <a:avLst/>
          </a:prstGeom>
          <a:noFill/>
          <a:ln cap="flat" cmpd="sng" w="19050">
            <a:solidFill>
              <a:srgbClr val="01B0F0"/>
            </a:solidFill>
            <a:prstDash val="solid"/>
            <a:round/>
            <a:headEnd len="med" w="med" type="none"/>
            <a:tailEnd len="med" w="med" type="stealth"/>
          </a:ln>
        </p:spPr>
      </p:cxnSp>
      <p:sp>
        <p:nvSpPr>
          <p:cNvPr id="422" name="Google Shape;422;p11"/>
          <p:cNvSpPr txBox="1"/>
          <p:nvPr/>
        </p:nvSpPr>
        <p:spPr>
          <a:xfrm>
            <a:off x="7195344" y="2815870"/>
            <a:ext cx="1428596"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Access-Request</a:t>
            </a:r>
            <a:endParaRPr/>
          </a:p>
        </p:txBody>
      </p:sp>
      <p:cxnSp>
        <p:nvCxnSpPr>
          <p:cNvPr id="423" name="Google Shape;423;p11"/>
          <p:cNvCxnSpPr/>
          <p:nvPr/>
        </p:nvCxnSpPr>
        <p:spPr>
          <a:xfrm rot="10800000">
            <a:off x="6177313" y="3516249"/>
            <a:ext cx="3420000" cy="0"/>
          </a:xfrm>
          <a:prstGeom prst="straightConnector1">
            <a:avLst/>
          </a:prstGeom>
          <a:noFill/>
          <a:ln cap="flat" cmpd="sng" w="19050">
            <a:solidFill>
              <a:srgbClr val="01B0F0"/>
            </a:solidFill>
            <a:prstDash val="solid"/>
            <a:round/>
            <a:headEnd len="med" w="med" type="none"/>
            <a:tailEnd len="med" w="med" type="stealth"/>
          </a:ln>
        </p:spPr>
      </p:cxnSp>
      <p:sp>
        <p:nvSpPr>
          <p:cNvPr id="424" name="Google Shape;424;p11"/>
          <p:cNvSpPr txBox="1"/>
          <p:nvPr/>
        </p:nvSpPr>
        <p:spPr>
          <a:xfrm>
            <a:off x="6003362" y="3064091"/>
            <a:ext cx="3680450"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The authentication is accepted or rejected, and the corresponding packet is delivered.</a:t>
            </a:r>
            <a:endParaRPr sz="1200">
              <a:solidFill>
                <a:schemeClr val="dk1"/>
              </a:solidFill>
              <a:latin typeface="Arial"/>
              <a:ea typeface="Arial"/>
              <a:cs typeface="Arial"/>
              <a:sym typeface="Arial"/>
            </a:endParaRPr>
          </a:p>
        </p:txBody>
      </p:sp>
      <p:cxnSp>
        <p:nvCxnSpPr>
          <p:cNvPr id="425" name="Google Shape;425;p11"/>
          <p:cNvCxnSpPr/>
          <p:nvPr/>
        </p:nvCxnSpPr>
        <p:spPr>
          <a:xfrm>
            <a:off x="6177313" y="3908061"/>
            <a:ext cx="3420000" cy="1588"/>
          </a:xfrm>
          <a:prstGeom prst="straightConnector1">
            <a:avLst/>
          </a:prstGeom>
          <a:noFill/>
          <a:ln cap="flat" cmpd="sng" w="19050">
            <a:solidFill>
              <a:srgbClr val="01B0F0"/>
            </a:solidFill>
            <a:prstDash val="solid"/>
            <a:round/>
            <a:headEnd len="med" w="med" type="none"/>
            <a:tailEnd len="med" w="med" type="stealth"/>
          </a:ln>
        </p:spPr>
      </p:cxnSp>
      <p:sp>
        <p:nvSpPr>
          <p:cNvPr id="426" name="Google Shape;426;p11"/>
          <p:cNvSpPr txBox="1"/>
          <p:nvPr/>
        </p:nvSpPr>
        <p:spPr>
          <a:xfrm>
            <a:off x="6774669" y="3623333"/>
            <a:ext cx="2225289"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Accounting-Start request</a:t>
            </a:r>
            <a:endParaRPr/>
          </a:p>
        </p:txBody>
      </p:sp>
      <p:cxnSp>
        <p:nvCxnSpPr>
          <p:cNvPr id="427" name="Google Shape;427;p11"/>
          <p:cNvCxnSpPr/>
          <p:nvPr/>
        </p:nvCxnSpPr>
        <p:spPr>
          <a:xfrm rot="10800000">
            <a:off x="6177313" y="4155050"/>
            <a:ext cx="3420000" cy="0"/>
          </a:xfrm>
          <a:prstGeom prst="straightConnector1">
            <a:avLst/>
          </a:prstGeom>
          <a:noFill/>
          <a:ln cap="flat" cmpd="sng" w="19050">
            <a:solidFill>
              <a:srgbClr val="01B0F0"/>
            </a:solidFill>
            <a:prstDash val="solid"/>
            <a:round/>
            <a:headEnd len="med" w="med" type="none"/>
            <a:tailEnd len="med" w="med" type="stealth"/>
          </a:ln>
        </p:spPr>
      </p:cxnSp>
      <p:sp>
        <p:nvSpPr>
          <p:cNvPr id="428" name="Google Shape;428;p11"/>
          <p:cNvSpPr txBox="1"/>
          <p:nvPr/>
        </p:nvSpPr>
        <p:spPr>
          <a:xfrm>
            <a:off x="6718564" y="3897753"/>
            <a:ext cx="2337499"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Accounting-Start response</a:t>
            </a:r>
            <a:endParaRPr/>
          </a:p>
        </p:txBody>
      </p:sp>
      <p:cxnSp>
        <p:nvCxnSpPr>
          <p:cNvPr id="429" name="Google Shape;429;p11"/>
          <p:cNvCxnSpPr/>
          <p:nvPr/>
        </p:nvCxnSpPr>
        <p:spPr>
          <a:xfrm>
            <a:off x="9714010" y="2940061"/>
            <a:ext cx="0" cy="3240000"/>
          </a:xfrm>
          <a:prstGeom prst="straightConnector1">
            <a:avLst/>
          </a:prstGeom>
          <a:noFill/>
          <a:ln cap="flat" cmpd="sng" w="19050">
            <a:solidFill>
              <a:schemeClr val="dk1"/>
            </a:solidFill>
            <a:prstDash val="dash"/>
            <a:round/>
            <a:headEnd len="med" w="med" type="none"/>
            <a:tailEnd len="med" w="med" type="none"/>
          </a:ln>
        </p:spPr>
      </p:cxnSp>
      <p:cxnSp>
        <p:nvCxnSpPr>
          <p:cNvPr id="430" name="Google Shape;430;p11"/>
          <p:cNvCxnSpPr/>
          <p:nvPr/>
        </p:nvCxnSpPr>
        <p:spPr>
          <a:xfrm>
            <a:off x="2431332" y="2882429"/>
            <a:ext cx="0" cy="3240000"/>
          </a:xfrm>
          <a:prstGeom prst="straightConnector1">
            <a:avLst/>
          </a:prstGeom>
          <a:noFill/>
          <a:ln cap="flat" cmpd="sng" w="19050">
            <a:solidFill>
              <a:schemeClr val="dk1"/>
            </a:solidFill>
            <a:prstDash val="dash"/>
            <a:round/>
            <a:headEnd len="med" w="med" type="none"/>
            <a:tailEnd len="med" w="med" type="none"/>
          </a:ln>
        </p:spPr>
      </p:cxnSp>
      <p:grpSp>
        <p:nvGrpSpPr>
          <p:cNvPr id="431" name="Google Shape;431;p11"/>
          <p:cNvGrpSpPr/>
          <p:nvPr/>
        </p:nvGrpSpPr>
        <p:grpSpPr>
          <a:xfrm>
            <a:off x="2141830" y="2033275"/>
            <a:ext cx="553358" cy="807499"/>
            <a:chOff x="1948343" y="2586562"/>
            <a:chExt cx="553358" cy="807499"/>
          </a:xfrm>
        </p:grpSpPr>
        <p:sp>
          <p:nvSpPr>
            <p:cNvPr id="432" name="Google Shape;432;p11"/>
            <p:cNvSpPr txBox="1"/>
            <p:nvPr/>
          </p:nvSpPr>
          <p:spPr>
            <a:xfrm>
              <a:off x="1948343" y="3086284"/>
              <a:ext cx="553358"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User</a:t>
              </a:r>
              <a:endParaRPr/>
            </a:p>
          </p:txBody>
        </p:sp>
        <p:pic>
          <p:nvPicPr>
            <p:cNvPr descr="PC.png" id="433" name="Google Shape;433;p11"/>
            <p:cNvPicPr preferRelativeResize="0"/>
            <p:nvPr/>
          </p:nvPicPr>
          <p:blipFill rotWithShape="1">
            <a:blip r:embed="rId3">
              <a:alphaModFix/>
            </a:blip>
            <a:srcRect b="0" l="0" r="0" t="0"/>
            <a:stretch/>
          </p:blipFill>
          <p:spPr>
            <a:xfrm>
              <a:off x="1955490" y="2586562"/>
              <a:ext cx="539063" cy="414000"/>
            </a:xfrm>
            <a:prstGeom prst="rect">
              <a:avLst/>
            </a:prstGeom>
            <a:noFill/>
            <a:ln>
              <a:noFill/>
            </a:ln>
          </p:spPr>
        </p:pic>
      </p:grpSp>
      <p:grpSp>
        <p:nvGrpSpPr>
          <p:cNvPr id="434" name="Google Shape;434;p11"/>
          <p:cNvGrpSpPr/>
          <p:nvPr/>
        </p:nvGrpSpPr>
        <p:grpSpPr>
          <a:xfrm>
            <a:off x="9022154" y="2040739"/>
            <a:ext cx="1383712" cy="807590"/>
            <a:chOff x="8828667" y="2594026"/>
            <a:chExt cx="1383712" cy="807590"/>
          </a:xfrm>
        </p:grpSpPr>
        <p:sp>
          <p:nvSpPr>
            <p:cNvPr id="435" name="Google Shape;435;p11"/>
            <p:cNvSpPr txBox="1"/>
            <p:nvPr/>
          </p:nvSpPr>
          <p:spPr>
            <a:xfrm>
              <a:off x="8828667" y="3093839"/>
              <a:ext cx="1383712"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RADIUS Server</a:t>
              </a:r>
              <a:endParaRPr/>
            </a:p>
          </p:txBody>
        </p:sp>
        <p:pic>
          <p:nvPicPr>
            <p:cNvPr id="436" name="Google Shape;436;p11"/>
            <p:cNvPicPr preferRelativeResize="0"/>
            <p:nvPr/>
          </p:nvPicPr>
          <p:blipFill rotWithShape="1">
            <a:blip r:embed="rId4">
              <a:alphaModFix/>
            </a:blip>
            <a:srcRect b="0" l="0" r="0" t="0"/>
            <a:stretch/>
          </p:blipFill>
          <p:spPr>
            <a:xfrm>
              <a:off x="9250523" y="2594026"/>
              <a:ext cx="540000" cy="442800"/>
            </a:xfrm>
            <a:prstGeom prst="rect">
              <a:avLst/>
            </a:prstGeom>
            <a:noFill/>
            <a:ln>
              <a:noFill/>
            </a:ln>
          </p:spPr>
        </p:pic>
      </p:grpSp>
      <p:grpSp>
        <p:nvGrpSpPr>
          <p:cNvPr id="437" name="Google Shape;437;p11"/>
          <p:cNvGrpSpPr/>
          <p:nvPr/>
        </p:nvGrpSpPr>
        <p:grpSpPr>
          <a:xfrm>
            <a:off x="5826000" y="2018072"/>
            <a:ext cx="540000" cy="811801"/>
            <a:chOff x="5632513" y="2571359"/>
            <a:chExt cx="540000" cy="811801"/>
          </a:xfrm>
        </p:grpSpPr>
        <p:sp>
          <p:nvSpPr>
            <p:cNvPr id="438" name="Google Shape;438;p11"/>
            <p:cNvSpPr txBox="1"/>
            <p:nvPr/>
          </p:nvSpPr>
          <p:spPr>
            <a:xfrm>
              <a:off x="5634651" y="3075383"/>
              <a:ext cx="53572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NAS</a:t>
              </a:r>
              <a:endParaRPr sz="1200">
                <a:solidFill>
                  <a:schemeClr val="dk1"/>
                </a:solidFill>
                <a:latin typeface="Arial"/>
                <a:ea typeface="Arial"/>
                <a:cs typeface="Arial"/>
                <a:sym typeface="Arial"/>
              </a:endParaRPr>
            </a:p>
          </p:txBody>
        </p:sp>
        <p:pic>
          <p:nvPicPr>
            <p:cNvPr id="439" name="Google Shape;439;p11"/>
            <p:cNvPicPr preferRelativeResize="0"/>
            <p:nvPr/>
          </p:nvPicPr>
          <p:blipFill rotWithShape="1">
            <a:blip r:embed="rId5">
              <a:alphaModFix/>
            </a:blip>
            <a:srcRect b="0" l="0" r="0" t="0"/>
            <a:stretch/>
          </p:blipFill>
          <p:spPr>
            <a:xfrm>
              <a:off x="5632513" y="2571359"/>
              <a:ext cx="540000" cy="442800"/>
            </a:xfrm>
            <a:prstGeom prst="rect">
              <a:avLst/>
            </a:prstGeom>
            <a:noFill/>
            <a:ln>
              <a:noFill/>
            </a:ln>
          </p:spPr>
        </p:pic>
      </p:grpSp>
      <p:cxnSp>
        <p:nvCxnSpPr>
          <p:cNvPr id="440" name="Google Shape;440;p11"/>
          <p:cNvCxnSpPr/>
          <p:nvPr/>
        </p:nvCxnSpPr>
        <p:spPr>
          <a:xfrm rot="10800000">
            <a:off x="2519636" y="3662114"/>
            <a:ext cx="3420000" cy="0"/>
          </a:xfrm>
          <a:prstGeom prst="straightConnector1">
            <a:avLst/>
          </a:prstGeom>
          <a:noFill/>
          <a:ln cap="flat" cmpd="sng" w="19050">
            <a:solidFill>
              <a:srgbClr val="01B0F0"/>
            </a:solidFill>
            <a:prstDash val="solid"/>
            <a:round/>
            <a:headEnd len="med" w="med" type="none"/>
            <a:tailEnd len="med" w="med" type="stealth"/>
          </a:ln>
        </p:spPr>
      </p:cxnSp>
      <p:sp>
        <p:nvSpPr>
          <p:cNvPr id="441" name="Google Shape;441;p11"/>
          <p:cNvSpPr txBox="1"/>
          <p:nvPr/>
        </p:nvSpPr>
        <p:spPr>
          <a:xfrm>
            <a:off x="2183240" y="3353001"/>
            <a:ext cx="4092787"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The user is notified of the authentication result.</a:t>
            </a:r>
            <a:endParaRPr/>
          </a:p>
        </p:txBody>
      </p:sp>
      <p:cxnSp>
        <p:nvCxnSpPr>
          <p:cNvPr id="442" name="Google Shape;442;p11"/>
          <p:cNvCxnSpPr/>
          <p:nvPr/>
        </p:nvCxnSpPr>
        <p:spPr>
          <a:xfrm>
            <a:off x="2519636" y="5120653"/>
            <a:ext cx="3420000" cy="1588"/>
          </a:xfrm>
          <a:prstGeom prst="straightConnector1">
            <a:avLst/>
          </a:prstGeom>
          <a:noFill/>
          <a:ln cap="flat" cmpd="sng" w="19050">
            <a:solidFill>
              <a:srgbClr val="01B0F0"/>
            </a:solidFill>
            <a:prstDash val="solid"/>
            <a:round/>
            <a:headEnd len="med" w="med" type="none"/>
            <a:tailEnd len="med" w="med" type="stealth"/>
          </a:ln>
        </p:spPr>
      </p:cxnSp>
      <p:sp>
        <p:nvSpPr>
          <p:cNvPr id="443" name="Google Shape;443;p11"/>
          <p:cNvSpPr txBox="1"/>
          <p:nvPr/>
        </p:nvSpPr>
        <p:spPr>
          <a:xfrm>
            <a:off x="2862916" y="4851100"/>
            <a:ext cx="2733441"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The user requests to go offline.</a:t>
            </a:r>
            <a:endParaRPr sz="1200">
              <a:solidFill>
                <a:schemeClr val="dk1"/>
              </a:solidFill>
              <a:latin typeface="Arial"/>
              <a:ea typeface="Arial"/>
              <a:cs typeface="Arial"/>
              <a:sym typeface="Arial"/>
            </a:endParaRPr>
          </a:p>
        </p:txBody>
      </p:sp>
      <p:cxnSp>
        <p:nvCxnSpPr>
          <p:cNvPr id="444" name="Google Shape;444;p11"/>
          <p:cNvCxnSpPr/>
          <p:nvPr/>
        </p:nvCxnSpPr>
        <p:spPr>
          <a:xfrm rot="10800000">
            <a:off x="6177313" y="5635090"/>
            <a:ext cx="3420000" cy="0"/>
          </a:xfrm>
          <a:prstGeom prst="straightConnector1">
            <a:avLst/>
          </a:prstGeom>
          <a:noFill/>
          <a:ln cap="flat" cmpd="sng" w="19050">
            <a:solidFill>
              <a:srgbClr val="01B0F0"/>
            </a:solidFill>
            <a:prstDash val="solid"/>
            <a:round/>
            <a:headEnd len="med" w="med" type="none"/>
            <a:tailEnd len="med" w="med" type="stealth"/>
          </a:ln>
        </p:spPr>
      </p:cxnSp>
      <p:sp>
        <p:nvSpPr>
          <p:cNvPr id="445" name="Google Shape;445;p11"/>
          <p:cNvSpPr txBox="1"/>
          <p:nvPr/>
        </p:nvSpPr>
        <p:spPr>
          <a:xfrm>
            <a:off x="6687662" y="5365812"/>
            <a:ext cx="2311851"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Accounting-Stop response</a:t>
            </a:r>
            <a:endParaRPr sz="1200">
              <a:solidFill>
                <a:schemeClr val="dk1"/>
              </a:solidFill>
              <a:latin typeface="Arial"/>
              <a:ea typeface="Arial"/>
              <a:cs typeface="Arial"/>
              <a:sym typeface="Arial"/>
            </a:endParaRPr>
          </a:p>
        </p:txBody>
      </p:sp>
      <p:cxnSp>
        <p:nvCxnSpPr>
          <p:cNvPr id="446" name="Google Shape;446;p11"/>
          <p:cNvCxnSpPr/>
          <p:nvPr/>
        </p:nvCxnSpPr>
        <p:spPr>
          <a:xfrm>
            <a:off x="6177313" y="5378009"/>
            <a:ext cx="3420000" cy="1588"/>
          </a:xfrm>
          <a:prstGeom prst="straightConnector1">
            <a:avLst/>
          </a:prstGeom>
          <a:noFill/>
          <a:ln cap="flat" cmpd="sng" w="19050">
            <a:solidFill>
              <a:srgbClr val="01B0F0"/>
            </a:solidFill>
            <a:prstDash val="solid"/>
            <a:round/>
            <a:headEnd len="med" w="med" type="none"/>
            <a:tailEnd len="med" w="med" type="stealth"/>
          </a:ln>
        </p:spPr>
      </p:cxnSp>
      <p:sp>
        <p:nvSpPr>
          <p:cNvPr id="447" name="Google Shape;447;p11"/>
          <p:cNvSpPr txBox="1"/>
          <p:nvPr/>
        </p:nvSpPr>
        <p:spPr>
          <a:xfrm>
            <a:off x="6787494" y="5108456"/>
            <a:ext cx="2199641"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Accounting-Stop request</a:t>
            </a:r>
            <a:endParaRPr sz="1200">
              <a:solidFill>
                <a:schemeClr val="dk1"/>
              </a:solidFill>
              <a:latin typeface="Arial"/>
              <a:ea typeface="Arial"/>
              <a:cs typeface="Arial"/>
              <a:sym typeface="Arial"/>
            </a:endParaRPr>
          </a:p>
        </p:txBody>
      </p:sp>
      <p:cxnSp>
        <p:nvCxnSpPr>
          <p:cNvPr id="448" name="Google Shape;448;p11"/>
          <p:cNvCxnSpPr/>
          <p:nvPr/>
        </p:nvCxnSpPr>
        <p:spPr>
          <a:xfrm rot="10800000">
            <a:off x="2519636" y="5892447"/>
            <a:ext cx="3420000" cy="0"/>
          </a:xfrm>
          <a:prstGeom prst="straightConnector1">
            <a:avLst/>
          </a:prstGeom>
          <a:noFill/>
          <a:ln cap="flat" cmpd="sng" w="19050">
            <a:solidFill>
              <a:srgbClr val="01B0F0"/>
            </a:solidFill>
            <a:prstDash val="solid"/>
            <a:round/>
            <a:headEnd len="med" w="med" type="none"/>
            <a:tailEnd len="med" w="med" type="stealth"/>
          </a:ln>
        </p:spPr>
      </p:cxnSp>
      <p:sp>
        <p:nvSpPr>
          <p:cNvPr id="449" name="Google Shape;449;p11"/>
          <p:cNvSpPr txBox="1"/>
          <p:nvPr/>
        </p:nvSpPr>
        <p:spPr>
          <a:xfrm>
            <a:off x="2689817" y="5422001"/>
            <a:ext cx="2992187"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The user is notified of the completion of network access.</a:t>
            </a:r>
            <a:endParaRPr sz="1200">
              <a:solidFill>
                <a:schemeClr val="dk1"/>
              </a:solidFill>
              <a:latin typeface="Arial"/>
              <a:ea typeface="Arial"/>
              <a:cs typeface="Arial"/>
              <a:sym typeface="Arial"/>
            </a:endParaRPr>
          </a:p>
        </p:txBody>
      </p:sp>
      <p:cxnSp>
        <p:nvCxnSpPr>
          <p:cNvPr id="450" name="Google Shape;450;p11"/>
          <p:cNvCxnSpPr/>
          <p:nvPr/>
        </p:nvCxnSpPr>
        <p:spPr>
          <a:xfrm>
            <a:off x="2570042" y="4585751"/>
            <a:ext cx="7020000" cy="0"/>
          </a:xfrm>
          <a:prstGeom prst="straightConnector1">
            <a:avLst/>
          </a:prstGeom>
          <a:noFill/>
          <a:ln cap="flat" cmpd="sng" w="38100">
            <a:solidFill>
              <a:srgbClr val="01B0F0"/>
            </a:solidFill>
            <a:prstDash val="solid"/>
            <a:miter lim="800000"/>
            <a:headEnd len="med" w="med" type="triangle"/>
            <a:tailEnd len="med" w="med" type="triangle"/>
          </a:ln>
        </p:spPr>
      </p:cxnSp>
      <p:sp>
        <p:nvSpPr>
          <p:cNvPr id="451" name="Google Shape;451;p11"/>
          <p:cNvSpPr/>
          <p:nvPr/>
        </p:nvSpPr>
        <p:spPr>
          <a:xfrm>
            <a:off x="3708155" y="4221829"/>
            <a:ext cx="4796506" cy="36933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600">
                <a:solidFill>
                  <a:srgbClr val="0C0C0C"/>
                </a:solidFill>
                <a:latin typeface="Arial"/>
                <a:ea typeface="Arial"/>
                <a:cs typeface="Arial"/>
                <a:sym typeface="Arial"/>
              </a:rPr>
              <a:t>The user starts to access network resources.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55" name="Shape 455"/>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cxnSp>
        <p:nvCxnSpPr>
          <p:cNvPr id="460" name="Google Shape;460;p13"/>
          <p:cNvCxnSpPr>
            <a:stCxn id="461" idx="3"/>
          </p:cNvCxnSpPr>
          <p:nvPr/>
        </p:nvCxnSpPr>
        <p:spPr>
          <a:xfrm flipH="1" rot="10800000">
            <a:off x="1649041" y="3132511"/>
            <a:ext cx="3305100" cy="600"/>
          </a:xfrm>
          <a:prstGeom prst="straightConnector1">
            <a:avLst/>
          </a:prstGeom>
          <a:noFill/>
          <a:ln cap="flat" cmpd="sng" w="9525">
            <a:solidFill>
              <a:schemeClr val="dk1"/>
            </a:solidFill>
            <a:prstDash val="solid"/>
            <a:miter lim="800000"/>
            <a:headEnd len="sm" w="sm" type="none"/>
            <a:tailEnd len="sm" w="sm" type="none"/>
          </a:ln>
        </p:spPr>
      </p:cxnSp>
      <p:sp>
        <p:nvSpPr>
          <p:cNvPr id="462" name="Google Shape;462;p13"/>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latin typeface="Arial"/>
                <a:ea typeface="Arial"/>
                <a:cs typeface="Arial"/>
                <a:sym typeface="Arial"/>
              </a:rPr>
              <a:t>Common AAA Application Scenarios</a:t>
            </a:r>
            <a:endParaRPr>
              <a:latin typeface="Arial"/>
              <a:ea typeface="Arial"/>
              <a:cs typeface="Arial"/>
              <a:sym typeface="Arial"/>
            </a:endParaRPr>
          </a:p>
        </p:txBody>
      </p:sp>
      <p:sp>
        <p:nvSpPr>
          <p:cNvPr id="463" name="Google Shape;463;p13"/>
          <p:cNvSpPr/>
          <p:nvPr/>
        </p:nvSpPr>
        <p:spPr>
          <a:xfrm>
            <a:off x="6134472" y="1348602"/>
            <a:ext cx="5532980" cy="507676"/>
          </a:xfrm>
          <a:prstGeom prst="roundRect">
            <a:avLst>
              <a:gd fmla="val 10604" name="adj"/>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FFFFFF"/>
                </a:solidFill>
                <a:latin typeface="Arial"/>
                <a:ea typeface="Arial"/>
                <a:cs typeface="Arial"/>
                <a:sym typeface="Arial"/>
              </a:rPr>
              <a:t>Local Authentication and Authorization for Administrative Users</a:t>
            </a:r>
            <a:endParaRPr/>
          </a:p>
        </p:txBody>
      </p:sp>
      <p:sp>
        <p:nvSpPr>
          <p:cNvPr id="464" name="Google Shape;464;p13"/>
          <p:cNvSpPr/>
          <p:nvPr/>
        </p:nvSpPr>
        <p:spPr>
          <a:xfrm>
            <a:off x="524549" y="1350393"/>
            <a:ext cx="5532980" cy="507676"/>
          </a:xfrm>
          <a:prstGeom prst="roundRect">
            <a:avLst>
              <a:gd fmla="val 10604" name="adj"/>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FFFFFF"/>
                </a:solidFill>
                <a:latin typeface="Arial"/>
                <a:ea typeface="Arial"/>
                <a:cs typeface="Arial"/>
                <a:sym typeface="Arial"/>
              </a:rPr>
              <a:t>AAA for Internet Access Users Through RADIUS</a:t>
            </a:r>
            <a:endParaRPr b="1" sz="1600">
              <a:solidFill>
                <a:srgbClr val="FFFFFF"/>
              </a:solidFill>
              <a:latin typeface="Arial"/>
              <a:ea typeface="Arial"/>
              <a:cs typeface="Arial"/>
              <a:sym typeface="Arial"/>
            </a:endParaRPr>
          </a:p>
        </p:txBody>
      </p:sp>
      <p:sp>
        <p:nvSpPr>
          <p:cNvPr id="465" name="Google Shape;465;p13"/>
          <p:cNvSpPr/>
          <p:nvPr/>
        </p:nvSpPr>
        <p:spPr>
          <a:xfrm>
            <a:off x="6134472" y="1901846"/>
            <a:ext cx="5532980" cy="3691117"/>
          </a:xfrm>
          <a:prstGeom prst="roundRect">
            <a:avLst>
              <a:gd fmla="val 874" name="adj"/>
            </a:avLst>
          </a:prstGeom>
          <a:noFill/>
          <a:ln cap="flat" cmpd="sng" w="9525">
            <a:solidFill>
              <a:srgbClr val="A5A5A5"/>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b="1" sz="1600">
              <a:solidFill>
                <a:srgbClr val="3F3F3F"/>
              </a:solidFill>
              <a:latin typeface="Arial"/>
              <a:ea typeface="Arial"/>
              <a:cs typeface="Arial"/>
              <a:sym typeface="Arial"/>
            </a:endParaRPr>
          </a:p>
        </p:txBody>
      </p:sp>
      <p:sp>
        <p:nvSpPr>
          <p:cNvPr id="466" name="Google Shape;466;p13"/>
          <p:cNvSpPr/>
          <p:nvPr/>
        </p:nvSpPr>
        <p:spPr>
          <a:xfrm>
            <a:off x="524549" y="1901846"/>
            <a:ext cx="5532980" cy="3691117"/>
          </a:xfrm>
          <a:prstGeom prst="roundRect">
            <a:avLst>
              <a:gd fmla="val 874" name="adj"/>
            </a:avLst>
          </a:prstGeom>
          <a:noFill/>
          <a:ln cap="flat" cmpd="sng" w="9525">
            <a:solidFill>
              <a:srgbClr val="A5A5A5"/>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b="1" sz="1600">
              <a:solidFill>
                <a:srgbClr val="3F3F3F"/>
              </a:solidFill>
              <a:latin typeface="Arial"/>
              <a:ea typeface="Arial"/>
              <a:cs typeface="Arial"/>
              <a:sym typeface="Arial"/>
            </a:endParaRPr>
          </a:p>
        </p:txBody>
      </p:sp>
      <p:pic>
        <p:nvPicPr>
          <p:cNvPr id="461" name="Google Shape;461;p13"/>
          <p:cNvPicPr preferRelativeResize="0"/>
          <p:nvPr/>
        </p:nvPicPr>
        <p:blipFill rotWithShape="1">
          <a:blip r:embed="rId3">
            <a:alphaModFix/>
          </a:blip>
          <a:srcRect b="0" l="0" r="0" t="0"/>
          <a:stretch/>
        </p:blipFill>
        <p:spPr>
          <a:xfrm>
            <a:off x="1109041" y="2911711"/>
            <a:ext cx="540000" cy="442800"/>
          </a:xfrm>
          <a:prstGeom prst="rect">
            <a:avLst/>
          </a:prstGeom>
          <a:noFill/>
          <a:ln>
            <a:noFill/>
          </a:ln>
        </p:spPr>
      </p:pic>
      <p:pic>
        <p:nvPicPr>
          <p:cNvPr descr="E:\2016.01\1.12 扁平化图标\蓝色\AR-蓝色最新-40.png" id="467" name="Google Shape;467;p13"/>
          <p:cNvPicPr preferRelativeResize="0"/>
          <p:nvPr/>
        </p:nvPicPr>
        <p:blipFill rotWithShape="1">
          <a:blip r:embed="rId4">
            <a:alphaModFix/>
          </a:blip>
          <a:srcRect b="0" l="0" r="0" t="0"/>
          <a:stretch/>
        </p:blipFill>
        <p:spPr>
          <a:xfrm>
            <a:off x="2841758" y="2912693"/>
            <a:ext cx="540000" cy="441818"/>
          </a:xfrm>
          <a:prstGeom prst="rect">
            <a:avLst/>
          </a:prstGeom>
          <a:noFill/>
          <a:ln>
            <a:noFill/>
          </a:ln>
        </p:spPr>
      </p:pic>
      <p:pic>
        <p:nvPicPr>
          <p:cNvPr id="468" name="Google Shape;468;p13"/>
          <p:cNvPicPr preferRelativeResize="0"/>
          <p:nvPr/>
        </p:nvPicPr>
        <p:blipFill rotWithShape="1">
          <a:blip r:embed="rId5">
            <a:alphaModFix/>
          </a:blip>
          <a:srcRect b="0" l="0" r="0" t="0"/>
          <a:stretch/>
        </p:blipFill>
        <p:spPr>
          <a:xfrm>
            <a:off x="2706408" y="2037307"/>
            <a:ext cx="810701" cy="408398"/>
          </a:xfrm>
          <a:prstGeom prst="rect">
            <a:avLst/>
          </a:prstGeom>
          <a:noFill/>
          <a:ln>
            <a:noFill/>
          </a:ln>
        </p:spPr>
      </p:pic>
      <p:cxnSp>
        <p:nvCxnSpPr>
          <p:cNvPr id="469" name="Google Shape;469;p13"/>
          <p:cNvCxnSpPr>
            <a:stCxn id="468" idx="2"/>
            <a:endCxn id="467" idx="0"/>
          </p:cNvCxnSpPr>
          <p:nvPr/>
        </p:nvCxnSpPr>
        <p:spPr>
          <a:xfrm>
            <a:off x="3111759" y="2445705"/>
            <a:ext cx="0" cy="467100"/>
          </a:xfrm>
          <a:prstGeom prst="straightConnector1">
            <a:avLst/>
          </a:prstGeom>
          <a:noFill/>
          <a:ln cap="flat" cmpd="sng" w="9525">
            <a:solidFill>
              <a:schemeClr val="dk1"/>
            </a:solidFill>
            <a:prstDash val="solid"/>
            <a:miter lim="800000"/>
            <a:headEnd len="sm" w="sm" type="none"/>
            <a:tailEnd len="sm" w="sm" type="none"/>
          </a:ln>
        </p:spPr>
      </p:cxnSp>
      <p:sp>
        <p:nvSpPr>
          <p:cNvPr id="470" name="Google Shape;470;p13"/>
          <p:cNvSpPr txBox="1"/>
          <p:nvPr/>
        </p:nvSpPr>
        <p:spPr>
          <a:xfrm>
            <a:off x="2846034" y="3335498"/>
            <a:ext cx="53572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NAS</a:t>
            </a:r>
            <a:endParaRPr sz="1400">
              <a:solidFill>
                <a:schemeClr val="dk1"/>
              </a:solidFill>
              <a:latin typeface="Arial"/>
              <a:ea typeface="Arial"/>
              <a:cs typeface="Arial"/>
              <a:sym typeface="Arial"/>
            </a:endParaRPr>
          </a:p>
        </p:txBody>
      </p:sp>
      <p:grpSp>
        <p:nvGrpSpPr>
          <p:cNvPr id="471" name="Google Shape;471;p13"/>
          <p:cNvGrpSpPr/>
          <p:nvPr/>
        </p:nvGrpSpPr>
        <p:grpSpPr>
          <a:xfrm>
            <a:off x="4459092" y="2875099"/>
            <a:ext cx="1358064" cy="731564"/>
            <a:chOff x="4220306" y="2884279"/>
            <a:chExt cx="1358064" cy="731564"/>
          </a:xfrm>
        </p:grpSpPr>
        <p:pic>
          <p:nvPicPr>
            <p:cNvPr descr="交换机.png" id="472" name="Google Shape;472;p13"/>
            <p:cNvPicPr preferRelativeResize="0"/>
            <p:nvPr/>
          </p:nvPicPr>
          <p:blipFill rotWithShape="1">
            <a:blip r:embed="rId6">
              <a:alphaModFix/>
            </a:blip>
            <a:srcRect b="0" l="0" r="0" t="0"/>
            <a:stretch/>
          </p:blipFill>
          <p:spPr>
            <a:xfrm>
              <a:off x="4629339" y="2884279"/>
              <a:ext cx="539999" cy="441817"/>
            </a:xfrm>
            <a:prstGeom prst="rect">
              <a:avLst/>
            </a:prstGeom>
            <a:noFill/>
            <a:ln>
              <a:noFill/>
            </a:ln>
          </p:spPr>
        </p:pic>
        <p:sp>
          <p:nvSpPr>
            <p:cNvPr id="473" name="Google Shape;473;p13"/>
            <p:cNvSpPr txBox="1"/>
            <p:nvPr/>
          </p:nvSpPr>
          <p:spPr>
            <a:xfrm>
              <a:off x="4220306" y="3308066"/>
              <a:ext cx="135806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RADIUS server</a:t>
              </a:r>
              <a:endParaRPr/>
            </a:p>
          </p:txBody>
        </p:sp>
      </p:grpSp>
      <p:sp>
        <p:nvSpPr>
          <p:cNvPr id="474" name="Google Shape;474;p13"/>
          <p:cNvSpPr txBox="1"/>
          <p:nvPr/>
        </p:nvSpPr>
        <p:spPr>
          <a:xfrm>
            <a:off x="488329" y="3354511"/>
            <a:ext cx="179568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Internet access user</a:t>
            </a:r>
            <a:endParaRPr/>
          </a:p>
        </p:txBody>
      </p:sp>
      <p:sp>
        <p:nvSpPr>
          <p:cNvPr id="475" name="Google Shape;475;p13"/>
          <p:cNvSpPr txBox="1"/>
          <p:nvPr/>
        </p:nvSpPr>
        <p:spPr>
          <a:xfrm>
            <a:off x="480267" y="3704884"/>
            <a:ext cx="5532980" cy="1888079"/>
          </a:xfrm>
          <a:prstGeom prst="rect">
            <a:avLst/>
          </a:prstGeom>
          <a:noFill/>
          <a:ln>
            <a:noFill/>
          </a:ln>
        </p:spPr>
        <p:txBody>
          <a:bodyPr anchorCtr="0" anchor="t" bIns="45700" lIns="91425" spcFirstLastPara="1" rIns="91425" wrap="square" tIns="45700">
            <a:noAutofit/>
          </a:bodyPr>
          <a:lstStyle/>
          <a:p>
            <a:pPr indent="-285750" lvl="0" marL="285750" marR="0" rtl="0" algn="l">
              <a:spcBef>
                <a:spcPts val="0"/>
              </a:spcBef>
              <a:spcAft>
                <a:spcPts val="0"/>
              </a:spcAft>
              <a:buClr>
                <a:schemeClr val="dk1"/>
              </a:buClr>
              <a:buSzPts val="1300"/>
              <a:buFont typeface="Arial"/>
              <a:buChar char="•"/>
            </a:pPr>
            <a:r>
              <a:rPr lang="en-US" sz="1300">
                <a:solidFill>
                  <a:schemeClr val="dk1"/>
                </a:solidFill>
                <a:latin typeface="Arial"/>
                <a:ea typeface="Arial"/>
                <a:cs typeface="Arial"/>
                <a:sym typeface="Arial"/>
              </a:rPr>
              <a:t>AAA schemes are configured on the NAS to implement interworking between the NAS and RADIUS server.</a:t>
            </a:r>
            <a:endParaRPr sz="13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300"/>
              <a:buFont typeface="Arial"/>
              <a:buChar char="•"/>
            </a:pPr>
            <a:r>
              <a:rPr lang="en-US" sz="1300">
                <a:solidFill>
                  <a:schemeClr val="dk1"/>
                </a:solidFill>
                <a:latin typeface="Arial"/>
                <a:ea typeface="Arial"/>
                <a:cs typeface="Arial"/>
                <a:sym typeface="Arial"/>
              </a:rPr>
              <a:t>After the user enters a username and a password on the client, the NAS sends the username and password to the RADIUS server for authentication.</a:t>
            </a:r>
            <a:endParaRPr sz="13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300"/>
              <a:buFont typeface="Arial"/>
              <a:buChar char="•"/>
            </a:pPr>
            <a:r>
              <a:rPr lang="en-US" sz="1300">
                <a:solidFill>
                  <a:schemeClr val="dk1"/>
                </a:solidFill>
                <a:latin typeface="Arial"/>
                <a:ea typeface="Arial"/>
                <a:cs typeface="Arial"/>
                <a:sym typeface="Arial"/>
              </a:rPr>
              <a:t>If the authentication succeeds, the user is granted the Internet access permission.</a:t>
            </a:r>
            <a:endParaRPr sz="13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300"/>
              <a:buFont typeface="Arial"/>
              <a:buChar char="•"/>
            </a:pPr>
            <a:r>
              <a:rPr lang="en-US" sz="1300">
                <a:solidFill>
                  <a:schemeClr val="dk1"/>
                </a:solidFill>
                <a:latin typeface="Arial"/>
                <a:ea typeface="Arial"/>
                <a:cs typeface="Arial"/>
                <a:sym typeface="Arial"/>
              </a:rPr>
              <a:t>The RADIUS server can record the user's network resource utilization during Internet access.</a:t>
            </a:r>
            <a:endParaRPr/>
          </a:p>
        </p:txBody>
      </p:sp>
      <p:grpSp>
        <p:nvGrpSpPr>
          <p:cNvPr id="476" name="Google Shape;476;p13"/>
          <p:cNvGrpSpPr/>
          <p:nvPr/>
        </p:nvGrpSpPr>
        <p:grpSpPr>
          <a:xfrm>
            <a:off x="6547440" y="2797576"/>
            <a:ext cx="2052165" cy="795163"/>
            <a:chOff x="6367360" y="2885261"/>
            <a:chExt cx="2052165" cy="795163"/>
          </a:xfrm>
        </p:grpSpPr>
        <p:pic>
          <p:nvPicPr>
            <p:cNvPr descr="网络管理员-蓝.png" id="477" name="Google Shape;477;p13"/>
            <p:cNvPicPr preferRelativeResize="0"/>
            <p:nvPr/>
          </p:nvPicPr>
          <p:blipFill rotWithShape="1">
            <a:blip r:embed="rId7">
              <a:alphaModFix/>
            </a:blip>
            <a:srcRect b="0" l="0" r="0" t="0"/>
            <a:stretch/>
          </p:blipFill>
          <p:spPr>
            <a:xfrm>
              <a:off x="7123442" y="2885261"/>
              <a:ext cx="540000" cy="441818"/>
            </a:xfrm>
            <a:prstGeom prst="rect">
              <a:avLst/>
            </a:prstGeom>
            <a:noFill/>
            <a:ln>
              <a:noFill/>
            </a:ln>
          </p:spPr>
        </p:pic>
        <p:sp>
          <p:nvSpPr>
            <p:cNvPr id="478" name="Google Shape;478;p13"/>
            <p:cNvSpPr txBox="1"/>
            <p:nvPr/>
          </p:nvSpPr>
          <p:spPr>
            <a:xfrm>
              <a:off x="6367360" y="3372647"/>
              <a:ext cx="2052165"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Network administrator</a:t>
              </a:r>
              <a:endParaRPr/>
            </a:p>
          </p:txBody>
        </p:sp>
      </p:grpSp>
      <p:grpSp>
        <p:nvGrpSpPr>
          <p:cNvPr id="479" name="Google Shape;479;p13"/>
          <p:cNvGrpSpPr/>
          <p:nvPr/>
        </p:nvGrpSpPr>
        <p:grpSpPr>
          <a:xfrm>
            <a:off x="10113945" y="2797576"/>
            <a:ext cx="731289" cy="946025"/>
            <a:chOff x="9113963" y="2947851"/>
            <a:chExt cx="731289" cy="946025"/>
          </a:xfrm>
        </p:grpSpPr>
        <p:pic>
          <p:nvPicPr>
            <p:cNvPr descr="E:\2016.01\1.12 扁平化图标\蓝色\AR-蓝色最新-40.png" id="480" name="Google Shape;480;p13"/>
            <p:cNvPicPr preferRelativeResize="0"/>
            <p:nvPr/>
          </p:nvPicPr>
          <p:blipFill rotWithShape="1">
            <a:blip r:embed="rId4">
              <a:alphaModFix/>
            </a:blip>
            <a:srcRect b="0" l="0" r="0" t="0"/>
            <a:stretch/>
          </p:blipFill>
          <p:spPr>
            <a:xfrm>
              <a:off x="9209607" y="2947851"/>
              <a:ext cx="540000" cy="441818"/>
            </a:xfrm>
            <a:prstGeom prst="rect">
              <a:avLst/>
            </a:prstGeom>
            <a:noFill/>
            <a:ln>
              <a:noFill/>
            </a:ln>
          </p:spPr>
        </p:pic>
        <p:sp>
          <p:nvSpPr>
            <p:cNvPr id="481" name="Google Shape;481;p13"/>
            <p:cNvSpPr txBox="1"/>
            <p:nvPr/>
          </p:nvSpPr>
          <p:spPr>
            <a:xfrm>
              <a:off x="9113963" y="3370656"/>
              <a:ext cx="731289" cy="5232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Router</a:t>
              </a:r>
              <a:endParaRPr/>
            </a:p>
            <a:p>
              <a:pPr indent="0" lvl="0" marL="0" marR="0" rtl="0" algn="ctr">
                <a:spcBef>
                  <a:spcPts val="0"/>
                </a:spcBef>
                <a:spcAft>
                  <a:spcPts val="0"/>
                </a:spcAft>
                <a:buNone/>
              </a:pPr>
              <a:r>
                <a:rPr lang="en-US" sz="1400">
                  <a:solidFill>
                    <a:schemeClr val="dk1"/>
                  </a:solidFill>
                  <a:latin typeface="Arial"/>
                  <a:ea typeface="Arial"/>
                  <a:cs typeface="Arial"/>
                  <a:sym typeface="Arial"/>
                </a:rPr>
                <a:t>(NAS)</a:t>
              </a:r>
              <a:endParaRPr/>
            </a:p>
          </p:txBody>
        </p:sp>
      </p:grpSp>
      <p:cxnSp>
        <p:nvCxnSpPr>
          <p:cNvPr id="482" name="Google Shape;482;p13"/>
          <p:cNvCxnSpPr>
            <a:stCxn id="477" idx="3"/>
          </p:cNvCxnSpPr>
          <p:nvPr/>
        </p:nvCxnSpPr>
        <p:spPr>
          <a:xfrm>
            <a:off x="7843522" y="3018485"/>
            <a:ext cx="2366100" cy="0"/>
          </a:xfrm>
          <a:prstGeom prst="straightConnector1">
            <a:avLst/>
          </a:prstGeom>
          <a:noFill/>
          <a:ln cap="flat" cmpd="sng" w="9525">
            <a:solidFill>
              <a:schemeClr val="dk1"/>
            </a:solidFill>
            <a:prstDash val="solid"/>
            <a:miter lim="800000"/>
            <a:headEnd len="sm" w="sm" type="none"/>
            <a:tailEnd len="sm" w="sm" type="none"/>
          </a:ln>
        </p:spPr>
      </p:cxnSp>
      <p:sp>
        <p:nvSpPr>
          <p:cNvPr id="483" name="Google Shape;483;p13"/>
          <p:cNvSpPr txBox="1"/>
          <p:nvPr/>
        </p:nvSpPr>
        <p:spPr>
          <a:xfrm>
            <a:off x="6090190" y="3704885"/>
            <a:ext cx="5532980" cy="1524112"/>
          </a:xfrm>
          <a:prstGeom prst="rect">
            <a:avLst/>
          </a:prstGeom>
          <a:noFill/>
          <a:ln>
            <a:noFill/>
          </a:ln>
        </p:spPr>
        <p:txBody>
          <a:bodyPr anchorCtr="0" anchor="t" bIns="45700" lIns="91425" spcFirstLastPara="1" rIns="91425" wrap="square" tIns="45700">
            <a:noAutofit/>
          </a:bodyPr>
          <a:lstStyle/>
          <a:p>
            <a:pPr indent="-285750" lvl="0" marL="285750" marR="0" rtl="0" algn="l">
              <a:spcBef>
                <a:spcPts val="0"/>
              </a:spcBef>
              <a:spcAft>
                <a:spcPts val="0"/>
              </a:spcAft>
              <a:buClr>
                <a:schemeClr val="dk1"/>
              </a:buClr>
              <a:buSzPts val="1300"/>
              <a:buFont typeface="Arial"/>
              <a:buChar char="•"/>
            </a:pPr>
            <a:r>
              <a:rPr lang="en-US" sz="1300">
                <a:solidFill>
                  <a:schemeClr val="dk1"/>
                </a:solidFill>
                <a:latin typeface="Arial"/>
                <a:ea typeface="Arial"/>
                <a:cs typeface="Arial"/>
                <a:sym typeface="Arial"/>
              </a:rPr>
              <a:t>After local AAA schemes are configured on Router, Router compares the username and password of the network administrator with the locally configured username and password when the network administrator logs in to Router.</a:t>
            </a:r>
            <a:endParaRPr sz="13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300"/>
              <a:buFont typeface="Arial"/>
              <a:buChar char="•"/>
            </a:pPr>
            <a:r>
              <a:rPr lang="en-US" sz="1300">
                <a:solidFill>
                  <a:schemeClr val="dk1"/>
                </a:solidFill>
                <a:latin typeface="Arial"/>
                <a:ea typeface="Arial"/>
                <a:cs typeface="Arial"/>
                <a:sym typeface="Arial"/>
              </a:rPr>
              <a:t>After the authentication succeeds, Router grants certain administrator permissions to the network administrator.</a:t>
            </a:r>
            <a:endParaRPr/>
          </a:p>
        </p:txBody>
      </p:sp>
      <p:cxnSp>
        <p:nvCxnSpPr>
          <p:cNvPr id="484" name="Google Shape;484;p13"/>
          <p:cNvCxnSpPr/>
          <p:nvPr/>
        </p:nvCxnSpPr>
        <p:spPr>
          <a:xfrm>
            <a:off x="8067807" y="2932415"/>
            <a:ext cx="1917495" cy="0"/>
          </a:xfrm>
          <a:prstGeom prst="straightConnector1">
            <a:avLst/>
          </a:prstGeom>
          <a:noFill/>
          <a:ln cap="flat" cmpd="sng" w="9525">
            <a:solidFill>
              <a:schemeClr val="dk1"/>
            </a:solidFill>
            <a:prstDash val="solid"/>
            <a:miter lim="800000"/>
            <a:headEnd len="sm" w="sm" type="none"/>
            <a:tailEnd len="med" w="med" type="triangle"/>
          </a:ln>
        </p:spPr>
      </p:cxnSp>
      <p:sp>
        <p:nvSpPr>
          <p:cNvPr id="485" name="Google Shape;485;p13"/>
          <p:cNvSpPr txBox="1"/>
          <p:nvPr/>
        </p:nvSpPr>
        <p:spPr>
          <a:xfrm>
            <a:off x="7843523" y="2598120"/>
            <a:ext cx="2366066"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Login through Telnet/SSH</a:t>
            </a:r>
            <a:endParaRPr sz="1400">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14"/>
          <p:cNvSpPr txBox="1"/>
          <p:nvPr>
            <p:ph idx="1" type="body"/>
          </p:nvPr>
        </p:nvSpPr>
        <p:spPr>
          <a:xfrm>
            <a:off x="454816" y="1233487"/>
            <a:ext cx="11307600" cy="4680000"/>
          </a:xfrm>
          <a:prstGeom prst="rect">
            <a:avLst/>
          </a:prstGeom>
          <a:noFill/>
          <a:ln>
            <a:noFill/>
          </a:ln>
        </p:spPr>
        <p:txBody>
          <a:bodyPr anchorCtr="0" anchor="t" bIns="40050" lIns="80125" spcFirstLastPara="1" rIns="80125" wrap="square" tIns="40050">
            <a:noAutofit/>
          </a:bodyPr>
          <a:lstStyle/>
          <a:p>
            <a:pPr indent="-457017" lvl="0" marL="457017" marR="0" rtl="0" algn="just">
              <a:lnSpc>
                <a:spcPct val="140000"/>
              </a:lnSpc>
              <a:spcBef>
                <a:spcPts val="0"/>
              </a:spcBef>
              <a:spcAft>
                <a:spcPts val="0"/>
              </a:spcAft>
              <a:buClr>
                <a:srgbClr val="7F7F7F"/>
              </a:buClr>
              <a:buSzPts val="2100"/>
              <a:buFont typeface="Arial"/>
              <a:buAutoNum type="arabicPeriod"/>
            </a:pPr>
            <a:r>
              <a:rPr lang="en-US">
                <a:solidFill>
                  <a:srgbClr val="7F7F7F"/>
                </a:solidFill>
                <a:latin typeface="Arial"/>
                <a:ea typeface="Arial"/>
                <a:cs typeface="Arial"/>
                <a:sym typeface="Arial"/>
              </a:rPr>
              <a:t>AAA Overview</a:t>
            </a:r>
            <a:endParaRPr>
              <a:solidFill>
                <a:srgbClr val="7F7F7F"/>
              </a:solidFill>
              <a:latin typeface="Arial"/>
              <a:ea typeface="Arial"/>
              <a:cs typeface="Arial"/>
              <a:sym typeface="Arial"/>
            </a:endParaRPr>
          </a:p>
          <a:p>
            <a:pPr indent="-457017" lvl="0" marL="457017" marR="0" rtl="0" algn="just">
              <a:lnSpc>
                <a:spcPct val="140000"/>
              </a:lnSpc>
              <a:spcBef>
                <a:spcPts val="630"/>
              </a:spcBef>
              <a:spcAft>
                <a:spcPts val="0"/>
              </a:spcAft>
              <a:buClr>
                <a:schemeClr val="dk1"/>
              </a:buClr>
              <a:buSzPts val="2100"/>
              <a:buFont typeface="Arial"/>
              <a:buAutoNum type="arabicPeriod"/>
            </a:pPr>
            <a:r>
              <a:rPr b="1" lang="en-US">
                <a:latin typeface="Arial"/>
                <a:ea typeface="Arial"/>
                <a:cs typeface="Arial"/>
                <a:sym typeface="Arial"/>
              </a:rPr>
              <a:t>AAA Configuration</a:t>
            </a:r>
            <a:endParaRPr b="1">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15"/>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AAA Configuration (1)</a:t>
            </a:r>
            <a:endParaRPr/>
          </a:p>
        </p:txBody>
      </p:sp>
      <p:sp>
        <p:nvSpPr>
          <p:cNvPr id="496" name="Google Shape;496;p15"/>
          <p:cNvSpPr/>
          <p:nvPr/>
        </p:nvSpPr>
        <p:spPr>
          <a:xfrm>
            <a:off x="587897" y="2770950"/>
            <a:ext cx="11089232" cy="338554"/>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dk1"/>
              </a:buClr>
              <a:buSzPts val="1600"/>
              <a:buFont typeface="Arial"/>
              <a:buAutoNum type="arabicPeriod" startAt="2"/>
            </a:pPr>
            <a:r>
              <a:rPr lang="en-US" sz="1600">
                <a:solidFill>
                  <a:schemeClr val="dk1"/>
                </a:solidFill>
                <a:latin typeface="Arial"/>
                <a:ea typeface="Arial"/>
                <a:cs typeface="Arial"/>
                <a:sym typeface="Arial"/>
              </a:rPr>
              <a:t>Create an authentication scheme.</a:t>
            </a:r>
            <a:endParaRPr/>
          </a:p>
        </p:txBody>
      </p:sp>
      <p:grpSp>
        <p:nvGrpSpPr>
          <p:cNvPr id="497" name="Google Shape;497;p15"/>
          <p:cNvGrpSpPr/>
          <p:nvPr/>
        </p:nvGrpSpPr>
        <p:grpSpPr>
          <a:xfrm>
            <a:off x="927753" y="3202998"/>
            <a:ext cx="10749375" cy="733091"/>
            <a:chOff x="927753" y="3202998"/>
            <a:chExt cx="10749375" cy="733091"/>
          </a:xfrm>
        </p:grpSpPr>
        <p:sp>
          <p:nvSpPr>
            <p:cNvPr id="498" name="Google Shape;498;p15"/>
            <p:cNvSpPr/>
            <p:nvPr/>
          </p:nvSpPr>
          <p:spPr>
            <a:xfrm>
              <a:off x="1068429" y="3202998"/>
              <a:ext cx="10608699" cy="338554"/>
            </a:xfrm>
            <a:prstGeom prst="rect">
              <a:avLst/>
            </a:prstGeom>
            <a:solidFill>
              <a:srgbClr val="F4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[Huawei-aaa] </a:t>
              </a:r>
              <a:r>
                <a:rPr b="1" lang="en-US" sz="1600">
                  <a:solidFill>
                    <a:schemeClr val="dk1"/>
                  </a:solidFill>
                  <a:latin typeface="Arial"/>
                  <a:ea typeface="Arial"/>
                  <a:cs typeface="Arial"/>
                  <a:sym typeface="Arial"/>
                </a:rPr>
                <a:t>authentication-scheme </a:t>
              </a:r>
              <a:r>
                <a:rPr i="1" lang="en-US" sz="1600">
                  <a:solidFill>
                    <a:schemeClr val="dk1"/>
                  </a:solidFill>
                  <a:latin typeface="Arial"/>
                  <a:ea typeface="Arial"/>
                  <a:cs typeface="Arial"/>
                  <a:sym typeface="Arial"/>
                </a:rPr>
                <a:t>authentication-scheme-name</a:t>
              </a:r>
              <a:r>
                <a:rPr b="1" lang="en-US" sz="1600">
                  <a:solidFill>
                    <a:schemeClr val="dk1"/>
                  </a:solidFill>
                  <a:latin typeface="Arial"/>
                  <a:ea typeface="Arial"/>
                  <a:cs typeface="Arial"/>
                  <a:sym typeface="Arial"/>
                </a:rPr>
                <a:t> </a:t>
              </a:r>
              <a:endParaRPr sz="1600">
                <a:solidFill>
                  <a:schemeClr val="dk1"/>
                </a:solidFill>
                <a:latin typeface="Arial"/>
                <a:ea typeface="Arial"/>
                <a:cs typeface="Arial"/>
                <a:sym typeface="Arial"/>
              </a:endParaRPr>
            </a:p>
          </p:txBody>
        </p:sp>
        <p:sp>
          <p:nvSpPr>
            <p:cNvPr id="499" name="Google Shape;499;p15"/>
            <p:cNvSpPr/>
            <p:nvPr/>
          </p:nvSpPr>
          <p:spPr>
            <a:xfrm>
              <a:off x="927753" y="3535979"/>
              <a:ext cx="10608699" cy="40011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lang="en-US" sz="1600">
                  <a:solidFill>
                    <a:schemeClr val="dk1"/>
                  </a:solidFill>
                  <a:latin typeface="Arial"/>
                  <a:ea typeface="Arial"/>
                  <a:cs typeface="Arial"/>
                  <a:sym typeface="Arial"/>
                </a:rPr>
                <a:t>Create an authentication scheme and enter the authentication scheme view.</a:t>
              </a:r>
              <a:endParaRPr/>
            </a:p>
          </p:txBody>
        </p:sp>
      </p:grpSp>
      <p:grpSp>
        <p:nvGrpSpPr>
          <p:cNvPr id="500" name="Google Shape;500;p15"/>
          <p:cNvGrpSpPr/>
          <p:nvPr/>
        </p:nvGrpSpPr>
        <p:grpSpPr>
          <a:xfrm>
            <a:off x="927753" y="4049010"/>
            <a:ext cx="10821335" cy="772860"/>
            <a:chOff x="927753" y="3975858"/>
            <a:chExt cx="10821335" cy="772860"/>
          </a:xfrm>
        </p:grpSpPr>
        <p:sp>
          <p:nvSpPr>
            <p:cNvPr id="501" name="Google Shape;501;p15"/>
            <p:cNvSpPr/>
            <p:nvPr/>
          </p:nvSpPr>
          <p:spPr>
            <a:xfrm>
              <a:off x="1068428" y="3975858"/>
              <a:ext cx="10608699" cy="338554"/>
            </a:xfrm>
            <a:prstGeom prst="rect">
              <a:avLst/>
            </a:prstGeom>
            <a:solidFill>
              <a:srgbClr val="F4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[Huawei-aaa-authentication-scheme-name] </a:t>
              </a:r>
              <a:r>
                <a:rPr b="1" lang="en-US" sz="1600">
                  <a:solidFill>
                    <a:schemeClr val="dk1"/>
                  </a:solidFill>
                  <a:latin typeface="Arial"/>
                  <a:ea typeface="Arial"/>
                  <a:cs typeface="Arial"/>
                  <a:sym typeface="Arial"/>
                </a:rPr>
                <a:t>authentication-mode </a:t>
              </a:r>
              <a:r>
                <a:rPr lang="en-US" sz="1600">
                  <a:solidFill>
                    <a:schemeClr val="dk1"/>
                  </a:solidFill>
                  <a:latin typeface="Arial"/>
                  <a:ea typeface="Arial"/>
                  <a:cs typeface="Arial"/>
                  <a:sym typeface="Arial"/>
                </a:rPr>
                <a:t>{</a:t>
              </a:r>
              <a:r>
                <a:rPr b="1" lang="en-US" sz="1600">
                  <a:solidFill>
                    <a:schemeClr val="dk1"/>
                  </a:solidFill>
                  <a:latin typeface="Arial"/>
                  <a:ea typeface="Arial"/>
                  <a:cs typeface="Arial"/>
                  <a:sym typeface="Arial"/>
                </a:rPr>
                <a:t> hwtacacs </a:t>
              </a:r>
              <a:r>
                <a:rPr lang="en-US" sz="1600">
                  <a:solidFill>
                    <a:schemeClr val="dk1"/>
                  </a:solidFill>
                  <a:latin typeface="Arial"/>
                  <a:ea typeface="Arial"/>
                  <a:cs typeface="Arial"/>
                  <a:sym typeface="Arial"/>
                </a:rPr>
                <a:t>| </a:t>
              </a:r>
              <a:r>
                <a:rPr b="1" lang="en-US" sz="1600">
                  <a:solidFill>
                    <a:schemeClr val="dk1"/>
                  </a:solidFill>
                  <a:latin typeface="Arial"/>
                  <a:ea typeface="Arial"/>
                  <a:cs typeface="Arial"/>
                  <a:sym typeface="Arial"/>
                </a:rPr>
                <a:t>local </a:t>
              </a:r>
              <a:r>
                <a:rPr lang="en-US" sz="1600">
                  <a:solidFill>
                    <a:schemeClr val="dk1"/>
                  </a:solidFill>
                  <a:latin typeface="Arial"/>
                  <a:ea typeface="Arial"/>
                  <a:cs typeface="Arial"/>
                  <a:sym typeface="Arial"/>
                </a:rPr>
                <a:t>|</a:t>
              </a:r>
              <a:r>
                <a:rPr b="1" lang="en-US" sz="1600">
                  <a:solidFill>
                    <a:schemeClr val="dk1"/>
                  </a:solidFill>
                  <a:latin typeface="Arial"/>
                  <a:ea typeface="Arial"/>
                  <a:cs typeface="Arial"/>
                  <a:sym typeface="Arial"/>
                </a:rPr>
                <a:t> radius </a:t>
              </a:r>
              <a:r>
                <a:rPr lang="en-US" sz="1600">
                  <a:solidFill>
                    <a:schemeClr val="dk1"/>
                  </a:solidFill>
                  <a:latin typeface="Arial"/>
                  <a:ea typeface="Arial"/>
                  <a:cs typeface="Arial"/>
                  <a:sym typeface="Arial"/>
                </a:rPr>
                <a:t>}</a:t>
              </a:r>
              <a:r>
                <a:rPr b="1" lang="en-US" sz="1600">
                  <a:solidFill>
                    <a:schemeClr val="dk1"/>
                  </a:solidFill>
                  <a:latin typeface="Arial"/>
                  <a:ea typeface="Arial"/>
                  <a:cs typeface="Arial"/>
                  <a:sym typeface="Arial"/>
                </a:rPr>
                <a:t> </a:t>
              </a:r>
              <a:endParaRPr sz="1600">
                <a:solidFill>
                  <a:schemeClr val="dk1"/>
                </a:solidFill>
                <a:latin typeface="Arial"/>
                <a:ea typeface="Arial"/>
                <a:cs typeface="Arial"/>
                <a:sym typeface="Arial"/>
              </a:endParaRPr>
            </a:p>
          </p:txBody>
        </p:sp>
        <p:sp>
          <p:nvSpPr>
            <p:cNvPr id="502" name="Google Shape;502;p15"/>
            <p:cNvSpPr/>
            <p:nvPr/>
          </p:nvSpPr>
          <p:spPr>
            <a:xfrm>
              <a:off x="927753" y="4347703"/>
              <a:ext cx="10821335" cy="401015"/>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lang="en-US" sz="1600">
                  <a:solidFill>
                    <a:schemeClr val="dk1"/>
                  </a:solidFill>
                  <a:latin typeface="Arial"/>
                  <a:ea typeface="Arial"/>
                  <a:cs typeface="Arial"/>
                  <a:sym typeface="Arial"/>
                </a:rPr>
                <a:t>Set the authentication mode to local authentication. By default, the authentication mode is local authentication.</a:t>
              </a:r>
              <a:endParaRPr/>
            </a:p>
          </p:txBody>
        </p:sp>
      </p:grpSp>
      <p:grpSp>
        <p:nvGrpSpPr>
          <p:cNvPr id="503" name="Google Shape;503;p15"/>
          <p:cNvGrpSpPr/>
          <p:nvPr/>
        </p:nvGrpSpPr>
        <p:grpSpPr>
          <a:xfrm>
            <a:off x="587897" y="1396765"/>
            <a:ext cx="11089232" cy="1213781"/>
            <a:chOff x="587897" y="1396765"/>
            <a:chExt cx="11089232" cy="1213781"/>
          </a:xfrm>
        </p:grpSpPr>
        <p:sp>
          <p:nvSpPr>
            <p:cNvPr id="504" name="Google Shape;504;p15"/>
            <p:cNvSpPr/>
            <p:nvPr/>
          </p:nvSpPr>
          <p:spPr>
            <a:xfrm>
              <a:off x="927753" y="2210436"/>
              <a:ext cx="10608699" cy="40011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lang="en-US" sz="1600">
                  <a:solidFill>
                    <a:schemeClr val="dk1"/>
                  </a:solidFill>
                  <a:latin typeface="Arial"/>
                  <a:ea typeface="Arial"/>
                  <a:cs typeface="Arial"/>
                  <a:sym typeface="Arial"/>
                </a:rPr>
                <a:t>Exit the system view and enter the AAA view.</a:t>
              </a:r>
              <a:endParaRPr/>
            </a:p>
          </p:txBody>
        </p:sp>
        <p:grpSp>
          <p:nvGrpSpPr>
            <p:cNvPr id="505" name="Google Shape;505;p15"/>
            <p:cNvGrpSpPr/>
            <p:nvPr/>
          </p:nvGrpSpPr>
          <p:grpSpPr>
            <a:xfrm>
              <a:off x="587897" y="1396765"/>
              <a:ext cx="11089232" cy="770701"/>
              <a:chOff x="587897" y="1396765"/>
              <a:chExt cx="11089232" cy="770701"/>
            </a:xfrm>
          </p:grpSpPr>
          <p:sp>
            <p:nvSpPr>
              <p:cNvPr id="506" name="Google Shape;506;p15"/>
              <p:cNvSpPr/>
              <p:nvPr/>
            </p:nvSpPr>
            <p:spPr>
              <a:xfrm>
                <a:off x="1068429" y="1828912"/>
                <a:ext cx="10608699" cy="338554"/>
              </a:xfrm>
              <a:prstGeom prst="rect">
                <a:avLst/>
              </a:prstGeom>
              <a:solidFill>
                <a:srgbClr val="F4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[Huawei] </a:t>
                </a:r>
                <a:r>
                  <a:rPr b="1" lang="en-US" sz="1600">
                    <a:solidFill>
                      <a:schemeClr val="dk1"/>
                    </a:solidFill>
                    <a:latin typeface="Arial"/>
                    <a:ea typeface="Arial"/>
                    <a:cs typeface="Arial"/>
                    <a:sym typeface="Arial"/>
                  </a:rPr>
                  <a:t>aaa</a:t>
                </a:r>
                <a:endParaRPr sz="1600">
                  <a:solidFill>
                    <a:schemeClr val="dk1"/>
                  </a:solidFill>
                  <a:latin typeface="Arial"/>
                  <a:ea typeface="Arial"/>
                  <a:cs typeface="Arial"/>
                  <a:sym typeface="Arial"/>
                </a:endParaRPr>
              </a:p>
            </p:txBody>
          </p:sp>
          <p:sp>
            <p:nvSpPr>
              <p:cNvPr id="507" name="Google Shape;507;p15"/>
              <p:cNvSpPr/>
              <p:nvPr/>
            </p:nvSpPr>
            <p:spPr>
              <a:xfrm>
                <a:off x="587897" y="1396765"/>
                <a:ext cx="11089232" cy="338554"/>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dk1"/>
                  </a:buClr>
                  <a:buSzPts val="1600"/>
                  <a:buFont typeface="Arial"/>
                  <a:buAutoNum type="arabicPeriod"/>
                </a:pPr>
                <a:r>
                  <a:rPr lang="en-US" sz="1600">
                    <a:solidFill>
                      <a:schemeClr val="dk1"/>
                    </a:solidFill>
                    <a:latin typeface="Arial"/>
                    <a:ea typeface="Arial"/>
                    <a:cs typeface="Arial"/>
                    <a:sym typeface="Arial"/>
                  </a:rPr>
                  <a:t>Enter the AAA view.</a:t>
                </a:r>
                <a:endParaRPr/>
              </a:p>
            </p:txBody>
          </p:sp>
        </p:gr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16"/>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latin typeface="Arial"/>
                <a:ea typeface="Arial"/>
                <a:cs typeface="Arial"/>
                <a:sym typeface="Arial"/>
              </a:rPr>
              <a:t>AAA Configuration (2)</a:t>
            </a:r>
            <a:endParaRPr>
              <a:latin typeface="Arial"/>
              <a:ea typeface="Arial"/>
              <a:cs typeface="Arial"/>
              <a:sym typeface="Arial"/>
            </a:endParaRPr>
          </a:p>
        </p:txBody>
      </p:sp>
      <p:grpSp>
        <p:nvGrpSpPr>
          <p:cNvPr id="513" name="Google Shape;513;p16"/>
          <p:cNvGrpSpPr/>
          <p:nvPr/>
        </p:nvGrpSpPr>
        <p:grpSpPr>
          <a:xfrm>
            <a:off x="587894" y="1405944"/>
            <a:ext cx="11089232" cy="1871205"/>
            <a:chOff x="650861" y="4632261"/>
            <a:chExt cx="11089232" cy="1871205"/>
          </a:xfrm>
        </p:grpSpPr>
        <p:sp>
          <p:nvSpPr>
            <p:cNvPr id="514" name="Google Shape;514;p16"/>
            <p:cNvSpPr/>
            <p:nvPr/>
          </p:nvSpPr>
          <p:spPr>
            <a:xfrm>
              <a:off x="1131393" y="5064408"/>
              <a:ext cx="10608699" cy="338554"/>
            </a:xfrm>
            <a:prstGeom prst="rect">
              <a:avLst/>
            </a:prstGeom>
            <a:solidFill>
              <a:srgbClr val="F4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[Huawei-aaa] </a:t>
              </a:r>
              <a:r>
                <a:rPr b="1" lang="en-US" sz="1600">
                  <a:solidFill>
                    <a:schemeClr val="dk1"/>
                  </a:solidFill>
                  <a:latin typeface="Arial"/>
                  <a:ea typeface="Arial"/>
                  <a:cs typeface="Arial"/>
                  <a:sym typeface="Arial"/>
                </a:rPr>
                <a:t>domain</a:t>
              </a:r>
              <a:r>
                <a:rPr lang="en-US" sz="1600">
                  <a:solidFill>
                    <a:schemeClr val="dk1"/>
                  </a:solidFill>
                  <a:latin typeface="Arial"/>
                  <a:ea typeface="Arial"/>
                  <a:cs typeface="Arial"/>
                  <a:sym typeface="Arial"/>
                </a:rPr>
                <a:t> </a:t>
              </a:r>
              <a:r>
                <a:rPr i="1" lang="en-US" sz="1600">
                  <a:solidFill>
                    <a:schemeClr val="dk1"/>
                  </a:solidFill>
                  <a:latin typeface="Arial"/>
                  <a:ea typeface="Arial"/>
                  <a:cs typeface="Arial"/>
                  <a:sym typeface="Arial"/>
                </a:rPr>
                <a:t>domain-name</a:t>
              </a:r>
              <a:endParaRPr i="1" sz="1600">
                <a:solidFill>
                  <a:schemeClr val="dk1"/>
                </a:solidFill>
                <a:latin typeface="Arial"/>
                <a:ea typeface="Arial"/>
                <a:cs typeface="Arial"/>
                <a:sym typeface="Arial"/>
              </a:endParaRPr>
            </a:p>
          </p:txBody>
        </p:sp>
        <p:sp>
          <p:nvSpPr>
            <p:cNvPr id="515" name="Google Shape;515;p16"/>
            <p:cNvSpPr/>
            <p:nvPr/>
          </p:nvSpPr>
          <p:spPr>
            <a:xfrm>
              <a:off x="1131392" y="5358112"/>
              <a:ext cx="10608699" cy="40011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lang="en-US" sz="1600">
                  <a:solidFill>
                    <a:schemeClr val="dk1"/>
                  </a:solidFill>
                  <a:latin typeface="Arial"/>
                  <a:ea typeface="Arial"/>
                  <a:cs typeface="Arial"/>
                  <a:sym typeface="Arial"/>
                </a:rPr>
                <a:t>Create a domain and enter the domain view.</a:t>
              </a:r>
              <a:endParaRPr/>
            </a:p>
          </p:txBody>
        </p:sp>
        <p:sp>
          <p:nvSpPr>
            <p:cNvPr id="516" name="Google Shape;516;p16"/>
            <p:cNvSpPr/>
            <p:nvPr/>
          </p:nvSpPr>
          <p:spPr>
            <a:xfrm>
              <a:off x="650861" y="4632261"/>
              <a:ext cx="11089232" cy="338554"/>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dk1"/>
                </a:buClr>
                <a:buSzPts val="1600"/>
                <a:buFont typeface="Arial"/>
                <a:buAutoNum type="arabicPeriod" startAt="3"/>
              </a:pPr>
              <a:r>
                <a:rPr lang="en-US" sz="1600">
                  <a:solidFill>
                    <a:schemeClr val="dk1"/>
                  </a:solidFill>
                  <a:latin typeface="Arial"/>
                  <a:ea typeface="Arial"/>
                  <a:cs typeface="Arial"/>
                  <a:sym typeface="Arial"/>
                </a:rPr>
                <a:t>Create a domain and bind an authentication scheme to the domain.</a:t>
              </a:r>
              <a:endParaRPr sz="1600">
                <a:solidFill>
                  <a:schemeClr val="dk1"/>
                </a:solidFill>
                <a:latin typeface="Arial"/>
                <a:ea typeface="Arial"/>
                <a:cs typeface="Arial"/>
                <a:sym typeface="Arial"/>
              </a:endParaRPr>
            </a:p>
          </p:txBody>
        </p:sp>
        <p:sp>
          <p:nvSpPr>
            <p:cNvPr id="517" name="Google Shape;517;p16"/>
            <p:cNvSpPr/>
            <p:nvPr/>
          </p:nvSpPr>
          <p:spPr>
            <a:xfrm>
              <a:off x="1131392" y="5809652"/>
              <a:ext cx="10608699" cy="338554"/>
            </a:xfrm>
            <a:prstGeom prst="rect">
              <a:avLst/>
            </a:prstGeom>
            <a:solidFill>
              <a:srgbClr val="F4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[Huawei-aaa-domain-name] </a:t>
              </a:r>
              <a:r>
                <a:rPr b="1" lang="en-US" sz="1600">
                  <a:solidFill>
                    <a:schemeClr val="dk1"/>
                  </a:solidFill>
                  <a:latin typeface="Arial"/>
                  <a:ea typeface="Arial"/>
                  <a:cs typeface="Arial"/>
                  <a:sym typeface="Arial"/>
                </a:rPr>
                <a:t>authentication-scheme </a:t>
              </a:r>
              <a:r>
                <a:rPr i="1" lang="en-US" sz="1600">
                  <a:solidFill>
                    <a:schemeClr val="dk1"/>
                  </a:solidFill>
                  <a:latin typeface="Arial"/>
                  <a:ea typeface="Arial"/>
                  <a:cs typeface="Arial"/>
                  <a:sym typeface="Arial"/>
                </a:rPr>
                <a:t>authentication-scheme-name</a:t>
              </a:r>
              <a:r>
                <a:rPr b="1" lang="en-US" sz="1600">
                  <a:solidFill>
                    <a:schemeClr val="dk1"/>
                  </a:solidFill>
                  <a:latin typeface="Arial"/>
                  <a:ea typeface="Arial"/>
                  <a:cs typeface="Arial"/>
                  <a:sym typeface="Arial"/>
                </a:rPr>
                <a:t> </a:t>
              </a:r>
              <a:endParaRPr sz="1600">
                <a:solidFill>
                  <a:schemeClr val="dk1"/>
                </a:solidFill>
                <a:latin typeface="Arial"/>
                <a:ea typeface="Arial"/>
                <a:cs typeface="Arial"/>
                <a:sym typeface="Arial"/>
              </a:endParaRPr>
            </a:p>
          </p:txBody>
        </p:sp>
        <p:sp>
          <p:nvSpPr>
            <p:cNvPr id="518" name="Google Shape;518;p16"/>
            <p:cNvSpPr/>
            <p:nvPr/>
          </p:nvSpPr>
          <p:spPr>
            <a:xfrm>
              <a:off x="1131391" y="6103356"/>
              <a:ext cx="10608699" cy="40011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lang="en-US" sz="1600">
                  <a:solidFill>
                    <a:schemeClr val="dk1"/>
                  </a:solidFill>
                  <a:latin typeface="Arial"/>
                  <a:ea typeface="Arial"/>
                  <a:cs typeface="Arial"/>
                  <a:sym typeface="Arial"/>
                </a:rPr>
                <a:t>Bind the authentication scheme to the domain.</a:t>
              </a:r>
              <a:endParaRPr/>
            </a:p>
          </p:txBody>
        </p:sp>
      </p:grpSp>
      <p:sp>
        <p:nvSpPr>
          <p:cNvPr id="519" name="Google Shape;519;p16"/>
          <p:cNvSpPr/>
          <p:nvPr/>
        </p:nvSpPr>
        <p:spPr>
          <a:xfrm>
            <a:off x="1078917" y="3966548"/>
            <a:ext cx="10608699" cy="338554"/>
          </a:xfrm>
          <a:prstGeom prst="rect">
            <a:avLst/>
          </a:prstGeom>
          <a:solidFill>
            <a:srgbClr val="F4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[Huawei-aaa] </a:t>
            </a:r>
            <a:r>
              <a:rPr b="1" lang="en-US" sz="1600">
                <a:solidFill>
                  <a:schemeClr val="dk1"/>
                </a:solidFill>
                <a:latin typeface="Arial"/>
                <a:ea typeface="Arial"/>
                <a:cs typeface="Arial"/>
                <a:sym typeface="Arial"/>
              </a:rPr>
              <a:t>local-user </a:t>
            </a:r>
            <a:r>
              <a:rPr i="1" lang="en-US" sz="1600">
                <a:solidFill>
                  <a:schemeClr val="dk1"/>
                </a:solidFill>
                <a:latin typeface="Arial"/>
                <a:ea typeface="Arial"/>
                <a:cs typeface="Arial"/>
                <a:sym typeface="Arial"/>
              </a:rPr>
              <a:t>user-name</a:t>
            </a:r>
            <a:r>
              <a:rPr b="1" lang="en-US" sz="1600">
                <a:solidFill>
                  <a:schemeClr val="dk1"/>
                </a:solidFill>
                <a:latin typeface="Arial"/>
                <a:ea typeface="Arial"/>
                <a:cs typeface="Arial"/>
                <a:sym typeface="Arial"/>
              </a:rPr>
              <a:t>  password cipher </a:t>
            </a:r>
            <a:r>
              <a:rPr i="1" lang="en-US" sz="1600">
                <a:solidFill>
                  <a:schemeClr val="dk1"/>
                </a:solidFill>
                <a:latin typeface="Arial"/>
                <a:ea typeface="Arial"/>
                <a:cs typeface="Arial"/>
                <a:sym typeface="Arial"/>
              </a:rPr>
              <a:t>password</a:t>
            </a:r>
            <a:endParaRPr i="1" sz="1600">
              <a:solidFill>
                <a:schemeClr val="dk1"/>
              </a:solidFill>
              <a:latin typeface="Arial"/>
              <a:ea typeface="Arial"/>
              <a:cs typeface="Arial"/>
              <a:sym typeface="Arial"/>
            </a:endParaRPr>
          </a:p>
        </p:txBody>
      </p:sp>
      <p:sp>
        <p:nvSpPr>
          <p:cNvPr id="520" name="Google Shape;520;p16"/>
          <p:cNvSpPr/>
          <p:nvPr/>
        </p:nvSpPr>
        <p:spPr>
          <a:xfrm>
            <a:off x="1032423" y="4398695"/>
            <a:ext cx="10608699" cy="1631216"/>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lang="en-US" sz="1600">
                <a:solidFill>
                  <a:schemeClr val="dk1"/>
                </a:solidFill>
                <a:latin typeface="Arial"/>
                <a:ea typeface="Arial"/>
                <a:cs typeface="Arial"/>
                <a:sym typeface="Arial"/>
              </a:rPr>
              <a:t>Create a local user and configure a password for the local user.</a:t>
            </a:r>
            <a:endParaRPr sz="1600">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If the username contains a delimiter "@", the character before "@" is the username and the character after "@" is the domain name.</a:t>
            </a:r>
            <a:endParaRPr sz="1600">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If the value does not contain "@", the entire character string represents the username and the domain name is the default one.</a:t>
            </a:r>
            <a:endParaRPr sz="1600">
              <a:solidFill>
                <a:schemeClr val="dk1"/>
              </a:solidFill>
              <a:latin typeface="Arial"/>
              <a:ea typeface="Arial"/>
              <a:cs typeface="Arial"/>
              <a:sym typeface="Arial"/>
            </a:endParaRPr>
          </a:p>
        </p:txBody>
      </p:sp>
      <p:sp>
        <p:nvSpPr>
          <p:cNvPr id="521" name="Google Shape;521;p16"/>
          <p:cNvSpPr/>
          <p:nvPr/>
        </p:nvSpPr>
        <p:spPr>
          <a:xfrm>
            <a:off x="587894" y="3534401"/>
            <a:ext cx="11089232" cy="338554"/>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dk1"/>
              </a:buClr>
              <a:buSzPts val="1600"/>
              <a:buFont typeface="Arial"/>
              <a:buAutoNum type="arabicPeriod" startAt="4"/>
            </a:pPr>
            <a:r>
              <a:rPr lang="en-US" sz="1600">
                <a:solidFill>
                  <a:schemeClr val="dk1"/>
                </a:solidFill>
                <a:latin typeface="Arial"/>
                <a:ea typeface="Arial"/>
                <a:cs typeface="Arial"/>
                <a:sym typeface="Arial"/>
              </a:rPr>
              <a:t>Create a user.</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17"/>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latin typeface="Arial"/>
                <a:ea typeface="Arial"/>
                <a:cs typeface="Arial"/>
                <a:sym typeface="Arial"/>
              </a:rPr>
              <a:t>AAA Configuration (3)</a:t>
            </a:r>
            <a:endParaRPr>
              <a:latin typeface="Arial"/>
              <a:ea typeface="Arial"/>
              <a:cs typeface="Arial"/>
              <a:sym typeface="Arial"/>
            </a:endParaRPr>
          </a:p>
        </p:txBody>
      </p:sp>
      <p:sp>
        <p:nvSpPr>
          <p:cNvPr id="527" name="Google Shape;527;p17"/>
          <p:cNvSpPr/>
          <p:nvPr/>
        </p:nvSpPr>
        <p:spPr>
          <a:xfrm>
            <a:off x="597878" y="1413710"/>
            <a:ext cx="11089232" cy="338554"/>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dk1"/>
              </a:buClr>
              <a:buSzPts val="1600"/>
              <a:buFont typeface="Arial"/>
              <a:buAutoNum type="arabicPeriod" startAt="5"/>
            </a:pPr>
            <a:r>
              <a:rPr lang="en-US" sz="1600">
                <a:solidFill>
                  <a:schemeClr val="dk1"/>
                </a:solidFill>
                <a:latin typeface="Arial"/>
                <a:ea typeface="Arial"/>
                <a:cs typeface="Arial"/>
                <a:sym typeface="Arial"/>
              </a:rPr>
              <a:t>Configure a user access type.</a:t>
            </a:r>
            <a:endParaRPr/>
          </a:p>
        </p:txBody>
      </p:sp>
      <p:sp>
        <p:nvSpPr>
          <p:cNvPr id="528" name="Google Shape;528;p17"/>
          <p:cNvSpPr/>
          <p:nvPr/>
        </p:nvSpPr>
        <p:spPr>
          <a:xfrm>
            <a:off x="1088901" y="1864046"/>
            <a:ext cx="10608699" cy="384927"/>
          </a:xfrm>
          <a:prstGeom prst="rect">
            <a:avLst/>
          </a:prstGeom>
          <a:solidFill>
            <a:srgbClr val="F4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500">
                <a:solidFill>
                  <a:schemeClr val="dk1"/>
                </a:solidFill>
                <a:latin typeface="Arial"/>
                <a:ea typeface="Arial"/>
                <a:cs typeface="Arial"/>
                <a:sym typeface="Arial"/>
              </a:rPr>
              <a:t>[Huawei-aaa] </a:t>
            </a:r>
            <a:r>
              <a:rPr b="1" lang="en-US" sz="1500">
                <a:solidFill>
                  <a:schemeClr val="dk1"/>
                </a:solidFill>
                <a:latin typeface="Arial"/>
                <a:ea typeface="Arial"/>
                <a:cs typeface="Arial"/>
                <a:sym typeface="Arial"/>
              </a:rPr>
              <a:t>local-user user-name service-type { { terminal | telnet | ftp | ssh | snmp | http } | ppp | none }</a:t>
            </a:r>
            <a:endParaRPr sz="1500">
              <a:solidFill>
                <a:schemeClr val="dk1"/>
              </a:solidFill>
              <a:latin typeface="Arial"/>
              <a:ea typeface="Arial"/>
              <a:cs typeface="Arial"/>
              <a:sym typeface="Arial"/>
            </a:endParaRPr>
          </a:p>
        </p:txBody>
      </p:sp>
      <p:sp>
        <p:nvSpPr>
          <p:cNvPr id="529" name="Google Shape;529;p17"/>
          <p:cNvSpPr/>
          <p:nvPr/>
        </p:nvSpPr>
        <p:spPr>
          <a:xfrm>
            <a:off x="948224" y="2328328"/>
            <a:ext cx="10608699" cy="40011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lang="en-US" sz="1600">
                <a:solidFill>
                  <a:schemeClr val="dk1"/>
                </a:solidFill>
                <a:latin typeface="Arial"/>
                <a:ea typeface="Arial"/>
                <a:cs typeface="Arial"/>
                <a:sym typeface="Arial"/>
              </a:rPr>
              <a:t>Configure the access type of the local user. By default, all access types are disabled for a local user.</a:t>
            </a:r>
            <a:endParaRPr/>
          </a:p>
        </p:txBody>
      </p:sp>
      <p:sp>
        <p:nvSpPr>
          <p:cNvPr id="530" name="Google Shape;530;p17"/>
          <p:cNvSpPr/>
          <p:nvPr/>
        </p:nvSpPr>
        <p:spPr>
          <a:xfrm>
            <a:off x="1088901" y="3511595"/>
            <a:ext cx="10608699" cy="338554"/>
          </a:xfrm>
          <a:prstGeom prst="rect">
            <a:avLst/>
          </a:prstGeom>
          <a:solidFill>
            <a:srgbClr val="F4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500">
                <a:solidFill>
                  <a:schemeClr val="dk1"/>
                </a:solidFill>
                <a:latin typeface="Arial"/>
                <a:ea typeface="Arial"/>
                <a:cs typeface="Arial"/>
                <a:sym typeface="Arial"/>
              </a:rPr>
              <a:t>[Huawei-aaa] </a:t>
            </a:r>
            <a:r>
              <a:rPr b="1" lang="en-US" sz="1500">
                <a:solidFill>
                  <a:schemeClr val="dk1"/>
                </a:solidFill>
                <a:latin typeface="Arial"/>
                <a:ea typeface="Arial"/>
                <a:cs typeface="Arial"/>
                <a:sym typeface="Arial"/>
              </a:rPr>
              <a:t>local-user </a:t>
            </a:r>
            <a:r>
              <a:rPr i="1" lang="en-US" sz="1500">
                <a:solidFill>
                  <a:schemeClr val="dk1"/>
                </a:solidFill>
                <a:latin typeface="Arial"/>
                <a:ea typeface="Arial"/>
                <a:cs typeface="Arial"/>
                <a:sym typeface="Arial"/>
              </a:rPr>
              <a:t>user-name</a:t>
            </a:r>
            <a:r>
              <a:rPr b="1" lang="en-US" sz="1500">
                <a:solidFill>
                  <a:schemeClr val="dk1"/>
                </a:solidFill>
                <a:latin typeface="Arial"/>
                <a:ea typeface="Arial"/>
                <a:cs typeface="Arial"/>
                <a:sym typeface="Arial"/>
              </a:rPr>
              <a:t> privilege level </a:t>
            </a:r>
            <a:r>
              <a:rPr i="1" lang="en-US" sz="1500">
                <a:solidFill>
                  <a:schemeClr val="dk1"/>
                </a:solidFill>
                <a:latin typeface="Arial"/>
                <a:ea typeface="Arial"/>
                <a:cs typeface="Arial"/>
                <a:sym typeface="Arial"/>
              </a:rPr>
              <a:t>level</a:t>
            </a:r>
            <a:endParaRPr i="1" sz="1500">
              <a:solidFill>
                <a:schemeClr val="dk1"/>
              </a:solidFill>
              <a:latin typeface="Arial"/>
              <a:ea typeface="Arial"/>
              <a:cs typeface="Arial"/>
              <a:sym typeface="Arial"/>
            </a:endParaRPr>
          </a:p>
        </p:txBody>
      </p:sp>
      <p:sp>
        <p:nvSpPr>
          <p:cNvPr id="531" name="Google Shape;531;p17"/>
          <p:cNvSpPr/>
          <p:nvPr/>
        </p:nvSpPr>
        <p:spPr>
          <a:xfrm>
            <a:off x="948224" y="3943643"/>
            <a:ext cx="10608699" cy="40011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lang="en-US" sz="1600">
                <a:solidFill>
                  <a:schemeClr val="dk1"/>
                </a:solidFill>
                <a:latin typeface="Arial"/>
                <a:ea typeface="Arial"/>
                <a:cs typeface="Arial"/>
                <a:sym typeface="Arial"/>
              </a:rPr>
              <a:t>Specify the permission level of the local user.</a:t>
            </a:r>
            <a:endParaRPr sz="1600">
              <a:solidFill>
                <a:schemeClr val="dk1"/>
              </a:solidFill>
              <a:latin typeface="Arial"/>
              <a:ea typeface="Arial"/>
              <a:cs typeface="Arial"/>
              <a:sym typeface="Arial"/>
            </a:endParaRPr>
          </a:p>
        </p:txBody>
      </p:sp>
      <p:sp>
        <p:nvSpPr>
          <p:cNvPr id="532" name="Google Shape;532;p17"/>
          <p:cNvSpPr/>
          <p:nvPr/>
        </p:nvSpPr>
        <p:spPr>
          <a:xfrm>
            <a:off x="597878" y="3080907"/>
            <a:ext cx="11089232" cy="338554"/>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dk1"/>
              </a:buClr>
              <a:buSzPts val="1600"/>
              <a:buFont typeface="Arial"/>
              <a:buAutoNum type="arabicPeriod" startAt="6"/>
            </a:pPr>
            <a:r>
              <a:rPr lang="en-US" sz="1600">
                <a:solidFill>
                  <a:schemeClr val="dk1"/>
                </a:solidFill>
                <a:latin typeface="Arial"/>
                <a:ea typeface="Arial"/>
                <a:cs typeface="Arial"/>
                <a:sym typeface="Arial"/>
              </a:rPr>
              <a:t>Configure a user level.</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18"/>
          <p:cNvSpPr txBox="1"/>
          <p:nvPr>
            <p:ph idx="1" type="body"/>
          </p:nvPr>
        </p:nvSpPr>
        <p:spPr>
          <a:xfrm>
            <a:off x="451877" y="1242453"/>
            <a:ext cx="11306175" cy="4680000"/>
          </a:xfrm>
          <a:prstGeom prst="rect">
            <a:avLst/>
          </a:prstGeom>
          <a:noFill/>
          <a:ln>
            <a:noFill/>
          </a:ln>
        </p:spPr>
        <p:txBody>
          <a:bodyPr anchorCtr="0" anchor="t" bIns="40050" lIns="80125" spcFirstLastPara="1" rIns="80125" wrap="square" tIns="40050">
            <a:noAutofit/>
          </a:bodyPr>
          <a:lstStyle/>
          <a:p>
            <a:pPr indent="-302279" lvl="0" marL="302279" rtl="0" algn="just">
              <a:lnSpc>
                <a:spcPct val="140000"/>
              </a:lnSpc>
              <a:spcBef>
                <a:spcPts val="0"/>
              </a:spcBef>
              <a:spcAft>
                <a:spcPts val="0"/>
              </a:spcAft>
              <a:buClr>
                <a:schemeClr val="dk1"/>
              </a:buClr>
              <a:buSzPts val="1000"/>
              <a:buChar char="●"/>
            </a:pPr>
            <a:r>
              <a:rPr lang="en-US" sz="2000"/>
              <a:t>After a user password and a user level are configured on R1, host A can use the configured username and password to remotely log in to R1.</a:t>
            </a:r>
            <a:endParaRPr sz="2000"/>
          </a:p>
        </p:txBody>
      </p:sp>
      <p:sp>
        <p:nvSpPr>
          <p:cNvPr id="538" name="Google Shape;538;p18"/>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AAA Configuration Examples</a:t>
            </a:r>
            <a:endParaRPr/>
          </a:p>
        </p:txBody>
      </p:sp>
      <p:sp>
        <p:nvSpPr>
          <p:cNvPr id="539" name="Google Shape;539;p18"/>
          <p:cNvSpPr/>
          <p:nvPr/>
        </p:nvSpPr>
        <p:spPr>
          <a:xfrm>
            <a:off x="3172619" y="3775121"/>
            <a:ext cx="5867577" cy="1938992"/>
          </a:xfrm>
          <a:prstGeom prst="rect">
            <a:avLst/>
          </a:prstGeom>
          <a:solidFill>
            <a:srgbClr val="F4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71428"/>
              </a:lnSpc>
              <a:spcBef>
                <a:spcPts val="0"/>
              </a:spcBef>
              <a:spcAft>
                <a:spcPts val="0"/>
              </a:spcAft>
              <a:buNone/>
            </a:pPr>
            <a:r>
              <a:rPr lang="en-US" sz="1400">
                <a:solidFill>
                  <a:srgbClr val="000000"/>
                </a:solidFill>
                <a:latin typeface="Arial"/>
                <a:ea typeface="Arial"/>
                <a:cs typeface="Arial"/>
                <a:sym typeface="Arial"/>
              </a:rPr>
              <a:t>[R1]aaa</a:t>
            </a:r>
            <a:endParaRPr sz="1400">
              <a:solidFill>
                <a:srgbClr val="000000"/>
              </a:solidFill>
              <a:latin typeface="Arial"/>
              <a:ea typeface="Arial"/>
              <a:cs typeface="Arial"/>
              <a:sym typeface="Arial"/>
            </a:endParaRPr>
          </a:p>
          <a:p>
            <a:pPr indent="0" lvl="0" marL="0" marR="0" rtl="0" algn="l">
              <a:lnSpc>
                <a:spcPct val="171428"/>
              </a:lnSpc>
              <a:spcBef>
                <a:spcPts val="0"/>
              </a:spcBef>
              <a:spcAft>
                <a:spcPts val="0"/>
              </a:spcAft>
              <a:buNone/>
            </a:pPr>
            <a:r>
              <a:rPr lang="en-US" sz="1400">
                <a:solidFill>
                  <a:srgbClr val="000000"/>
                </a:solidFill>
                <a:latin typeface="Arial"/>
                <a:ea typeface="Arial"/>
                <a:cs typeface="Arial"/>
                <a:sym typeface="Arial"/>
              </a:rPr>
              <a:t>[R1-aaa]local-user huawei password cipher </a:t>
            </a:r>
            <a:r>
              <a:rPr lang="en-US" sz="1400">
                <a:solidFill>
                  <a:srgbClr val="EC7061"/>
                </a:solidFill>
                <a:latin typeface="Arial"/>
                <a:ea typeface="Arial"/>
                <a:cs typeface="Arial"/>
                <a:sym typeface="Arial"/>
              </a:rPr>
              <a:t>huawei123</a:t>
            </a:r>
            <a:endParaRPr/>
          </a:p>
          <a:p>
            <a:pPr indent="0" lvl="0" marL="0" marR="0" rtl="0" algn="l">
              <a:lnSpc>
                <a:spcPct val="171428"/>
              </a:lnSpc>
              <a:spcBef>
                <a:spcPts val="0"/>
              </a:spcBef>
              <a:spcAft>
                <a:spcPts val="0"/>
              </a:spcAft>
              <a:buNone/>
            </a:pPr>
            <a:r>
              <a:rPr lang="en-US" sz="1400">
                <a:solidFill>
                  <a:srgbClr val="000000"/>
                </a:solidFill>
                <a:latin typeface="Arial"/>
                <a:ea typeface="Arial"/>
                <a:cs typeface="Arial"/>
                <a:sym typeface="Arial"/>
              </a:rPr>
              <a:t>[R1-aaa]local-user huawei service-type </a:t>
            </a:r>
            <a:r>
              <a:rPr lang="en-US" sz="1400">
                <a:solidFill>
                  <a:srgbClr val="EC7061"/>
                </a:solidFill>
                <a:latin typeface="Arial"/>
                <a:ea typeface="Arial"/>
                <a:cs typeface="Arial"/>
                <a:sym typeface="Arial"/>
              </a:rPr>
              <a:t>telnet </a:t>
            </a:r>
            <a:endParaRPr/>
          </a:p>
          <a:p>
            <a:pPr indent="0" lvl="0" marL="0" marR="0" rtl="0" algn="l">
              <a:lnSpc>
                <a:spcPct val="171428"/>
              </a:lnSpc>
              <a:spcBef>
                <a:spcPts val="0"/>
              </a:spcBef>
              <a:spcAft>
                <a:spcPts val="0"/>
              </a:spcAft>
              <a:buNone/>
            </a:pPr>
            <a:r>
              <a:rPr lang="en-US" sz="1400">
                <a:solidFill>
                  <a:srgbClr val="000000"/>
                </a:solidFill>
                <a:latin typeface="Arial"/>
                <a:ea typeface="Arial"/>
                <a:cs typeface="Arial"/>
                <a:sym typeface="Arial"/>
              </a:rPr>
              <a:t>[R1-aaa]local-user huawei privilege </a:t>
            </a:r>
            <a:r>
              <a:rPr lang="en-US" sz="1400">
                <a:solidFill>
                  <a:srgbClr val="EC7061"/>
                </a:solidFill>
                <a:latin typeface="Arial"/>
                <a:ea typeface="Arial"/>
                <a:cs typeface="Arial"/>
                <a:sym typeface="Arial"/>
              </a:rPr>
              <a:t>level 0</a:t>
            </a:r>
            <a:endParaRPr/>
          </a:p>
          <a:p>
            <a:pPr indent="0" lvl="0" marL="0" marR="0" rtl="0" algn="l">
              <a:lnSpc>
                <a:spcPct val="171428"/>
              </a:lnSpc>
              <a:spcBef>
                <a:spcPts val="0"/>
              </a:spcBef>
              <a:spcAft>
                <a:spcPts val="0"/>
              </a:spcAft>
              <a:buNone/>
            </a:pPr>
            <a:r>
              <a:rPr lang="en-US" sz="1400">
                <a:solidFill>
                  <a:srgbClr val="000000"/>
                </a:solidFill>
                <a:latin typeface="Arial"/>
                <a:ea typeface="Arial"/>
                <a:cs typeface="Arial"/>
                <a:sym typeface="Arial"/>
              </a:rPr>
              <a:t>[R1]user-interface vty 0 4</a:t>
            </a:r>
            <a:endParaRPr/>
          </a:p>
          <a:p>
            <a:pPr indent="0" lvl="0" marL="0" marR="0" rtl="0" algn="l">
              <a:lnSpc>
                <a:spcPct val="171428"/>
              </a:lnSpc>
              <a:spcBef>
                <a:spcPts val="0"/>
              </a:spcBef>
              <a:spcAft>
                <a:spcPts val="0"/>
              </a:spcAft>
              <a:buNone/>
            </a:pPr>
            <a:r>
              <a:rPr lang="en-US" sz="1400">
                <a:solidFill>
                  <a:srgbClr val="000000"/>
                </a:solidFill>
                <a:latin typeface="Arial"/>
                <a:ea typeface="Arial"/>
                <a:cs typeface="Arial"/>
                <a:sym typeface="Arial"/>
              </a:rPr>
              <a:t>[R1-ui-vty0-4]authentication-mode aaa</a:t>
            </a:r>
            <a:endParaRPr sz="1400">
              <a:solidFill>
                <a:srgbClr val="000000"/>
              </a:solidFill>
              <a:latin typeface="Arial"/>
              <a:ea typeface="Arial"/>
              <a:cs typeface="Arial"/>
              <a:sym typeface="Arial"/>
            </a:endParaRPr>
          </a:p>
        </p:txBody>
      </p:sp>
      <p:cxnSp>
        <p:nvCxnSpPr>
          <p:cNvPr id="540" name="Google Shape;540;p18"/>
          <p:cNvCxnSpPr/>
          <p:nvPr/>
        </p:nvCxnSpPr>
        <p:spPr>
          <a:xfrm>
            <a:off x="4544592" y="3013741"/>
            <a:ext cx="2951162" cy="0"/>
          </a:xfrm>
          <a:prstGeom prst="straightConnector1">
            <a:avLst/>
          </a:prstGeom>
          <a:noFill/>
          <a:ln cap="flat" cmpd="sng" w="28575">
            <a:solidFill>
              <a:schemeClr val="dk1"/>
            </a:solidFill>
            <a:prstDash val="solid"/>
            <a:round/>
            <a:headEnd len="med" w="med" type="none"/>
            <a:tailEnd len="med" w="med" type="none"/>
          </a:ln>
        </p:spPr>
      </p:cxnSp>
      <p:sp>
        <p:nvSpPr>
          <p:cNvPr id="541" name="Google Shape;541;p18"/>
          <p:cNvSpPr txBox="1"/>
          <p:nvPr/>
        </p:nvSpPr>
        <p:spPr>
          <a:xfrm>
            <a:off x="3942349" y="2421265"/>
            <a:ext cx="660758"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Host A</a:t>
            </a:r>
            <a:endParaRPr/>
          </a:p>
        </p:txBody>
      </p:sp>
      <p:sp>
        <p:nvSpPr>
          <p:cNvPr id="542" name="Google Shape;542;p18"/>
          <p:cNvSpPr txBox="1"/>
          <p:nvPr/>
        </p:nvSpPr>
        <p:spPr>
          <a:xfrm>
            <a:off x="7550576" y="2428314"/>
            <a:ext cx="466794"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R1</a:t>
            </a:r>
            <a:endParaRPr sz="1200">
              <a:solidFill>
                <a:schemeClr val="dk1"/>
              </a:solidFill>
              <a:latin typeface="Arial"/>
              <a:ea typeface="Arial"/>
              <a:cs typeface="Arial"/>
              <a:sym typeface="Arial"/>
            </a:endParaRPr>
          </a:p>
        </p:txBody>
      </p:sp>
      <p:sp>
        <p:nvSpPr>
          <p:cNvPr id="543" name="Google Shape;543;p18"/>
          <p:cNvSpPr txBox="1"/>
          <p:nvPr/>
        </p:nvSpPr>
        <p:spPr>
          <a:xfrm>
            <a:off x="6660460" y="2723229"/>
            <a:ext cx="805029"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GE 0/0/0</a:t>
            </a:r>
            <a:endParaRPr sz="1200">
              <a:solidFill>
                <a:schemeClr val="dk1"/>
              </a:solidFill>
              <a:latin typeface="Arial"/>
              <a:ea typeface="Arial"/>
              <a:cs typeface="Arial"/>
              <a:sym typeface="Arial"/>
            </a:endParaRPr>
          </a:p>
        </p:txBody>
      </p:sp>
      <p:sp>
        <p:nvSpPr>
          <p:cNvPr id="544" name="Google Shape;544;p18"/>
          <p:cNvSpPr txBox="1"/>
          <p:nvPr/>
        </p:nvSpPr>
        <p:spPr>
          <a:xfrm>
            <a:off x="6432719" y="3012155"/>
            <a:ext cx="955711"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10.1.1.1/24</a:t>
            </a:r>
            <a:endParaRPr sz="1200">
              <a:solidFill>
                <a:schemeClr val="dk1"/>
              </a:solidFill>
              <a:latin typeface="Arial"/>
              <a:ea typeface="Arial"/>
              <a:cs typeface="Arial"/>
              <a:sym typeface="Arial"/>
            </a:endParaRPr>
          </a:p>
        </p:txBody>
      </p:sp>
      <p:pic>
        <p:nvPicPr>
          <p:cNvPr descr="PC.png" id="545" name="Google Shape;545;p18"/>
          <p:cNvPicPr preferRelativeResize="0"/>
          <p:nvPr/>
        </p:nvPicPr>
        <p:blipFill rotWithShape="1">
          <a:blip r:embed="rId3">
            <a:alphaModFix/>
          </a:blip>
          <a:srcRect b="0" l="0" r="0" t="0"/>
          <a:stretch/>
        </p:blipFill>
        <p:spPr>
          <a:xfrm>
            <a:off x="4003197" y="2789408"/>
            <a:ext cx="539063" cy="414000"/>
          </a:xfrm>
          <a:prstGeom prst="rect">
            <a:avLst/>
          </a:prstGeom>
          <a:noFill/>
          <a:ln>
            <a:noFill/>
          </a:ln>
        </p:spPr>
      </p:pic>
      <p:pic>
        <p:nvPicPr>
          <p:cNvPr id="546" name="Google Shape;546;p18"/>
          <p:cNvPicPr preferRelativeResize="0"/>
          <p:nvPr/>
        </p:nvPicPr>
        <p:blipFill rotWithShape="1">
          <a:blip r:embed="rId4">
            <a:alphaModFix/>
          </a:blip>
          <a:srcRect b="0" l="0" r="0" t="0"/>
          <a:stretch/>
        </p:blipFill>
        <p:spPr>
          <a:xfrm>
            <a:off x="7495681" y="2760608"/>
            <a:ext cx="540000" cy="4428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19"/>
          <p:cNvSpPr txBox="1"/>
          <p:nvPr>
            <p:ph idx="1" type="body"/>
          </p:nvPr>
        </p:nvSpPr>
        <p:spPr>
          <a:xfrm>
            <a:off x="451877" y="1242453"/>
            <a:ext cx="11306175" cy="4680000"/>
          </a:xfrm>
          <a:prstGeom prst="rect">
            <a:avLst/>
          </a:prstGeom>
          <a:noFill/>
          <a:ln>
            <a:noFill/>
          </a:ln>
        </p:spPr>
        <p:txBody>
          <a:bodyPr anchorCtr="0" anchor="t" bIns="40050" lIns="80125" spcFirstLastPara="1" rIns="80125" wrap="square" tIns="40050">
            <a:noAutofit/>
          </a:bodyPr>
          <a:lstStyle/>
          <a:p>
            <a:pPr indent="-302279" lvl="0" marL="302279" rtl="0" algn="just">
              <a:lnSpc>
                <a:spcPct val="140000"/>
              </a:lnSpc>
              <a:spcBef>
                <a:spcPts val="0"/>
              </a:spcBef>
              <a:spcAft>
                <a:spcPts val="0"/>
              </a:spcAft>
              <a:buClr>
                <a:schemeClr val="dk1"/>
              </a:buClr>
              <a:buSzPts val="1000"/>
              <a:buChar char="●"/>
            </a:pPr>
            <a:r>
              <a:rPr lang="en-US" sz="2000">
                <a:latin typeface="Arial"/>
                <a:ea typeface="Arial"/>
                <a:cs typeface="Arial"/>
                <a:sym typeface="Arial"/>
              </a:rPr>
              <a:t>In AAA, each domain is associated with an authentication scheme, an authorization scheme, and an accounting scheme. In this example, the default domain is used.</a:t>
            </a:r>
            <a:endParaRPr sz="2000">
              <a:latin typeface="Arial"/>
              <a:ea typeface="Arial"/>
              <a:cs typeface="Arial"/>
              <a:sym typeface="Arial"/>
            </a:endParaRPr>
          </a:p>
          <a:p>
            <a:pPr indent="-238779" lvl="0" marL="302279" rtl="0" algn="just">
              <a:lnSpc>
                <a:spcPct val="140000"/>
              </a:lnSpc>
              <a:spcBef>
                <a:spcPts val="792"/>
              </a:spcBef>
              <a:spcAft>
                <a:spcPts val="0"/>
              </a:spcAft>
              <a:buClr>
                <a:schemeClr val="dk1"/>
              </a:buClr>
              <a:buSzPts val="1000"/>
              <a:buNone/>
            </a:pPr>
            <a:r>
              <a:t/>
            </a:r>
            <a:endParaRPr sz="2000">
              <a:latin typeface="Arial"/>
              <a:ea typeface="Arial"/>
              <a:cs typeface="Arial"/>
              <a:sym typeface="Arial"/>
            </a:endParaRPr>
          </a:p>
        </p:txBody>
      </p:sp>
      <p:sp>
        <p:nvSpPr>
          <p:cNvPr id="552" name="Google Shape;552;p19"/>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latin typeface="Arial"/>
                <a:ea typeface="Arial"/>
                <a:cs typeface="Arial"/>
                <a:sym typeface="Arial"/>
              </a:rPr>
              <a:t>Configuration Verification (1)</a:t>
            </a:r>
            <a:endParaRPr>
              <a:latin typeface="Arial"/>
              <a:ea typeface="Arial"/>
              <a:cs typeface="Arial"/>
              <a:sym typeface="Arial"/>
            </a:endParaRPr>
          </a:p>
        </p:txBody>
      </p:sp>
      <p:sp>
        <p:nvSpPr>
          <p:cNvPr id="553" name="Google Shape;553;p19"/>
          <p:cNvSpPr/>
          <p:nvPr/>
        </p:nvSpPr>
        <p:spPr>
          <a:xfrm>
            <a:off x="3379388" y="2511611"/>
            <a:ext cx="5029674" cy="3077766"/>
          </a:xfrm>
          <a:prstGeom prst="rect">
            <a:avLst/>
          </a:prstGeom>
          <a:solidFill>
            <a:srgbClr val="F4FBFE"/>
          </a:solidFill>
          <a:ln cap="flat" cmpd="sng" w="9525">
            <a:solidFill>
              <a:srgbClr val="99DFF9"/>
            </a:solidFill>
            <a:prstDash val="solid"/>
            <a:round/>
            <a:headEnd len="sm" w="sm" type="none"/>
            <a:tailEnd len="sm" w="sm" type="none"/>
          </a:ln>
        </p:spPr>
        <p:txBody>
          <a:bodyPr anchorCtr="0" anchor="ctr" bIns="0" lIns="91425" spcFirstLastPara="1" rIns="91425" wrap="square" tIns="0">
            <a:spAutoFit/>
          </a:bodyPr>
          <a:lstStyle/>
          <a:p>
            <a:pPr indent="0" lvl="0" marL="0" marR="0" rtl="0" algn="l">
              <a:lnSpc>
                <a:spcPct val="171428"/>
              </a:lnSpc>
              <a:spcBef>
                <a:spcPts val="0"/>
              </a:spcBef>
              <a:spcAft>
                <a:spcPts val="0"/>
              </a:spcAft>
              <a:buNone/>
            </a:pPr>
            <a:r>
              <a:rPr lang="en-US" sz="1400">
                <a:solidFill>
                  <a:schemeClr val="dk1"/>
                </a:solidFill>
                <a:latin typeface="Arial"/>
                <a:ea typeface="Arial"/>
                <a:cs typeface="Arial"/>
                <a:sym typeface="Arial"/>
              </a:rPr>
              <a:t>[R1]display domain name default_admin</a:t>
            </a:r>
            <a:endParaRPr sz="1400">
              <a:solidFill>
                <a:schemeClr val="dk1"/>
              </a:solidFill>
              <a:latin typeface="Arial"/>
              <a:ea typeface="Arial"/>
              <a:cs typeface="Arial"/>
              <a:sym typeface="Arial"/>
            </a:endParaRPr>
          </a:p>
          <a:p>
            <a:pPr indent="0" lvl="0" marL="0" marR="0" rtl="0" algn="l">
              <a:lnSpc>
                <a:spcPct val="171428"/>
              </a:lnSpc>
              <a:spcBef>
                <a:spcPts val="0"/>
              </a:spcBef>
              <a:spcAft>
                <a:spcPts val="0"/>
              </a:spcAft>
              <a:buNone/>
            </a:pPr>
            <a:r>
              <a:rPr lang="en-US" sz="1400">
                <a:solidFill>
                  <a:schemeClr val="dk1"/>
                </a:solidFill>
                <a:latin typeface="Arial"/>
                <a:ea typeface="Arial"/>
                <a:cs typeface="Arial"/>
                <a:sym typeface="Arial"/>
              </a:rPr>
              <a:t>  Domain-name: 		</a:t>
            </a:r>
            <a:r>
              <a:rPr lang="en-US" sz="1400">
                <a:solidFill>
                  <a:srgbClr val="EC7061"/>
                </a:solidFill>
                <a:latin typeface="Arial"/>
                <a:ea typeface="Arial"/>
                <a:cs typeface="Arial"/>
                <a:sym typeface="Arial"/>
              </a:rPr>
              <a:t>default_admin</a:t>
            </a:r>
            <a:r>
              <a:rPr lang="en-US" sz="1400">
                <a:solidFill>
                  <a:schemeClr val="dk1"/>
                </a:solidFill>
                <a:latin typeface="Arial"/>
                <a:ea typeface="Arial"/>
                <a:cs typeface="Arial"/>
                <a:sym typeface="Arial"/>
              </a:rPr>
              <a:t>                   </a:t>
            </a:r>
            <a:endParaRPr sz="1400">
              <a:solidFill>
                <a:schemeClr val="dk1"/>
              </a:solidFill>
              <a:latin typeface="Arial"/>
              <a:ea typeface="Arial"/>
              <a:cs typeface="Arial"/>
              <a:sym typeface="Arial"/>
            </a:endParaRPr>
          </a:p>
          <a:p>
            <a:pPr indent="0" lvl="0" marL="0" marR="0" rtl="0" algn="l">
              <a:lnSpc>
                <a:spcPct val="171428"/>
              </a:lnSpc>
              <a:spcBef>
                <a:spcPts val="0"/>
              </a:spcBef>
              <a:spcAft>
                <a:spcPts val="0"/>
              </a:spcAft>
              <a:buNone/>
            </a:pPr>
            <a:r>
              <a:rPr lang="en-US" sz="1400">
                <a:solidFill>
                  <a:schemeClr val="dk1"/>
                </a:solidFill>
                <a:latin typeface="Arial"/>
                <a:ea typeface="Arial"/>
                <a:cs typeface="Arial"/>
                <a:sym typeface="Arial"/>
              </a:rPr>
              <a:t>  Domain-state: 		</a:t>
            </a:r>
            <a:r>
              <a:rPr lang="en-US" sz="1400">
                <a:solidFill>
                  <a:srgbClr val="EC7061"/>
                </a:solidFill>
                <a:latin typeface="Arial"/>
                <a:ea typeface="Arial"/>
                <a:cs typeface="Arial"/>
                <a:sym typeface="Arial"/>
              </a:rPr>
              <a:t>Active</a:t>
            </a:r>
            <a:endParaRPr sz="1400">
              <a:solidFill>
                <a:srgbClr val="EC7061"/>
              </a:solidFill>
              <a:latin typeface="Arial"/>
              <a:ea typeface="Arial"/>
              <a:cs typeface="Arial"/>
              <a:sym typeface="Arial"/>
            </a:endParaRPr>
          </a:p>
          <a:p>
            <a:pPr indent="0" lvl="0" marL="0" marR="0" rtl="0" algn="l">
              <a:lnSpc>
                <a:spcPct val="171428"/>
              </a:lnSpc>
              <a:spcBef>
                <a:spcPts val="0"/>
              </a:spcBef>
              <a:spcAft>
                <a:spcPts val="0"/>
              </a:spcAft>
              <a:buNone/>
            </a:pPr>
            <a:r>
              <a:rPr lang="en-US" sz="1400">
                <a:solidFill>
                  <a:schemeClr val="dk1"/>
                </a:solidFill>
                <a:latin typeface="Arial"/>
                <a:ea typeface="Arial"/>
                <a:cs typeface="Arial"/>
                <a:sym typeface="Arial"/>
              </a:rPr>
              <a:t>  Authentication-scheme-name: 	default</a:t>
            </a:r>
            <a:endParaRPr sz="1400">
              <a:solidFill>
                <a:schemeClr val="dk1"/>
              </a:solidFill>
              <a:latin typeface="Arial"/>
              <a:ea typeface="Arial"/>
              <a:cs typeface="Arial"/>
              <a:sym typeface="Arial"/>
            </a:endParaRPr>
          </a:p>
          <a:p>
            <a:pPr indent="0" lvl="0" marL="0" marR="0" rtl="0" algn="l">
              <a:lnSpc>
                <a:spcPct val="171428"/>
              </a:lnSpc>
              <a:spcBef>
                <a:spcPts val="0"/>
              </a:spcBef>
              <a:spcAft>
                <a:spcPts val="0"/>
              </a:spcAft>
              <a:buNone/>
            </a:pPr>
            <a:r>
              <a:rPr lang="en-US" sz="1400">
                <a:solidFill>
                  <a:schemeClr val="dk1"/>
                </a:solidFill>
                <a:latin typeface="Arial"/>
                <a:ea typeface="Arial"/>
                <a:cs typeface="Arial"/>
                <a:sym typeface="Arial"/>
              </a:rPr>
              <a:t>  Accounting-scheme-name: 	default</a:t>
            </a:r>
            <a:endParaRPr sz="1400">
              <a:solidFill>
                <a:schemeClr val="dk1"/>
              </a:solidFill>
              <a:latin typeface="Arial"/>
              <a:ea typeface="Arial"/>
              <a:cs typeface="Arial"/>
              <a:sym typeface="Arial"/>
            </a:endParaRPr>
          </a:p>
          <a:p>
            <a:pPr indent="0" lvl="0" marL="0" marR="0" rtl="0" algn="l">
              <a:lnSpc>
                <a:spcPct val="171428"/>
              </a:lnSpc>
              <a:spcBef>
                <a:spcPts val="0"/>
              </a:spcBef>
              <a:spcAft>
                <a:spcPts val="0"/>
              </a:spcAft>
              <a:buNone/>
            </a:pPr>
            <a:r>
              <a:rPr lang="en-US" sz="1400">
                <a:solidFill>
                  <a:schemeClr val="dk1"/>
                </a:solidFill>
                <a:latin typeface="Arial"/>
                <a:ea typeface="Arial"/>
                <a:cs typeface="Arial"/>
                <a:sym typeface="Arial"/>
              </a:rPr>
              <a:t>  Authorization-scheme-name: 	-</a:t>
            </a:r>
            <a:endParaRPr sz="1400">
              <a:solidFill>
                <a:schemeClr val="dk1"/>
              </a:solidFill>
              <a:latin typeface="Arial"/>
              <a:ea typeface="Arial"/>
              <a:cs typeface="Arial"/>
              <a:sym typeface="Arial"/>
            </a:endParaRPr>
          </a:p>
          <a:p>
            <a:pPr indent="0" lvl="0" marL="0" marR="0" rtl="0" algn="l">
              <a:lnSpc>
                <a:spcPct val="171428"/>
              </a:lnSpc>
              <a:spcBef>
                <a:spcPts val="0"/>
              </a:spcBef>
              <a:spcAft>
                <a:spcPts val="0"/>
              </a:spcAft>
              <a:buNone/>
            </a:pPr>
            <a:r>
              <a:rPr lang="en-US" sz="1400">
                <a:solidFill>
                  <a:schemeClr val="dk1"/>
                </a:solidFill>
                <a:latin typeface="Arial"/>
                <a:ea typeface="Arial"/>
                <a:cs typeface="Arial"/>
                <a:sym typeface="Arial"/>
              </a:rPr>
              <a:t>  Service-scheme-name: 	-</a:t>
            </a:r>
            <a:endParaRPr sz="1400">
              <a:solidFill>
                <a:schemeClr val="dk1"/>
              </a:solidFill>
              <a:latin typeface="Arial"/>
              <a:ea typeface="Arial"/>
              <a:cs typeface="Arial"/>
              <a:sym typeface="Arial"/>
            </a:endParaRPr>
          </a:p>
          <a:p>
            <a:pPr indent="0" lvl="0" marL="0" marR="0" rtl="0" algn="l">
              <a:lnSpc>
                <a:spcPct val="171428"/>
              </a:lnSpc>
              <a:spcBef>
                <a:spcPts val="0"/>
              </a:spcBef>
              <a:spcAft>
                <a:spcPts val="0"/>
              </a:spcAft>
              <a:buNone/>
            </a:pPr>
            <a:r>
              <a:rPr lang="en-US" sz="1400">
                <a:solidFill>
                  <a:schemeClr val="dk1"/>
                </a:solidFill>
                <a:latin typeface="Arial"/>
                <a:ea typeface="Arial"/>
                <a:cs typeface="Arial"/>
                <a:sym typeface="Arial"/>
              </a:rPr>
              <a:t>  RADIUS-server-template: 	-</a:t>
            </a:r>
            <a:endParaRPr sz="1400">
              <a:solidFill>
                <a:schemeClr val="dk1"/>
              </a:solidFill>
              <a:latin typeface="Arial"/>
              <a:ea typeface="Arial"/>
              <a:cs typeface="Arial"/>
              <a:sym typeface="Arial"/>
            </a:endParaRPr>
          </a:p>
          <a:p>
            <a:pPr indent="0" lvl="0" marL="0" marR="0" rtl="0" algn="l">
              <a:lnSpc>
                <a:spcPct val="171428"/>
              </a:lnSpc>
              <a:spcBef>
                <a:spcPts val="0"/>
              </a:spcBef>
              <a:spcAft>
                <a:spcPts val="0"/>
              </a:spcAft>
              <a:buNone/>
            </a:pPr>
            <a:r>
              <a:rPr lang="en-US" sz="1400">
                <a:solidFill>
                  <a:schemeClr val="dk1"/>
                </a:solidFill>
                <a:latin typeface="Arial"/>
                <a:ea typeface="Arial"/>
                <a:cs typeface="Arial"/>
                <a:sym typeface="Arial"/>
              </a:rPr>
              <a:t>  HWTACACS-server-template: 	-</a:t>
            </a:r>
            <a:endParaRPr sz="1400">
              <a:solidFill>
                <a:schemeClr val="dk1"/>
              </a:solidFill>
              <a:latin typeface="Arial"/>
              <a:ea typeface="Arial"/>
              <a:cs typeface="Arial"/>
              <a:sym typeface="Arial"/>
            </a:endParaRPr>
          </a:p>
          <a:p>
            <a:pPr indent="0" lvl="0" marL="0" marR="0" rtl="0" algn="l">
              <a:lnSpc>
                <a:spcPct val="171428"/>
              </a:lnSpc>
              <a:spcBef>
                <a:spcPts val="0"/>
              </a:spcBef>
              <a:spcAft>
                <a:spcPts val="0"/>
              </a:spcAft>
              <a:buNone/>
            </a:pPr>
            <a:r>
              <a:rPr lang="en-US" sz="1400">
                <a:solidFill>
                  <a:schemeClr val="dk1"/>
                </a:solidFill>
                <a:latin typeface="Arial"/>
                <a:ea typeface="Arial"/>
                <a:cs typeface="Arial"/>
                <a:sym typeface="Arial"/>
              </a:rPr>
              <a:t>  User-group: 		-</a:t>
            </a:r>
            <a:endParaRPr sz="1400">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20"/>
          <p:cNvSpPr txBox="1"/>
          <p:nvPr>
            <p:ph idx="1" type="body"/>
          </p:nvPr>
        </p:nvSpPr>
        <p:spPr>
          <a:xfrm>
            <a:off x="451877" y="1242453"/>
            <a:ext cx="11306175" cy="4680000"/>
          </a:xfrm>
          <a:prstGeom prst="rect">
            <a:avLst/>
          </a:prstGeom>
          <a:noFill/>
          <a:ln>
            <a:noFill/>
          </a:ln>
        </p:spPr>
        <p:txBody>
          <a:bodyPr anchorCtr="0" anchor="t" bIns="40050" lIns="80125" spcFirstLastPara="1" rIns="80125" wrap="square" tIns="40050">
            <a:noAutofit/>
          </a:bodyPr>
          <a:lstStyle/>
          <a:p>
            <a:pPr indent="-302279" lvl="0" marL="302279" rtl="0" algn="just">
              <a:lnSpc>
                <a:spcPct val="140000"/>
              </a:lnSpc>
              <a:spcBef>
                <a:spcPts val="0"/>
              </a:spcBef>
              <a:spcAft>
                <a:spcPts val="0"/>
              </a:spcAft>
              <a:buClr>
                <a:schemeClr val="dk1"/>
              </a:buClr>
              <a:buSzPts val="1000"/>
              <a:buChar char="●"/>
            </a:pPr>
            <a:r>
              <a:rPr lang="en-US" sz="2000">
                <a:latin typeface="Arial"/>
                <a:ea typeface="Arial"/>
                <a:cs typeface="Arial"/>
                <a:sym typeface="Arial"/>
              </a:rPr>
              <a:t>After the user properly logs in and logs out, you can view the user record.</a:t>
            </a:r>
            <a:endParaRPr sz="2000">
              <a:latin typeface="Arial"/>
              <a:ea typeface="Arial"/>
              <a:cs typeface="Arial"/>
              <a:sym typeface="Arial"/>
            </a:endParaRPr>
          </a:p>
        </p:txBody>
      </p:sp>
      <p:sp>
        <p:nvSpPr>
          <p:cNvPr id="559" name="Google Shape;559;p20"/>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latin typeface="Arial"/>
                <a:ea typeface="Arial"/>
                <a:cs typeface="Arial"/>
                <a:sym typeface="Arial"/>
              </a:rPr>
              <a:t>Configuration Verification (2)</a:t>
            </a:r>
            <a:endParaRPr>
              <a:latin typeface="Arial"/>
              <a:ea typeface="Arial"/>
              <a:cs typeface="Arial"/>
              <a:sym typeface="Arial"/>
            </a:endParaRPr>
          </a:p>
        </p:txBody>
      </p:sp>
      <p:sp>
        <p:nvSpPr>
          <p:cNvPr id="560" name="Google Shape;560;p20"/>
          <p:cNvSpPr/>
          <p:nvPr/>
        </p:nvSpPr>
        <p:spPr>
          <a:xfrm>
            <a:off x="3379388" y="2511611"/>
            <a:ext cx="5016703" cy="3385542"/>
          </a:xfrm>
          <a:prstGeom prst="rect">
            <a:avLst/>
          </a:prstGeom>
          <a:solidFill>
            <a:srgbClr val="F4FBFE"/>
          </a:solidFill>
          <a:ln cap="flat" cmpd="sng" w="9525">
            <a:solidFill>
              <a:srgbClr val="99DFF9"/>
            </a:solidFill>
            <a:prstDash val="solid"/>
            <a:round/>
            <a:headEnd len="sm" w="sm" type="none"/>
            <a:tailEnd len="sm" w="sm" type="none"/>
          </a:ln>
        </p:spPr>
        <p:txBody>
          <a:bodyPr anchorCtr="0" anchor="ctr" bIns="0" lIns="91425" spcFirstLastPara="1" rIns="91425" wrap="square" tIns="0">
            <a:spAutoFit/>
          </a:bodyPr>
          <a:lstStyle/>
          <a:p>
            <a:pPr indent="0" lvl="0" marL="0" marR="0" rtl="0" algn="l">
              <a:lnSpc>
                <a:spcPct val="171428"/>
              </a:lnSpc>
              <a:spcBef>
                <a:spcPts val="0"/>
              </a:spcBef>
              <a:spcAft>
                <a:spcPts val="0"/>
              </a:spcAft>
              <a:buNone/>
            </a:pPr>
            <a:r>
              <a:rPr lang="en-US" sz="1400">
                <a:solidFill>
                  <a:schemeClr val="dk1"/>
                </a:solidFill>
                <a:latin typeface="Arial"/>
                <a:ea typeface="Arial"/>
                <a:cs typeface="Arial"/>
                <a:sym typeface="Arial"/>
              </a:rPr>
              <a:t>[R1]display aaa offline-record all</a:t>
            </a:r>
            <a:endParaRPr/>
          </a:p>
          <a:p>
            <a:pPr indent="0" lvl="0" marL="0" marR="0" rtl="0" algn="l">
              <a:lnSpc>
                <a:spcPct val="171428"/>
              </a:lnSpc>
              <a:spcBef>
                <a:spcPts val="0"/>
              </a:spcBef>
              <a:spcAft>
                <a:spcPts val="0"/>
              </a:spcAft>
              <a:buNone/>
            </a:pPr>
            <a:r>
              <a:rPr lang="en-US" sz="1400">
                <a:solidFill>
                  <a:schemeClr val="dk1"/>
                </a:solidFill>
                <a:latin typeface="Arial"/>
                <a:ea typeface="Arial"/>
                <a:cs typeface="Arial"/>
                <a:sym typeface="Arial"/>
              </a:rPr>
              <a:t>  -------------------------------------------------------------------</a:t>
            </a:r>
            <a:endParaRPr/>
          </a:p>
          <a:p>
            <a:pPr indent="0" lvl="0" marL="0" marR="0" rtl="0" algn="l">
              <a:lnSpc>
                <a:spcPct val="171428"/>
              </a:lnSpc>
              <a:spcBef>
                <a:spcPts val="0"/>
              </a:spcBef>
              <a:spcAft>
                <a:spcPts val="0"/>
              </a:spcAft>
              <a:buNone/>
            </a:pPr>
            <a:r>
              <a:rPr lang="en-US" sz="1400">
                <a:solidFill>
                  <a:schemeClr val="dk1"/>
                </a:solidFill>
                <a:latin typeface="Arial"/>
                <a:ea typeface="Arial"/>
                <a:cs typeface="Arial"/>
                <a:sym typeface="Arial"/>
              </a:rPr>
              <a:t>  User name: 	</a:t>
            </a:r>
            <a:r>
              <a:rPr lang="en-US" sz="1400">
                <a:solidFill>
                  <a:srgbClr val="EC7061"/>
                </a:solidFill>
                <a:latin typeface="Arial"/>
                <a:ea typeface="Arial"/>
                <a:cs typeface="Arial"/>
                <a:sym typeface="Arial"/>
              </a:rPr>
              <a:t>huawei</a:t>
            </a:r>
            <a:endParaRPr sz="1400">
              <a:solidFill>
                <a:srgbClr val="EC7061"/>
              </a:solidFill>
              <a:latin typeface="Arial"/>
              <a:ea typeface="Arial"/>
              <a:cs typeface="Arial"/>
              <a:sym typeface="Arial"/>
            </a:endParaRPr>
          </a:p>
          <a:p>
            <a:pPr indent="0" lvl="0" marL="0" marR="0" rtl="0" algn="l">
              <a:lnSpc>
                <a:spcPct val="171428"/>
              </a:lnSpc>
              <a:spcBef>
                <a:spcPts val="0"/>
              </a:spcBef>
              <a:spcAft>
                <a:spcPts val="0"/>
              </a:spcAft>
              <a:buNone/>
            </a:pPr>
            <a:r>
              <a:rPr lang="en-US" sz="1400">
                <a:solidFill>
                  <a:schemeClr val="dk1"/>
                </a:solidFill>
                <a:latin typeface="Arial"/>
                <a:ea typeface="Arial"/>
                <a:cs typeface="Arial"/>
                <a:sym typeface="Arial"/>
              </a:rPr>
              <a:t>  Domain name: 	</a:t>
            </a:r>
            <a:r>
              <a:rPr lang="en-US" sz="1400">
                <a:solidFill>
                  <a:srgbClr val="EC7061"/>
                </a:solidFill>
                <a:latin typeface="Arial"/>
                <a:ea typeface="Arial"/>
                <a:cs typeface="Arial"/>
                <a:sym typeface="Arial"/>
              </a:rPr>
              <a:t>default_admin</a:t>
            </a:r>
            <a:endParaRPr sz="1400">
              <a:solidFill>
                <a:srgbClr val="EC7061"/>
              </a:solidFill>
              <a:latin typeface="Arial"/>
              <a:ea typeface="Arial"/>
              <a:cs typeface="Arial"/>
              <a:sym typeface="Arial"/>
            </a:endParaRPr>
          </a:p>
          <a:p>
            <a:pPr indent="0" lvl="0" marL="0" marR="0" rtl="0" algn="l">
              <a:lnSpc>
                <a:spcPct val="171428"/>
              </a:lnSpc>
              <a:spcBef>
                <a:spcPts val="0"/>
              </a:spcBef>
              <a:spcAft>
                <a:spcPts val="0"/>
              </a:spcAft>
              <a:buNone/>
            </a:pPr>
            <a:r>
              <a:rPr lang="en-US" sz="1400">
                <a:solidFill>
                  <a:schemeClr val="dk1"/>
                </a:solidFill>
                <a:latin typeface="Arial"/>
                <a:ea typeface="Arial"/>
                <a:cs typeface="Arial"/>
                <a:sym typeface="Arial"/>
              </a:rPr>
              <a:t>  User MAC: 	</a:t>
            </a:r>
            <a:r>
              <a:rPr lang="en-US" sz="1400">
                <a:solidFill>
                  <a:srgbClr val="EC7061"/>
                </a:solidFill>
                <a:latin typeface="Arial"/>
                <a:ea typeface="Arial"/>
                <a:cs typeface="Arial"/>
                <a:sym typeface="Arial"/>
              </a:rPr>
              <a:t>00e0-fc12-3456</a:t>
            </a:r>
            <a:endParaRPr sz="1400">
              <a:solidFill>
                <a:srgbClr val="EC7061"/>
              </a:solidFill>
              <a:latin typeface="Arial"/>
              <a:ea typeface="Arial"/>
              <a:cs typeface="Arial"/>
              <a:sym typeface="Arial"/>
            </a:endParaRPr>
          </a:p>
          <a:p>
            <a:pPr indent="0" lvl="0" marL="0" marR="0" rtl="0" algn="l">
              <a:lnSpc>
                <a:spcPct val="171428"/>
              </a:lnSpc>
              <a:spcBef>
                <a:spcPts val="0"/>
              </a:spcBef>
              <a:spcAft>
                <a:spcPts val="0"/>
              </a:spcAft>
              <a:buNone/>
            </a:pPr>
            <a:r>
              <a:rPr lang="en-US" sz="1400">
                <a:solidFill>
                  <a:schemeClr val="dk1"/>
                </a:solidFill>
                <a:latin typeface="Arial"/>
                <a:ea typeface="Arial"/>
                <a:cs typeface="Arial"/>
                <a:sym typeface="Arial"/>
              </a:rPr>
              <a:t>  User access type: 	telnet</a:t>
            </a:r>
            <a:endParaRPr sz="1400">
              <a:solidFill>
                <a:schemeClr val="dk1"/>
              </a:solidFill>
              <a:latin typeface="Arial"/>
              <a:ea typeface="Arial"/>
              <a:cs typeface="Arial"/>
              <a:sym typeface="Arial"/>
            </a:endParaRPr>
          </a:p>
          <a:p>
            <a:pPr indent="0" lvl="0" marL="0" marR="0" rtl="0" algn="l">
              <a:lnSpc>
                <a:spcPct val="171428"/>
              </a:lnSpc>
              <a:spcBef>
                <a:spcPts val="0"/>
              </a:spcBef>
              <a:spcAft>
                <a:spcPts val="0"/>
              </a:spcAft>
              <a:buNone/>
            </a:pPr>
            <a:r>
              <a:rPr lang="en-US" sz="1400">
                <a:solidFill>
                  <a:schemeClr val="dk1"/>
                </a:solidFill>
                <a:latin typeface="Arial"/>
                <a:ea typeface="Arial"/>
                <a:cs typeface="Arial"/>
                <a:sym typeface="Arial"/>
              </a:rPr>
              <a:t>  User IP address: 	10.1.1.2</a:t>
            </a:r>
            <a:endParaRPr sz="1400">
              <a:solidFill>
                <a:schemeClr val="dk1"/>
              </a:solidFill>
              <a:latin typeface="Arial"/>
              <a:ea typeface="Arial"/>
              <a:cs typeface="Arial"/>
              <a:sym typeface="Arial"/>
            </a:endParaRPr>
          </a:p>
          <a:p>
            <a:pPr indent="0" lvl="0" marL="0" marR="0" rtl="0" algn="l">
              <a:lnSpc>
                <a:spcPct val="171428"/>
              </a:lnSpc>
              <a:spcBef>
                <a:spcPts val="0"/>
              </a:spcBef>
              <a:spcAft>
                <a:spcPts val="0"/>
              </a:spcAft>
              <a:buNone/>
            </a:pPr>
            <a:r>
              <a:rPr lang="en-US" sz="1400">
                <a:solidFill>
                  <a:schemeClr val="dk1"/>
                </a:solidFill>
                <a:latin typeface="Arial"/>
                <a:ea typeface="Arial"/>
                <a:cs typeface="Arial"/>
                <a:sym typeface="Arial"/>
              </a:rPr>
              <a:t>  User ID: 		1</a:t>
            </a:r>
            <a:endParaRPr sz="1400">
              <a:solidFill>
                <a:schemeClr val="dk1"/>
              </a:solidFill>
              <a:latin typeface="Arial"/>
              <a:ea typeface="Arial"/>
              <a:cs typeface="Arial"/>
              <a:sym typeface="Arial"/>
            </a:endParaRPr>
          </a:p>
          <a:p>
            <a:pPr indent="0" lvl="0" marL="0" marR="0" rtl="0" algn="l">
              <a:lnSpc>
                <a:spcPct val="171428"/>
              </a:lnSpc>
              <a:spcBef>
                <a:spcPts val="0"/>
              </a:spcBef>
              <a:spcAft>
                <a:spcPts val="0"/>
              </a:spcAft>
              <a:buNone/>
            </a:pPr>
            <a:r>
              <a:rPr lang="en-US" sz="1400">
                <a:solidFill>
                  <a:schemeClr val="dk1"/>
                </a:solidFill>
                <a:latin typeface="Arial"/>
                <a:ea typeface="Arial"/>
                <a:cs typeface="Arial"/>
                <a:sym typeface="Arial"/>
              </a:rPr>
              <a:t>  User login time: 	2019/12/28 17:59:10</a:t>
            </a:r>
            <a:endParaRPr/>
          </a:p>
          <a:p>
            <a:pPr indent="0" lvl="0" marL="0" marR="0" rtl="0" algn="l">
              <a:lnSpc>
                <a:spcPct val="171428"/>
              </a:lnSpc>
              <a:spcBef>
                <a:spcPts val="0"/>
              </a:spcBef>
              <a:spcAft>
                <a:spcPts val="0"/>
              </a:spcAft>
              <a:buNone/>
            </a:pPr>
            <a:r>
              <a:rPr lang="en-US" sz="1400">
                <a:solidFill>
                  <a:schemeClr val="dk1"/>
                </a:solidFill>
                <a:latin typeface="Arial"/>
                <a:ea typeface="Arial"/>
                <a:cs typeface="Arial"/>
                <a:sym typeface="Arial"/>
              </a:rPr>
              <a:t>  User offline time: 	2019/12/28 18:00:04</a:t>
            </a:r>
            <a:endParaRPr/>
          </a:p>
          <a:p>
            <a:pPr indent="0" lvl="0" marL="0" marR="0" rtl="0" algn="l">
              <a:lnSpc>
                <a:spcPct val="171428"/>
              </a:lnSpc>
              <a:spcBef>
                <a:spcPts val="0"/>
              </a:spcBef>
              <a:spcAft>
                <a:spcPts val="0"/>
              </a:spcAft>
              <a:buNone/>
            </a:pPr>
            <a:r>
              <a:rPr lang="en-US" sz="1400">
                <a:solidFill>
                  <a:schemeClr val="dk1"/>
                </a:solidFill>
                <a:latin typeface="Arial"/>
                <a:ea typeface="Arial"/>
                <a:cs typeface="Arial"/>
                <a:sym typeface="Arial"/>
              </a:rPr>
              <a:t>  User offline reason: 	user request to offline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21"/>
          <p:cNvSpPr txBox="1"/>
          <p:nvPr>
            <p:ph idx="1" type="body"/>
          </p:nvPr>
        </p:nvSpPr>
        <p:spPr>
          <a:xfrm>
            <a:off x="451878" y="1242452"/>
            <a:ext cx="11306175" cy="4680000"/>
          </a:xfrm>
          <a:prstGeom prst="rect">
            <a:avLst/>
          </a:prstGeom>
          <a:noFill/>
          <a:ln>
            <a:noFill/>
          </a:ln>
        </p:spPr>
        <p:txBody>
          <a:bodyPr anchorCtr="0" anchor="t" bIns="40050" lIns="80125" spcFirstLastPara="1" rIns="80125" wrap="square" tIns="40050">
            <a:noAutofit/>
          </a:bodyPr>
          <a:lstStyle/>
          <a:p>
            <a:pPr indent="-457200" lvl="0" marL="457200" marR="0" rtl="0" algn="just">
              <a:lnSpc>
                <a:spcPct val="140000"/>
              </a:lnSpc>
              <a:spcBef>
                <a:spcPts val="0"/>
              </a:spcBef>
              <a:spcAft>
                <a:spcPts val="0"/>
              </a:spcAft>
              <a:buClr>
                <a:schemeClr val="dk1"/>
              </a:buClr>
              <a:buSzPts val="2000"/>
              <a:buFont typeface="Arial"/>
              <a:buAutoNum type="arabicPeriod"/>
            </a:pPr>
            <a:r>
              <a:rPr lang="en-US"/>
              <a:t>What authentication, authorization, and accounting modes are supported by AAA?</a:t>
            </a:r>
            <a:endParaRPr/>
          </a:p>
          <a:p>
            <a:pPr indent="-457200" lvl="0" marL="457200" marR="0" rtl="0" algn="just">
              <a:lnSpc>
                <a:spcPct val="140000"/>
              </a:lnSpc>
              <a:spcBef>
                <a:spcPts val="600"/>
              </a:spcBef>
              <a:spcAft>
                <a:spcPts val="0"/>
              </a:spcAft>
              <a:buClr>
                <a:schemeClr val="dk1"/>
              </a:buClr>
              <a:buSzPts val="2000"/>
              <a:buFont typeface="Arial"/>
              <a:buAutoNum type="arabicPeriod"/>
            </a:pPr>
            <a:r>
              <a:rPr lang="en-US"/>
              <a:t>When a new common user is configured with local authentication but is not associated with a user-defined domain, which domain does the user belong to?</a:t>
            </a:r>
            <a:endParaRPr/>
          </a:p>
          <a:p>
            <a:pPr indent="-330200" lvl="0" marL="457200" marR="0" rtl="0" algn="just">
              <a:lnSpc>
                <a:spcPct val="140000"/>
              </a:lnSpc>
              <a:spcBef>
                <a:spcPts val="600"/>
              </a:spcBef>
              <a:spcAft>
                <a:spcPts val="0"/>
              </a:spcAft>
              <a:buClr>
                <a:schemeClr val="dk1"/>
              </a:buClr>
              <a:buSzPts val="2000"/>
              <a:buFont typeface="Arial"/>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22"/>
          <p:cNvSpPr txBox="1"/>
          <p:nvPr>
            <p:ph idx="1" type="body"/>
          </p:nvPr>
        </p:nvSpPr>
        <p:spPr>
          <a:xfrm>
            <a:off x="451879" y="1241721"/>
            <a:ext cx="11306174" cy="4680000"/>
          </a:xfrm>
          <a:prstGeom prst="rect">
            <a:avLst/>
          </a:prstGeom>
          <a:noFill/>
          <a:ln>
            <a:noFill/>
          </a:ln>
        </p:spPr>
        <p:txBody>
          <a:bodyPr anchorCtr="0" anchor="t" bIns="40050" lIns="80125" spcFirstLastPara="1" rIns="80125" wrap="square" tIns="40050">
            <a:noAutofit/>
          </a:bodyPr>
          <a:lstStyle/>
          <a:p>
            <a:pPr indent="-302279" lvl="0" marL="302279" rtl="0" algn="just">
              <a:lnSpc>
                <a:spcPct val="140000"/>
              </a:lnSpc>
              <a:spcBef>
                <a:spcPts val="0"/>
              </a:spcBef>
              <a:spcAft>
                <a:spcPts val="0"/>
              </a:spcAft>
              <a:buClr>
                <a:schemeClr val="dk1"/>
              </a:buClr>
              <a:buSzPts val="1000"/>
              <a:buChar char="●"/>
            </a:pPr>
            <a:r>
              <a:rPr lang="en-US" sz="2000"/>
              <a:t>AAA improves enterprise network security and prevents unauthorized users from logging in to enterprise networks by authenticating the identities of enterprise employees and external users, authorizing accessible resources, and monitoring Internet access behavior.</a:t>
            </a:r>
            <a:endParaRPr sz="2000"/>
          </a:p>
          <a:p>
            <a:pPr indent="-251899" lvl="1" marL="654938" rtl="0" algn="l">
              <a:lnSpc>
                <a:spcPct val="140000"/>
              </a:lnSpc>
              <a:spcBef>
                <a:spcPts val="720"/>
              </a:spcBef>
              <a:spcAft>
                <a:spcPts val="0"/>
              </a:spcAft>
              <a:buClr>
                <a:schemeClr val="dk1"/>
              </a:buClr>
              <a:buSzPts val="1800"/>
              <a:buChar char="▫"/>
            </a:pPr>
            <a:r>
              <a:rPr lang="en-US" sz="1800"/>
              <a:t>Authentication: determines which users can access the network.</a:t>
            </a:r>
            <a:endParaRPr/>
          </a:p>
          <a:p>
            <a:pPr indent="-251899" lvl="1" marL="654938" rtl="0" algn="l">
              <a:lnSpc>
                <a:spcPct val="140000"/>
              </a:lnSpc>
              <a:spcBef>
                <a:spcPts val="720"/>
              </a:spcBef>
              <a:spcAft>
                <a:spcPts val="0"/>
              </a:spcAft>
              <a:buClr>
                <a:schemeClr val="dk1"/>
              </a:buClr>
              <a:buSzPts val="1800"/>
              <a:buChar char="▫"/>
            </a:pPr>
            <a:r>
              <a:rPr lang="en-US" sz="1800"/>
              <a:t>Authorization: authorizes users to access specific services.</a:t>
            </a:r>
            <a:endParaRPr/>
          </a:p>
          <a:p>
            <a:pPr indent="-251899" lvl="1" marL="654938" rtl="0" algn="l">
              <a:lnSpc>
                <a:spcPct val="140000"/>
              </a:lnSpc>
              <a:spcBef>
                <a:spcPts val="720"/>
              </a:spcBef>
              <a:spcAft>
                <a:spcPts val="0"/>
              </a:spcAft>
              <a:buClr>
                <a:schemeClr val="dk1"/>
              </a:buClr>
              <a:buSzPts val="1800"/>
              <a:buChar char="▫"/>
            </a:pPr>
            <a:r>
              <a:rPr lang="en-US" sz="1800"/>
              <a:t>Accounting: records network resource utilization.</a:t>
            </a:r>
            <a:endParaRPr sz="1800"/>
          </a:p>
          <a:p>
            <a:pPr indent="-302279" lvl="0" marL="302279" rtl="0" algn="just">
              <a:lnSpc>
                <a:spcPct val="140000"/>
              </a:lnSpc>
              <a:spcBef>
                <a:spcPts val="792"/>
              </a:spcBef>
              <a:spcAft>
                <a:spcPts val="0"/>
              </a:spcAft>
              <a:buClr>
                <a:schemeClr val="dk1"/>
              </a:buClr>
              <a:buSzPts val="1000"/>
              <a:buChar char="●"/>
            </a:pPr>
            <a:r>
              <a:rPr lang="en-US" sz="2000"/>
              <a:t>AAA technology can be implemented either locally or through a remote server.</a:t>
            </a:r>
            <a:endParaRPr sz="2000"/>
          </a:p>
          <a:p>
            <a:pPr indent="-302279" lvl="0" marL="302279" rtl="0" algn="just">
              <a:lnSpc>
                <a:spcPct val="140000"/>
              </a:lnSpc>
              <a:spcBef>
                <a:spcPts val="792"/>
              </a:spcBef>
              <a:spcAft>
                <a:spcPts val="0"/>
              </a:spcAft>
              <a:buClr>
                <a:schemeClr val="dk1"/>
              </a:buClr>
              <a:buSzPts val="1000"/>
              <a:buChar char="●"/>
            </a:pPr>
            <a:r>
              <a:rPr lang="en-US" sz="2000"/>
              <a:t>Of the protocols that are used to implement AAA, RADIUS is the most commonly used.</a:t>
            </a:r>
            <a:endParaRPr/>
          </a:p>
          <a:p>
            <a:pPr indent="-238779" lvl="0" marL="302279" rtl="0" algn="just">
              <a:lnSpc>
                <a:spcPct val="140000"/>
              </a:lnSpc>
              <a:spcBef>
                <a:spcPts val="792"/>
              </a:spcBef>
              <a:spcAft>
                <a:spcPts val="0"/>
              </a:spcAft>
              <a:buClr>
                <a:schemeClr val="dk1"/>
              </a:buClr>
              <a:buSzPts val="1000"/>
              <a:buNone/>
            </a:pPr>
            <a:r>
              <a:t/>
            </a:r>
            <a:endParaRPr sz="2000"/>
          </a:p>
          <a:p>
            <a:pPr indent="-238779" lvl="0" marL="302279" rtl="0" algn="just">
              <a:lnSpc>
                <a:spcPct val="140000"/>
              </a:lnSpc>
              <a:spcBef>
                <a:spcPts val="792"/>
              </a:spcBef>
              <a:spcAft>
                <a:spcPts val="0"/>
              </a:spcAft>
              <a:buClr>
                <a:schemeClr val="dk1"/>
              </a:buClr>
              <a:buSzPts val="1000"/>
              <a:buNone/>
            </a:pPr>
            <a:r>
              <a:t/>
            </a:r>
            <a:endParaRPr sz="20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1_自定义设计方案">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2018-11-29T10:16:29Z</dcterms:created>
  <dc:creator>fanyan (A)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(3)OObhvLw/dplclyHRak59Lpr/sCtt85Cv36J+xlBLzq+eKThswFWh97yMa0XCAovZVQZpEmEq
nWmTp69nMZ2ck+mLqo9vMW9uh65r8lf+Ihk6w03q2p6LIc2bPO01iG1PChO93mIPGDseuysJ
fpF2t++Mq4lQ0X65teX6OqCvkJMJyYiG2+fB5BTDc9+ykh0BLIJXZJmCS/z31b7Ytx7sST/i
+/U7Eyda3CTeN/6ZpG</vt:lpwstr>
  </property>
  <property fmtid="{D5CDD505-2E9C-101B-9397-08002B2CF9AE}" pid="3" name="_2015_ms_pID_7253431">
    <vt:lpwstr>lyi6Yz4BT2v3gU6TLDLSvm8DNUmdGYo8pPuW+uIkgS4vAWMC5J4gXT
XKmGETR05JlLII8h5yB2sj5+3ATW538hkKgMt3Lg6m08jsPLzlzRWoDrxmut9wxWp5FEi8bQ
5Xzuj/lVFwTKpl+GTv3YVpY4sfwC9yAIkUVFhLRqJbgXiF+K5f5bOxHY90C5lqPshiQpD4hS
Fosug2vtcoCaBfTiADXr+Qxuul/0OFYQNYr8</vt:lpwstr>
  </property>
  <property fmtid="{D5CDD505-2E9C-101B-9397-08002B2CF9AE}" pid="4" name="_2015_ms_pID_7253432">
    <vt:lpwstr>Ow==</vt:lpwstr>
  </property>
  <property fmtid="{D5CDD505-2E9C-101B-9397-08002B2CF9AE}" pid="5" name="_readonly">
    <vt:lpwstr/>
  </property>
  <property fmtid="{D5CDD505-2E9C-101B-9397-08002B2CF9AE}" pid="6" name="_change">
    <vt:lpwstr/>
  </property>
  <property fmtid="{D5CDD505-2E9C-101B-9397-08002B2CF9AE}" pid="7" name="_full-control">
    <vt:lpwstr/>
  </property>
  <property fmtid="{D5CDD505-2E9C-101B-9397-08002B2CF9AE}" pid="8" name="sflag">
    <vt:lpwstr>1587890484</vt:lpwstr>
  </property>
</Properties>
</file>