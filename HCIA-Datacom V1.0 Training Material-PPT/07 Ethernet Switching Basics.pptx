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6858000" cx="12192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15:clr>
            <a:srgbClr val="A4A3A4"/>
          </p15:clr>
        </p15:guide>
        <p15:guide id="2" pos="2141">
          <p15:clr>
            <a:srgbClr val="A4A3A4"/>
          </p15:clr>
        </p15:guide>
      </p15:notesGuideLst>
    </p:ext>
    <p:ext uri="http://customooxmlschemas.google.com/">
      <go:slidesCustomData xmlns:go="http://customooxmlschemas.google.com/" r:id="rId51" roundtripDataSignature="AMtx7mj8Ptaas6EhD7YyqDv+1hdVDTHt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936C0C-99A8-467F-8D94-B88695F3C880}">
  <a:tblStyle styleId="{84936C0C-99A8-467F-8D94-B88695F3C88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503C2F4-6DC0-438F-B06D-3F21902DEA79}" styleName="Table_1">
    <a:wholeTbl>
      <a:tcTxStyle b="off" i="off">
        <a:font>
          <a:latin typeface="Huawei Sans"/>
          <a:ea typeface="Huawei Sans"/>
          <a:cs typeface="Huawei San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C067428-DC08-4BEC-9048-23FDCD1FA422}" styleName="Table_2">
    <a:wholeTbl>
      <a:tcTxStyle b="off" i="off">
        <a:font>
          <a:latin typeface="Huawei Sans"/>
          <a:ea typeface="Huawei Sans"/>
          <a:cs typeface="Huawei Sans"/>
        </a:font>
        <a:schemeClr val="dk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tcBdr>
      </a:tcStyle>
    </a:band1H>
    <a:band2H>
      <a:tcTxStyle/>
    </a:band2H>
    <a:band1V>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cBdr>
      </a:tcStyle>
    </a:band1V>
    <a:band2V>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2"/>
              </a:solidFill>
              <a:prstDash val="solid"/>
              <a:round/>
              <a:headEnd len="sm" w="sm" type="none"/>
              <a:tailEnd len="sm" w="sm" type="none"/>
            </a:ln>
          </a:top>
        </a:tcBdr>
      </a:tcStyle>
    </a:lastRow>
    <a:seCell>
      <a:tcTxStyle/>
    </a:seCell>
    <a:swCell>
      <a:tcTxStyle/>
    </a:swCell>
    <a:firstRow>
      <a:tcTxStyle b="on" i="off">
        <a:font>
          <a:latin typeface="Huawei Sans"/>
          <a:ea typeface="Huawei Sans"/>
          <a:cs typeface="Huawei Sans"/>
        </a:font>
        <a:schemeClr val="lt1"/>
      </a:tcTxStyle>
      <a:tcStyle>
        <a:fill>
          <a:solidFill>
            <a:schemeClr val="accent2"/>
          </a:solidFill>
        </a:fill>
      </a:tcStyle>
    </a:firstRow>
    <a:neCell>
      <a:tcTxStyle/>
    </a:neCell>
    <a:nwCell>
      <a:tcTxStyle/>
    </a:nwCell>
  </a:tblStyle>
  <a:tblStyle styleId="{6586AA54-EEEF-4900-980F-A55A00102258}" styleName="Table_3">
    <a:wholeTbl>
      <a:tcTxStyle b="off" i="off">
        <a:font>
          <a:latin typeface="Huawei Sans"/>
          <a:ea typeface="Huawei Sans"/>
          <a:cs typeface="Huawei San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Huawei Sans"/>
          <a:ea typeface="Huawei Sans"/>
          <a:cs typeface="Huawei Sans"/>
        </a:font>
        <a:schemeClr val="lt1"/>
      </a:tcTxStyle>
      <a:tcStyle>
        <a:fill>
          <a:solidFill>
            <a:schemeClr val="accent1"/>
          </a:solidFill>
        </a:fill>
      </a:tcStyle>
    </a:lastCol>
    <a:firstCol>
      <a:tcTxStyle b="on" i="off">
        <a:font>
          <a:latin typeface="Huawei Sans"/>
          <a:ea typeface="Huawei Sans"/>
          <a:cs typeface="Huawei Sans"/>
        </a:font>
        <a:schemeClr val="lt1"/>
      </a:tcTxStyle>
      <a:tcStyle>
        <a:fill>
          <a:solidFill>
            <a:schemeClr val="accent1"/>
          </a:solidFill>
        </a:fill>
      </a:tcStyle>
    </a:firstCol>
    <a:lastRow>
      <a:tcTxStyle b="on" i="off">
        <a:font>
          <a:latin typeface="Huawei Sans"/>
          <a:ea typeface="Huawei Sans"/>
          <a:cs typeface="Huawei San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Huawei Sans"/>
          <a:ea typeface="Huawei Sans"/>
          <a:cs typeface="Huawei San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DB4A58CA-E218-4D5E-B093-401146CA2138}" styleName="Table_4">
    <a:wholeTbl>
      <a:tcTxStyle b="off" i="off">
        <a:font>
          <a:latin typeface="Huawei Sans"/>
          <a:ea typeface="Huawei Sans"/>
          <a:cs typeface="Huawei San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0F0F0"/>
          </a:solidFill>
        </a:fill>
      </a:tcStyle>
    </a:wholeTbl>
    <a:band1H>
      <a:tcTxStyle/>
      <a:tcStyle>
        <a:fill>
          <a:solidFill>
            <a:srgbClr val="E0E0E0"/>
          </a:solidFill>
        </a:fill>
      </a:tcStyle>
    </a:band1H>
    <a:band2H>
      <a:tcTxStyle/>
    </a:band2H>
    <a:band1V>
      <a:tcTxStyle/>
      <a:tcStyle>
        <a:fill>
          <a:solidFill>
            <a:srgbClr val="E0E0E0"/>
          </a:solidFill>
        </a:fill>
      </a:tcStyle>
    </a:band1V>
    <a:band2V>
      <a:tcTxStyle/>
    </a:band2V>
    <a:lastCol>
      <a:tcTxStyle b="on" i="off">
        <a:font>
          <a:latin typeface="Huawei Sans"/>
          <a:ea typeface="Huawei Sans"/>
          <a:cs typeface="Huawei Sans"/>
        </a:font>
        <a:schemeClr val="lt1"/>
      </a:tcTxStyle>
      <a:tcStyle>
        <a:fill>
          <a:solidFill>
            <a:schemeClr val="accent3"/>
          </a:solidFill>
        </a:fill>
      </a:tcStyle>
    </a:lastCol>
    <a:firstCol>
      <a:tcTxStyle b="on" i="off">
        <a:font>
          <a:latin typeface="Huawei Sans"/>
          <a:ea typeface="Huawei Sans"/>
          <a:cs typeface="Huawei Sans"/>
        </a:font>
        <a:schemeClr val="lt1"/>
      </a:tcTxStyle>
      <a:tcStyle>
        <a:fill>
          <a:solidFill>
            <a:schemeClr val="accent3"/>
          </a:solidFill>
        </a:fill>
      </a:tcStyle>
    </a:firstCol>
    <a:lastRow>
      <a:tcTxStyle b="on" i="off">
        <a:font>
          <a:latin typeface="Huawei Sans"/>
          <a:ea typeface="Huawei Sans"/>
          <a:cs typeface="Huawei Sans"/>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a:seCell>
    <a:swCell>
      <a:tcTxStyle/>
    </a:swCell>
    <a:firstRow>
      <a:tcTxStyle b="on" i="off">
        <a:font>
          <a:latin typeface="Huawei Sans"/>
          <a:ea typeface="Huawei Sans"/>
          <a:cs typeface="Huawei Sans"/>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orient="horz"/>
        <p:guide pos="2141"/>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slide" Target="slides/slide4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 name="Google Shape;4;n"/>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lvl1pPr indent="-298450" lvl="0" marL="457200" marR="0" rtl="0" algn="l">
              <a:lnSpc>
                <a:spcPct val="12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1pPr>
            <a:lvl2pPr indent="-298450" lvl="1" marL="914400" marR="0" rtl="0" algn="l">
              <a:lnSpc>
                <a:spcPct val="125000"/>
              </a:lnSpc>
              <a:spcBef>
                <a:spcPts val="6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2pPr>
            <a:lvl3pPr indent="-298450" lvl="2" marL="1371600" marR="0" rtl="0" algn="l">
              <a:lnSpc>
                <a:spcPct val="125000"/>
              </a:lnSpc>
              <a:spcBef>
                <a:spcPts val="600"/>
              </a:spcBef>
              <a:spcAft>
                <a:spcPts val="0"/>
              </a:spcAft>
              <a:buClr>
                <a:schemeClr val="dk1"/>
              </a:buClr>
              <a:buSzPts val="1100"/>
              <a:buFont typeface="Microsoft Yahei"/>
              <a:buChar char="▪"/>
              <a:defRPr b="0" i="0" sz="1100" u="none" cap="none" strike="noStrike">
                <a:solidFill>
                  <a:schemeClr val="dk1"/>
                </a:solidFill>
                <a:latin typeface="Arial"/>
                <a:ea typeface="Arial"/>
                <a:cs typeface="Arial"/>
                <a:sym typeface="Arial"/>
              </a:defRPr>
            </a:lvl3pPr>
            <a:lvl4pPr indent="-298450" lvl="3" marL="1828800" marR="0" rtl="0" algn="l">
              <a:lnSpc>
                <a:spcPct val="125000"/>
              </a:lnSpc>
              <a:spcBef>
                <a:spcPts val="6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125000"/>
              </a:lnSpc>
              <a:spcBef>
                <a:spcPts val="6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28600" lvl="5" marL="2743200" marR="0" rtl="0" algn="l">
              <a:spcBef>
                <a:spcPts val="600"/>
              </a:spcBef>
              <a:spcAft>
                <a:spcPts val="0"/>
              </a:spcAft>
              <a:buSzPts val="1400"/>
              <a:buNone/>
              <a:defRPr b="0" i="0" sz="16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6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6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6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extLst>
    <p:ext uri="{620B2872-D7B9-4A21-9093-7833F8D536E1}">
      <p15:sldGuideLst>
        <p15:guide id="1" orient="horz" pos="2886">
          <p15:clr>
            <a:srgbClr val="F26B43"/>
          </p15:clr>
        </p15:guide>
        <p15:guide id="2" orient="horz" pos="482">
          <p15:clr>
            <a:srgbClr val="F26B43"/>
          </p15:clr>
        </p15:guide>
        <p15:guide id="3" orient="horz" pos="2591">
          <p15:clr>
            <a:srgbClr val="F26B43"/>
          </p15:clr>
        </p15:guide>
        <p15:guide id="4" orient="horz" pos="2160">
          <p15:clr>
            <a:srgbClr val="F26B43"/>
          </p15:clr>
        </p15:guide>
        <p15:guide id="5" pos="4021">
          <p15:clr>
            <a:srgbClr val="F26B43"/>
          </p15:clr>
        </p15:guide>
        <p15:guide id="6" pos="279">
          <p15:clr>
            <a:srgbClr val="F26B43"/>
          </p15:clr>
        </p15:guide>
        <p15:guide id="7" pos="2139">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2: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3: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4: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4: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5: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5: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6: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Early Ethernet:</a:t>
            </a:r>
            <a:endParaRPr/>
          </a:p>
          <a:p>
            <a:pPr indent="-179999" lvl="1" marL="540000" rtl="0" algn="l">
              <a:lnSpc>
                <a:spcPct val="125000"/>
              </a:lnSpc>
              <a:spcBef>
                <a:spcPts val="600"/>
              </a:spcBef>
              <a:spcAft>
                <a:spcPts val="0"/>
              </a:spcAft>
              <a:buClr>
                <a:schemeClr val="dk1"/>
              </a:buClr>
              <a:buSzPts val="1100"/>
              <a:buChar char="▫"/>
            </a:pPr>
            <a:r>
              <a:rPr lang="en-US"/>
              <a:t>Ethernet networks are broadcast networks established based on the CSMA/CD mechanism. Collisions restrict Ethernet performance. Early Ethernet devices such as hubs work at the physical layer, and cannot confine collisions to a particular scope. This restricts network performance improvement.</a:t>
            </a:r>
            <a:endParaRPr/>
          </a:p>
          <a:p>
            <a:pPr indent="-180000" lvl="0" marL="180000" rtl="0" algn="l">
              <a:lnSpc>
                <a:spcPct val="125000"/>
              </a:lnSpc>
              <a:spcBef>
                <a:spcPts val="600"/>
              </a:spcBef>
              <a:spcAft>
                <a:spcPts val="0"/>
              </a:spcAft>
              <a:buClr>
                <a:schemeClr val="dk1"/>
              </a:buClr>
              <a:buSzPts val="1100"/>
              <a:buChar char="•"/>
            </a:pPr>
            <a:r>
              <a:rPr lang="en-US"/>
              <a:t>Switch networking:</a:t>
            </a:r>
            <a:endParaRPr/>
          </a:p>
          <a:p>
            <a:pPr indent="-179999" lvl="1" marL="540000" rtl="0" algn="l">
              <a:lnSpc>
                <a:spcPct val="125000"/>
              </a:lnSpc>
              <a:spcBef>
                <a:spcPts val="600"/>
              </a:spcBef>
              <a:spcAft>
                <a:spcPts val="0"/>
              </a:spcAft>
              <a:buClr>
                <a:schemeClr val="dk1"/>
              </a:buClr>
              <a:buSzPts val="1100"/>
              <a:buChar char="▫"/>
            </a:pPr>
            <a:r>
              <a:rPr lang="en-US"/>
              <a:t>Working at the data link layer, switches are able to confine collisions to a particular scope. Switches help improve Ethernet performance and have replaced hubs as mainstream Ethernet devices. However, switches do not restrict broadcast traffic on the Ethernet. This affects Ethernet performance.</a:t>
            </a:r>
            <a:endParaRPr/>
          </a:p>
        </p:txBody>
      </p:sp>
      <p:sp>
        <p:nvSpPr>
          <p:cNvPr id="303" name="Google Shape;303;p6: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7: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On a shared network, the Ethernet uses the CSMA/CD technology to avoid collisions. The CSMA/CD process is as follows:</a:t>
            </a:r>
            <a:endParaRPr/>
          </a:p>
          <a:p>
            <a:pPr indent="-179999" lvl="1" marL="540000" rtl="0" algn="l">
              <a:lnSpc>
                <a:spcPct val="125000"/>
              </a:lnSpc>
              <a:spcBef>
                <a:spcPts val="600"/>
              </a:spcBef>
              <a:spcAft>
                <a:spcPts val="0"/>
              </a:spcAft>
              <a:buClr>
                <a:schemeClr val="dk1"/>
              </a:buClr>
              <a:buSzPts val="1100"/>
              <a:buChar char="▫"/>
            </a:pPr>
            <a:r>
              <a:rPr lang="en-US"/>
              <a:t>A terminal continuously detects whether the shared line is idle.</a:t>
            </a:r>
            <a:endParaRPr/>
          </a:p>
          <a:p>
            <a:pPr indent="-180000" lvl="2" marL="900000" rtl="0" algn="l">
              <a:lnSpc>
                <a:spcPct val="125000"/>
              </a:lnSpc>
              <a:spcBef>
                <a:spcPts val="600"/>
              </a:spcBef>
              <a:spcAft>
                <a:spcPts val="0"/>
              </a:spcAft>
              <a:buClr>
                <a:schemeClr val="dk1"/>
              </a:buClr>
              <a:buSzPts val="1100"/>
              <a:buChar char="▪"/>
            </a:pPr>
            <a:r>
              <a:rPr lang="en-US"/>
              <a:t>If the line is idle, the terminal sends data.</a:t>
            </a:r>
            <a:endParaRPr/>
          </a:p>
          <a:p>
            <a:pPr indent="-180000" lvl="2" marL="900000" rtl="0" algn="l">
              <a:lnSpc>
                <a:spcPct val="125000"/>
              </a:lnSpc>
              <a:spcBef>
                <a:spcPts val="600"/>
              </a:spcBef>
              <a:spcAft>
                <a:spcPts val="0"/>
              </a:spcAft>
              <a:buClr>
                <a:schemeClr val="dk1"/>
              </a:buClr>
              <a:buSzPts val="1100"/>
              <a:buChar char="▪"/>
            </a:pPr>
            <a:r>
              <a:rPr lang="en-US"/>
              <a:t>If the line is in use, the terminal waits until the line becomes idle.</a:t>
            </a:r>
            <a:endParaRPr/>
          </a:p>
          <a:p>
            <a:pPr indent="-179999" lvl="1" marL="540000" rtl="0" algn="l">
              <a:lnSpc>
                <a:spcPct val="125000"/>
              </a:lnSpc>
              <a:spcBef>
                <a:spcPts val="600"/>
              </a:spcBef>
              <a:spcAft>
                <a:spcPts val="0"/>
              </a:spcAft>
              <a:buClr>
                <a:schemeClr val="dk1"/>
              </a:buClr>
              <a:buSzPts val="1100"/>
              <a:buChar char="▫"/>
            </a:pPr>
            <a:r>
              <a:rPr lang="en-US"/>
              <a:t>If two terminals send data at the same time, a collision occurs on the line, and signals on the line become unstable.</a:t>
            </a:r>
            <a:endParaRPr/>
          </a:p>
          <a:p>
            <a:pPr indent="-179999" lvl="1" marL="540000" rtl="0" algn="l">
              <a:lnSpc>
                <a:spcPct val="125000"/>
              </a:lnSpc>
              <a:spcBef>
                <a:spcPts val="600"/>
              </a:spcBef>
              <a:spcAft>
                <a:spcPts val="0"/>
              </a:spcAft>
              <a:buClr>
                <a:schemeClr val="dk1"/>
              </a:buClr>
              <a:buSzPts val="1100"/>
              <a:buChar char="▫"/>
            </a:pPr>
            <a:r>
              <a:rPr lang="en-US"/>
              <a:t>After detecting the instability, the terminal immediately stops sending data.</a:t>
            </a:r>
            <a:endParaRPr/>
          </a:p>
          <a:p>
            <a:pPr indent="-179999" lvl="1" marL="540000" rtl="0" algn="l">
              <a:lnSpc>
                <a:spcPct val="125000"/>
              </a:lnSpc>
              <a:spcBef>
                <a:spcPts val="600"/>
              </a:spcBef>
              <a:spcAft>
                <a:spcPts val="0"/>
              </a:spcAft>
              <a:buClr>
                <a:schemeClr val="dk1"/>
              </a:buClr>
              <a:buSzPts val="1100"/>
              <a:buChar char="▫"/>
            </a:pPr>
            <a:r>
              <a:rPr lang="en-US"/>
              <a:t>The terminal sends a series of disturbing pulses. After a period of time, the terminal resumes the data transmission. The terminal sends disturbing pulses to inform other terminals, especially the terminal that sends data at the same time, that a collision occurred on the line.</a:t>
            </a:r>
            <a:endParaRPr/>
          </a:p>
          <a:p>
            <a:pPr indent="-180000" lvl="0" marL="180000" rtl="0" algn="l">
              <a:lnSpc>
                <a:spcPct val="125000"/>
              </a:lnSpc>
              <a:spcBef>
                <a:spcPts val="600"/>
              </a:spcBef>
              <a:spcAft>
                <a:spcPts val="0"/>
              </a:spcAft>
              <a:buClr>
                <a:schemeClr val="dk1"/>
              </a:buClr>
              <a:buSzPts val="1100"/>
              <a:buChar char="•"/>
            </a:pPr>
            <a:r>
              <a:rPr lang="en-US"/>
              <a:t>The working principle of CSMA/CD can be summarized as follows: listen before send, listen while sending, stop sending due to collision, and resend after random delay.</a:t>
            </a:r>
            <a:endParaRPr/>
          </a:p>
          <a:p>
            <a:pPr indent="-110150" lvl="0" marL="180000" rtl="0" algn="l">
              <a:lnSpc>
                <a:spcPct val="125000"/>
              </a:lnSpc>
              <a:spcBef>
                <a:spcPts val="600"/>
              </a:spcBef>
              <a:spcAft>
                <a:spcPts val="0"/>
              </a:spcAft>
              <a:buClr>
                <a:schemeClr val="dk1"/>
              </a:buClr>
              <a:buSzPts val="1100"/>
              <a:buNone/>
            </a:pPr>
            <a:r>
              <a:t/>
            </a:r>
            <a:endParaRPr/>
          </a:p>
          <a:p>
            <a:pPr indent="-110150" lvl="0" marL="180000" rtl="0" algn="l">
              <a:lnSpc>
                <a:spcPct val="125000"/>
              </a:lnSpc>
              <a:spcBef>
                <a:spcPts val="600"/>
              </a:spcBef>
              <a:spcAft>
                <a:spcPts val="0"/>
              </a:spcAft>
              <a:buClr>
                <a:schemeClr val="dk1"/>
              </a:buClr>
              <a:buSzPts val="1100"/>
              <a:buNone/>
            </a:pPr>
            <a:r>
              <a:t/>
            </a:r>
            <a:endParaRPr/>
          </a:p>
          <a:p>
            <a:pPr indent="-110150" lvl="0" marL="180000" rtl="0" algn="l">
              <a:lnSpc>
                <a:spcPct val="125000"/>
              </a:lnSpc>
              <a:spcBef>
                <a:spcPts val="600"/>
              </a:spcBef>
              <a:spcAft>
                <a:spcPts val="0"/>
              </a:spcAft>
              <a:buClr>
                <a:schemeClr val="dk1"/>
              </a:buClr>
              <a:buSzPts val="1100"/>
              <a:buNone/>
            </a:pPr>
            <a:r>
              <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346" name="Google Shape;346;p7: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8: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An all-1 MAC address (FF-FF-FF-FF-FF-FF) is a broadcast address. All nodes process data frames with the destination address being a broadcast address. The entire access range of the data frames is called a Layer 2 broadcast domain, which is also called a broadcast domain.</a:t>
            </a:r>
            <a:endParaRPr/>
          </a:p>
          <a:p>
            <a:pPr indent="-110150" lvl="0" marL="180000" rtl="0" algn="l">
              <a:lnSpc>
                <a:spcPct val="125000"/>
              </a:lnSpc>
              <a:spcBef>
                <a:spcPts val="600"/>
              </a:spcBef>
              <a:spcAft>
                <a:spcPts val="0"/>
              </a:spcAft>
              <a:buClr>
                <a:schemeClr val="dk1"/>
              </a:buClr>
              <a:buSzPts val="1100"/>
              <a:buNone/>
            </a:pPr>
            <a:r>
              <a:t/>
            </a:r>
            <a:endParaRPr/>
          </a:p>
          <a:p>
            <a:pPr indent="-180000" lvl="0" marL="180000" rtl="0" algn="l">
              <a:lnSpc>
                <a:spcPct val="125000"/>
              </a:lnSpc>
              <a:spcBef>
                <a:spcPts val="600"/>
              </a:spcBef>
              <a:spcAft>
                <a:spcPts val="0"/>
              </a:spcAft>
              <a:buClr>
                <a:schemeClr val="dk1"/>
              </a:buClr>
              <a:buSzPts val="1100"/>
              <a:buChar char="•"/>
            </a:pPr>
            <a:r>
              <a:rPr lang="en-US"/>
              <a:t>Note that a MAC address uniquely identifies a network interface card (NIC). Each network adapter requires a unique MAC address.</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406" name="Google Shape;406;p8: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9: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There are many types of NICs. In this document, all the NICs mentioned are Ethernet NICs.</a:t>
            </a:r>
            <a:endParaRPr/>
          </a:p>
          <a:p>
            <a:pPr indent="-180000" lvl="0" marL="180000" rtl="0" algn="l">
              <a:lnSpc>
                <a:spcPct val="125000"/>
              </a:lnSpc>
              <a:spcBef>
                <a:spcPts val="600"/>
              </a:spcBef>
              <a:spcAft>
                <a:spcPts val="0"/>
              </a:spcAft>
              <a:buClr>
                <a:schemeClr val="dk1"/>
              </a:buClr>
              <a:buSzPts val="1100"/>
              <a:buChar char="•"/>
            </a:pPr>
            <a:r>
              <a:rPr lang="en-US"/>
              <a:t>The switches mentioned in this document are Ethernet switches. The NICs used by each network port on a switch are Ethernet NICs.</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461" name="Google Shape;461;p9: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0: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p10: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11: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00000"/>
              </a:lnSpc>
              <a:spcBef>
                <a:spcPts val="0"/>
              </a:spcBef>
              <a:spcAft>
                <a:spcPts val="0"/>
              </a:spcAft>
              <a:buClr>
                <a:schemeClr val="dk1"/>
              </a:buClr>
              <a:buSzPts val="1100"/>
              <a:buChar char="•"/>
            </a:pPr>
            <a:r>
              <a:rPr lang="en-US"/>
              <a:t>Frame is the unit of data that is transmitted between network nodes on an Ethernet network. Ethernet frames are in two formats, namely, Ethernet_II and IEEE 802.3, as illustrated in the figure shown in this slide.</a:t>
            </a:r>
            <a:endParaRPr/>
          </a:p>
          <a:p>
            <a:pPr indent="-180000" lvl="0" marL="180000" rtl="0" algn="l">
              <a:lnSpc>
                <a:spcPct val="100000"/>
              </a:lnSpc>
              <a:spcBef>
                <a:spcPts val="600"/>
              </a:spcBef>
              <a:spcAft>
                <a:spcPts val="0"/>
              </a:spcAft>
              <a:buClr>
                <a:schemeClr val="dk1"/>
              </a:buClr>
              <a:buSzPts val="1100"/>
              <a:buChar char="•"/>
            </a:pPr>
            <a:r>
              <a:rPr lang="en-US"/>
              <a:t>Ethernet II frame:</a:t>
            </a:r>
            <a:endParaRPr/>
          </a:p>
          <a:p>
            <a:pPr indent="-179999" lvl="1" marL="540000" rtl="0" algn="l">
              <a:lnSpc>
                <a:spcPct val="100000"/>
              </a:lnSpc>
              <a:spcBef>
                <a:spcPts val="600"/>
              </a:spcBef>
              <a:spcAft>
                <a:spcPts val="0"/>
              </a:spcAft>
              <a:buClr>
                <a:schemeClr val="dk1"/>
              </a:buClr>
              <a:buSzPts val="1100"/>
              <a:buChar char="▫"/>
            </a:pPr>
            <a:r>
              <a:rPr lang="en-US"/>
              <a:t>DMAC: 6 bytes, destination MAC address. This field identifies which MAC address should receive the frame.</a:t>
            </a:r>
            <a:endParaRPr/>
          </a:p>
          <a:p>
            <a:pPr indent="-179999" lvl="1" marL="540000" rtl="0" algn="l">
              <a:lnSpc>
                <a:spcPct val="100000"/>
              </a:lnSpc>
              <a:spcBef>
                <a:spcPts val="600"/>
              </a:spcBef>
              <a:spcAft>
                <a:spcPts val="0"/>
              </a:spcAft>
              <a:buClr>
                <a:schemeClr val="dk1"/>
              </a:buClr>
              <a:buSzPts val="1100"/>
              <a:buChar char="▫"/>
            </a:pPr>
            <a:r>
              <a:rPr lang="en-US"/>
              <a:t>SMAC: 6 bytes, source MAC address. This field identifies which MAC address should send the frame.</a:t>
            </a:r>
            <a:endParaRPr/>
          </a:p>
          <a:p>
            <a:pPr indent="-179999" lvl="1" marL="540000" rtl="0" algn="l">
              <a:lnSpc>
                <a:spcPct val="100000"/>
              </a:lnSpc>
              <a:spcBef>
                <a:spcPts val="600"/>
              </a:spcBef>
              <a:spcAft>
                <a:spcPts val="0"/>
              </a:spcAft>
              <a:buClr>
                <a:schemeClr val="dk1"/>
              </a:buClr>
              <a:buSzPts val="1100"/>
              <a:buChar char="▫"/>
            </a:pPr>
            <a:r>
              <a:rPr lang="en-US"/>
              <a:t>Type: 2 bytes, protocol type. Common values are as follows:</a:t>
            </a:r>
            <a:endParaRPr/>
          </a:p>
          <a:p>
            <a:pPr indent="-180000" lvl="2" marL="900000" rtl="0" algn="l">
              <a:lnSpc>
                <a:spcPct val="100000"/>
              </a:lnSpc>
              <a:spcBef>
                <a:spcPts val="600"/>
              </a:spcBef>
              <a:spcAft>
                <a:spcPts val="0"/>
              </a:spcAft>
              <a:buClr>
                <a:schemeClr val="dk1"/>
              </a:buClr>
              <a:buSzPts val="1100"/>
              <a:buChar char="▪"/>
            </a:pPr>
            <a:r>
              <a:rPr lang="en-US"/>
              <a:t>0x0800: Internet Protocol Version 4 (IPv4)</a:t>
            </a:r>
            <a:endParaRPr/>
          </a:p>
          <a:p>
            <a:pPr indent="-180000" lvl="2" marL="900000" rtl="0" algn="l">
              <a:lnSpc>
                <a:spcPct val="100000"/>
              </a:lnSpc>
              <a:spcBef>
                <a:spcPts val="600"/>
              </a:spcBef>
              <a:spcAft>
                <a:spcPts val="0"/>
              </a:spcAft>
              <a:buClr>
                <a:schemeClr val="dk1"/>
              </a:buClr>
              <a:buSzPts val="1100"/>
              <a:buChar char="▪"/>
            </a:pPr>
            <a:r>
              <a:rPr lang="en-US"/>
              <a:t>0x0806: Address Resolution Protocol (ARP)</a:t>
            </a:r>
            <a:endParaRPr/>
          </a:p>
          <a:p>
            <a:pPr indent="-180000" lvl="0" marL="180000" rtl="0" algn="l">
              <a:lnSpc>
                <a:spcPct val="100000"/>
              </a:lnSpc>
              <a:spcBef>
                <a:spcPts val="600"/>
              </a:spcBef>
              <a:spcAft>
                <a:spcPts val="0"/>
              </a:spcAft>
              <a:buClr>
                <a:schemeClr val="dk1"/>
              </a:buClr>
              <a:buSzPts val="1100"/>
              <a:buChar char="•"/>
            </a:pPr>
            <a:r>
              <a:rPr lang="en-US"/>
              <a:t>IEEE 802.3 LLC Ethernet frame:</a:t>
            </a:r>
            <a:endParaRPr/>
          </a:p>
          <a:p>
            <a:pPr indent="-179999" lvl="1" marL="540000" rtl="0" algn="l">
              <a:lnSpc>
                <a:spcPct val="100000"/>
              </a:lnSpc>
              <a:spcBef>
                <a:spcPts val="600"/>
              </a:spcBef>
              <a:spcAft>
                <a:spcPts val="0"/>
              </a:spcAft>
              <a:buClr>
                <a:schemeClr val="dk1"/>
              </a:buClr>
              <a:buSzPts val="1100"/>
              <a:buChar char="▫"/>
            </a:pPr>
            <a:r>
              <a:rPr lang="en-US"/>
              <a:t>Logical link control (LLC) consists of the destination service access point (DSAP), source service access point (SSAP), and Control field.</a:t>
            </a:r>
            <a:endParaRPr/>
          </a:p>
          <a:p>
            <a:pPr indent="-180000" lvl="2" marL="900000" rtl="0" algn="l">
              <a:lnSpc>
                <a:spcPct val="100000"/>
              </a:lnSpc>
              <a:spcBef>
                <a:spcPts val="600"/>
              </a:spcBef>
              <a:spcAft>
                <a:spcPts val="0"/>
              </a:spcAft>
              <a:buClr>
                <a:schemeClr val="dk1"/>
              </a:buClr>
              <a:buSzPts val="1100"/>
              <a:buChar char="▪"/>
            </a:pPr>
            <a:r>
              <a:rPr lang="en-US"/>
              <a:t>DSAP: 1 byte, destination service access point. If the subsequent type is IP, the value is set to 0x06. The function of a service access point is similar to the Type field in an Ethernet II frame or the port number in TCP/UDP.</a:t>
            </a:r>
            <a:endParaRPr/>
          </a:p>
          <a:p>
            <a:pPr indent="-180000" lvl="2" marL="900000" rtl="0" algn="l">
              <a:lnSpc>
                <a:spcPct val="100000"/>
              </a:lnSpc>
              <a:spcBef>
                <a:spcPts val="600"/>
              </a:spcBef>
              <a:spcAft>
                <a:spcPts val="0"/>
              </a:spcAft>
              <a:buClr>
                <a:schemeClr val="dk1"/>
              </a:buClr>
              <a:buSzPts val="1100"/>
              <a:buChar char="▪"/>
            </a:pPr>
            <a:r>
              <a:rPr lang="en-US"/>
              <a:t>SSAP: 1 byte, source service access point. If the subsequent type is IP, the value is set to 0x06.</a:t>
            </a:r>
            <a:endParaRPr/>
          </a:p>
          <a:p>
            <a:pPr indent="-180000" lvl="2" marL="900000" rtl="0" algn="l">
              <a:lnSpc>
                <a:spcPct val="100000"/>
              </a:lnSpc>
              <a:spcBef>
                <a:spcPts val="600"/>
              </a:spcBef>
              <a:spcAft>
                <a:spcPts val="0"/>
              </a:spcAft>
              <a:buClr>
                <a:schemeClr val="dk1"/>
              </a:buClr>
              <a:buSzPts val="1100"/>
              <a:buChar char="▪"/>
            </a:pPr>
            <a:r>
              <a:rPr lang="en-US"/>
              <a:t>Ctrl: 1 byte. This field is usually set to 0x03, indicating unnumbered IEEE 802.2 information of a connectionless service.</a:t>
            </a:r>
            <a:endParaRPr/>
          </a:p>
        </p:txBody>
      </p:sp>
      <p:sp>
        <p:nvSpPr>
          <p:cNvPr id="531" name="Google Shape;531;p11: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12:notes"/>
          <p:cNvSpPr txBox="1"/>
          <p:nvPr>
            <p:ph idx="1" type="body"/>
          </p:nvPr>
        </p:nvSpPr>
        <p:spPr>
          <a:xfrm>
            <a:off x="454896" y="765175"/>
            <a:ext cx="5932800" cy="8946233"/>
          </a:xfrm>
          <a:prstGeom prst="rect">
            <a:avLst/>
          </a:prstGeom>
          <a:noFill/>
          <a:ln>
            <a:noFill/>
          </a:ln>
        </p:spPr>
        <p:txBody>
          <a:bodyPr anchorCtr="0" anchor="t" bIns="45700" lIns="97200" spcFirstLastPara="1" rIns="97200" wrap="square" tIns="45700">
            <a:noAutofit/>
          </a:bodyPr>
          <a:lstStyle/>
          <a:p>
            <a:pPr indent="-179999" lvl="1" marL="540000" rtl="0" algn="l">
              <a:lnSpc>
                <a:spcPct val="125000"/>
              </a:lnSpc>
              <a:spcBef>
                <a:spcPts val="0"/>
              </a:spcBef>
              <a:spcAft>
                <a:spcPts val="0"/>
              </a:spcAft>
              <a:buClr>
                <a:schemeClr val="dk1"/>
              </a:buClr>
              <a:buSzPts val="1100"/>
              <a:buChar char="▫"/>
            </a:pPr>
            <a:r>
              <a:rPr lang="en-US"/>
              <a:t>The Subnetwork Access Protocol (SNAP) field consists of the Org Code field and the Type field.</a:t>
            </a:r>
            <a:endParaRPr/>
          </a:p>
          <a:p>
            <a:pPr indent="-180000" lvl="2" marL="900000" rtl="0" algn="l">
              <a:lnSpc>
                <a:spcPct val="125000"/>
              </a:lnSpc>
              <a:spcBef>
                <a:spcPts val="600"/>
              </a:spcBef>
              <a:spcAft>
                <a:spcPts val="0"/>
              </a:spcAft>
              <a:buClr>
                <a:schemeClr val="dk1"/>
              </a:buClr>
              <a:buSzPts val="1100"/>
              <a:buChar char="▪"/>
            </a:pPr>
            <a:r>
              <a:rPr lang="en-US"/>
              <a:t>The three bytes of the Org Code field are all 0s.</a:t>
            </a:r>
            <a:endParaRPr/>
          </a:p>
          <a:p>
            <a:pPr indent="-180000" lvl="2" marL="900000" rtl="0" algn="l">
              <a:lnSpc>
                <a:spcPct val="125000"/>
              </a:lnSpc>
              <a:spcBef>
                <a:spcPts val="600"/>
              </a:spcBef>
              <a:spcAft>
                <a:spcPts val="0"/>
              </a:spcAft>
              <a:buClr>
                <a:schemeClr val="dk1"/>
              </a:buClr>
              <a:buSzPts val="1100"/>
              <a:buChar char="▪"/>
            </a:pPr>
            <a:r>
              <a:rPr lang="en-US"/>
              <a:t>The Type field functions the same as that in Ethernet_II frames.</a:t>
            </a:r>
            <a:endParaRPr/>
          </a:p>
          <a:p>
            <a:pPr indent="-180000" lvl="0" marL="180000" rtl="0" algn="l">
              <a:lnSpc>
                <a:spcPct val="125000"/>
              </a:lnSpc>
              <a:spcBef>
                <a:spcPts val="600"/>
              </a:spcBef>
              <a:spcAft>
                <a:spcPts val="0"/>
              </a:spcAft>
              <a:buClr>
                <a:schemeClr val="dk1"/>
              </a:buClr>
              <a:buSzPts val="1100"/>
              <a:buChar char="•"/>
            </a:pPr>
            <a:r>
              <a:rPr lang="en-US"/>
              <a:t>The total length of a data frame ranges from 64 bytes to 1518 bytes. What is the reason for this design? (In addition, the MTU of an Ethernet interface is 1500 bytes.)</a:t>
            </a:r>
            <a:endParaRPr/>
          </a:p>
          <a:p>
            <a:pPr indent="-179999" lvl="1" marL="540000" rtl="0" algn="l">
              <a:lnSpc>
                <a:spcPct val="125000"/>
              </a:lnSpc>
              <a:spcBef>
                <a:spcPts val="600"/>
              </a:spcBef>
              <a:spcAft>
                <a:spcPts val="0"/>
              </a:spcAft>
              <a:buClr>
                <a:schemeClr val="dk1"/>
              </a:buClr>
              <a:buSzPts val="1100"/>
              <a:buChar char="▫"/>
            </a:pPr>
            <a:r>
              <a:rPr lang="en-US"/>
              <a:t>On an Ethernet network, the minimum frame length is 64 bytes, which is determined jointly by the maximum transmission distance and the CSMA/CD mechanism.</a:t>
            </a:r>
            <a:endParaRPr/>
          </a:p>
          <a:p>
            <a:pPr indent="-180000" lvl="2" marL="900000" rtl="0" algn="l">
              <a:lnSpc>
                <a:spcPct val="125000"/>
              </a:lnSpc>
              <a:spcBef>
                <a:spcPts val="600"/>
              </a:spcBef>
              <a:spcAft>
                <a:spcPts val="0"/>
              </a:spcAft>
              <a:buClr>
                <a:schemeClr val="dk1"/>
              </a:buClr>
              <a:buSzPts val="1100"/>
              <a:buChar char="▪"/>
            </a:pPr>
            <a:r>
              <a:rPr lang="en-US"/>
              <a:t>The use of minimum frame length can prevent the following situation: station A finishes sending the last bit, but the first bit does not arrive at station B, which is far from station A. Station B considers that the line is idle and begins to send data, leading to a collision.</a:t>
            </a:r>
            <a:endParaRPr/>
          </a:p>
          <a:p>
            <a:pPr indent="-180000" lvl="2" marL="900000" rtl="0" algn="l">
              <a:lnSpc>
                <a:spcPct val="125000"/>
              </a:lnSpc>
              <a:spcBef>
                <a:spcPts val="600"/>
              </a:spcBef>
              <a:spcAft>
                <a:spcPts val="0"/>
              </a:spcAft>
              <a:buClr>
                <a:schemeClr val="dk1"/>
              </a:buClr>
              <a:buSzPts val="1100"/>
              <a:buChar char="▪"/>
            </a:pPr>
            <a:r>
              <a:rPr lang="en-US"/>
              <a:t>An upper-layer protocol must ensure that the Data field contains at least 46 bytes. In this way, the 14-byte Ethernet frame header and 4-byte check code at the frame tail can meet the minimum frame length of 64 bytes. If the actual data is less than 46 bytes, the upper-layer protocol must fill in certain data units.</a:t>
            </a:r>
            <a:endParaRPr/>
          </a:p>
          <a:p>
            <a:pPr indent="-179999" lvl="1" marL="540000" rtl="0" algn="l">
              <a:lnSpc>
                <a:spcPct val="125000"/>
              </a:lnSpc>
              <a:spcBef>
                <a:spcPts val="600"/>
              </a:spcBef>
              <a:spcAft>
                <a:spcPts val="0"/>
              </a:spcAft>
              <a:buClr>
                <a:schemeClr val="dk1"/>
              </a:buClr>
              <a:buSzPts val="1100"/>
              <a:buChar char="▫"/>
            </a:pPr>
            <a:r>
              <a:rPr lang="en-US"/>
              <a:t>To achieve a tradeoff between transmission efficiency and transmission reliability, the maximum length of an Ethernet frame is 1518 bytes, and the corresponding IP data packet is 1500 bytes.</a:t>
            </a:r>
            <a:endParaRPr/>
          </a:p>
          <a:p>
            <a:pPr indent="-180000" lvl="2" marL="900000" rtl="0" algn="l">
              <a:lnSpc>
                <a:spcPct val="125000"/>
              </a:lnSpc>
              <a:spcBef>
                <a:spcPts val="600"/>
              </a:spcBef>
              <a:spcAft>
                <a:spcPts val="0"/>
              </a:spcAft>
              <a:buClr>
                <a:schemeClr val="dk1"/>
              </a:buClr>
              <a:buSzPts val="1100"/>
              <a:buChar char="▪"/>
            </a:pPr>
            <a:r>
              <a:rPr lang="en-US"/>
              <a:t>A large frame length improves the data transmission efficiency. However, if the data frame is too long, the transmission over the shared link takes a long time, which greatly affects delay-sensitive applications.</a:t>
            </a:r>
            <a:endParaRPr/>
          </a:p>
          <a:p>
            <a:pPr indent="-180000" lvl="2" marL="900000" rtl="0" algn="l">
              <a:lnSpc>
                <a:spcPct val="125000"/>
              </a:lnSpc>
              <a:spcBef>
                <a:spcPts val="600"/>
              </a:spcBef>
              <a:spcAft>
                <a:spcPts val="0"/>
              </a:spcAft>
              <a:buClr>
                <a:schemeClr val="dk1"/>
              </a:buClr>
              <a:buSzPts val="1100"/>
              <a:buChar char="▪"/>
            </a:pPr>
            <a:r>
              <a:rPr lang="en-US"/>
              <a:t>As such, a compromise data frame length of 1518 bytes is used, which corresponds to an IP data packet length of 1500 bytes. This is where the concept of MTU comes from.</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563" name="Google Shape;563;p12: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3: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 MAC address, as defined and standardized in IEEE 802, indicates the position of a network device. All Ethernet NICs that comply with the IEEE 802 standard must have a MAC address. The MAC address varies according to the NIC.</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567" name="Google Shape;567;p13: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14: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Each Ethernet device has a unique MAC address before delivery. Then, why is an IP address assigned to each host? In other words, if each host is assigned a unique IP address, why does a unique MAC address need to be embedded in a network device (such as a NIC) during production?</a:t>
            </a:r>
            <a:endParaRPr/>
          </a:p>
          <a:p>
            <a:pPr indent="-180000" lvl="0" marL="180000" rtl="0" algn="l">
              <a:lnSpc>
                <a:spcPct val="125000"/>
              </a:lnSpc>
              <a:spcBef>
                <a:spcPts val="600"/>
              </a:spcBef>
              <a:spcAft>
                <a:spcPts val="0"/>
              </a:spcAft>
              <a:buClr>
                <a:schemeClr val="dk1"/>
              </a:buClr>
              <a:buSzPts val="1100"/>
              <a:buChar char="•"/>
            </a:pPr>
            <a:r>
              <a:rPr lang="en-US"/>
              <a:t>The main causes are as follows:</a:t>
            </a:r>
            <a:endParaRPr/>
          </a:p>
          <a:p>
            <a:pPr indent="-179999" lvl="1" marL="540000" rtl="0" algn="l">
              <a:lnSpc>
                <a:spcPct val="125000"/>
              </a:lnSpc>
              <a:spcBef>
                <a:spcPts val="600"/>
              </a:spcBef>
              <a:spcAft>
                <a:spcPts val="0"/>
              </a:spcAft>
              <a:buClr>
                <a:schemeClr val="dk1"/>
              </a:buClr>
              <a:buSzPts val="1100"/>
              <a:buChar char="▫"/>
            </a:pPr>
            <a:r>
              <a:rPr lang="en-US"/>
              <a:t>IP addresses are assigned based on the network topology, and MAC addresses are assigned based on the manufacturer. If route selection is based on the manufacturer, this solution is not feasible.</a:t>
            </a:r>
            <a:endParaRPr/>
          </a:p>
          <a:p>
            <a:pPr indent="-179999" lvl="1" marL="540000" rtl="0" algn="l">
              <a:lnSpc>
                <a:spcPct val="125000"/>
              </a:lnSpc>
              <a:spcBef>
                <a:spcPts val="600"/>
              </a:spcBef>
              <a:spcAft>
                <a:spcPts val="0"/>
              </a:spcAft>
              <a:buClr>
                <a:schemeClr val="dk1"/>
              </a:buClr>
              <a:buSzPts val="1100"/>
              <a:buChar char="▫"/>
            </a:pPr>
            <a:r>
              <a:rPr lang="en-US"/>
              <a:t>When two-layer addressing is used, devices are more flexible and easy to maintain.</a:t>
            </a:r>
            <a:endParaRPr/>
          </a:p>
          <a:p>
            <a:pPr indent="-180000" lvl="2" marL="900000" rtl="0" algn="l">
              <a:lnSpc>
                <a:spcPct val="125000"/>
              </a:lnSpc>
              <a:spcBef>
                <a:spcPts val="600"/>
              </a:spcBef>
              <a:spcAft>
                <a:spcPts val="0"/>
              </a:spcAft>
              <a:buClr>
                <a:schemeClr val="dk1"/>
              </a:buClr>
              <a:buSzPts val="1100"/>
              <a:buChar char="▪"/>
            </a:pPr>
            <a:r>
              <a:rPr lang="en-US"/>
              <a:t>For example, if an Ethernet NIC is faulty, you can replace it without changing its IP address. If an IP host is moved from one network to another, a new IP address can be assigned to the IP host with no need for replacing the NIC with a new one.</a:t>
            </a:r>
            <a:endParaRPr/>
          </a:p>
          <a:p>
            <a:pPr indent="-180000" lvl="0" marL="180000" rtl="0" algn="l">
              <a:lnSpc>
                <a:spcPct val="125000"/>
              </a:lnSpc>
              <a:spcBef>
                <a:spcPts val="600"/>
              </a:spcBef>
              <a:spcAft>
                <a:spcPts val="0"/>
              </a:spcAft>
              <a:buClr>
                <a:schemeClr val="dk1"/>
              </a:buClr>
              <a:buSzPts val="1100"/>
              <a:buChar char="•"/>
            </a:pPr>
            <a:r>
              <a:rPr lang="en-US"/>
              <a:t>Conclusion:</a:t>
            </a:r>
            <a:endParaRPr/>
          </a:p>
          <a:p>
            <a:pPr indent="-179999" lvl="1" marL="540000" rtl="0" algn="l">
              <a:lnSpc>
                <a:spcPct val="125000"/>
              </a:lnSpc>
              <a:spcBef>
                <a:spcPts val="600"/>
              </a:spcBef>
              <a:spcAft>
                <a:spcPts val="0"/>
              </a:spcAft>
              <a:buClr>
                <a:schemeClr val="dk1"/>
              </a:buClr>
              <a:buSzPts val="1100"/>
              <a:buChar char="▫"/>
            </a:pPr>
            <a:r>
              <a:rPr lang="en-US"/>
              <a:t>An IP address uniquely identifies a network node. Data on different network segments can be accessed using IP addresses.</a:t>
            </a:r>
            <a:endParaRPr/>
          </a:p>
          <a:p>
            <a:pPr indent="-179999" lvl="1" marL="540000" rtl="0" algn="l">
              <a:lnSpc>
                <a:spcPct val="125000"/>
              </a:lnSpc>
              <a:spcBef>
                <a:spcPts val="600"/>
              </a:spcBef>
              <a:spcAft>
                <a:spcPts val="0"/>
              </a:spcAft>
              <a:buClr>
                <a:schemeClr val="dk1"/>
              </a:buClr>
              <a:buSzPts val="1100"/>
              <a:buChar char="▫"/>
            </a:pPr>
            <a:r>
              <a:rPr lang="en-US"/>
              <a:t>A MAC address uniquely identifies a NIC. Data on a single network segment can be accessed using MAC addresses.</a:t>
            </a:r>
            <a:endParaRPr/>
          </a:p>
        </p:txBody>
      </p:sp>
      <p:sp>
        <p:nvSpPr>
          <p:cNvPr id="595" name="Google Shape;595;p14: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15: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 MAC Address, which is 48 bits (6 bytes) in length, is a 12-digit hexadecimal number.</a:t>
            </a:r>
            <a:endParaRPr/>
          </a:p>
        </p:txBody>
      </p:sp>
      <p:sp>
        <p:nvSpPr>
          <p:cNvPr id="637" name="Google Shape;637;p15: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16: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 manufacturer must register with the IEEE to obtain a 24-bit (3-byte) vendor code, which is also called OUI, before producing a NIC.</a:t>
            </a:r>
            <a:endParaRPr/>
          </a:p>
          <a:p>
            <a:pPr indent="-180000" lvl="0" marL="180000" rtl="0" algn="l">
              <a:lnSpc>
                <a:spcPct val="125000"/>
              </a:lnSpc>
              <a:spcBef>
                <a:spcPts val="600"/>
              </a:spcBef>
              <a:spcAft>
                <a:spcPts val="0"/>
              </a:spcAft>
              <a:buClr>
                <a:schemeClr val="dk1"/>
              </a:buClr>
              <a:buSzPts val="1100"/>
              <a:buChar char="•"/>
            </a:pPr>
            <a:r>
              <a:rPr lang="en-US"/>
              <a:t>The last 24 bits are assigned by a vendor and uniquely identify a NIC produced by the vendor.</a:t>
            </a:r>
            <a:endParaRPr/>
          </a:p>
          <a:p>
            <a:pPr indent="-180000" lvl="0" marL="180000" rtl="0" algn="l">
              <a:lnSpc>
                <a:spcPct val="125000"/>
              </a:lnSpc>
              <a:spcBef>
                <a:spcPts val="600"/>
              </a:spcBef>
              <a:spcAft>
                <a:spcPts val="0"/>
              </a:spcAft>
              <a:buClr>
                <a:schemeClr val="dk1"/>
              </a:buClr>
              <a:buSzPts val="1100"/>
              <a:buChar char="•"/>
            </a:pPr>
            <a:r>
              <a:rPr lang="en-US"/>
              <a:t>MAC addresses fall into the following types:</a:t>
            </a:r>
            <a:endParaRPr/>
          </a:p>
          <a:p>
            <a:pPr indent="-179999" lvl="1" marL="540000" rtl="0" algn="l">
              <a:lnSpc>
                <a:spcPct val="125000"/>
              </a:lnSpc>
              <a:spcBef>
                <a:spcPts val="600"/>
              </a:spcBef>
              <a:spcAft>
                <a:spcPts val="0"/>
              </a:spcAft>
              <a:buClr>
                <a:schemeClr val="dk1"/>
              </a:buClr>
              <a:buSzPts val="1100"/>
              <a:buChar char="▫"/>
            </a:pPr>
            <a:r>
              <a:rPr lang="en-US"/>
              <a:t>Unicast MAC address: is also called the physical MAC address. A unicast MAC address uniquely identifies a terminal on an Ethernet network and is a globally unique hardware address.</a:t>
            </a:r>
            <a:endParaRPr/>
          </a:p>
          <a:p>
            <a:pPr indent="-180000" lvl="2" marL="900000" rtl="0" algn="l">
              <a:lnSpc>
                <a:spcPct val="125000"/>
              </a:lnSpc>
              <a:spcBef>
                <a:spcPts val="600"/>
              </a:spcBef>
              <a:spcAft>
                <a:spcPts val="0"/>
              </a:spcAft>
              <a:buClr>
                <a:schemeClr val="dk1"/>
              </a:buClr>
              <a:buSzPts val="1100"/>
              <a:buChar char="▪"/>
            </a:pPr>
            <a:r>
              <a:rPr lang="en-US"/>
              <a:t>A unicast MAC address identifies a single node on a link.</a:t>
            </a:r>
            <a:endParaRPr/>
          </a:p>
          <a:p>
            <a:pPr indent="-180000" lvl="2" marL="900000" rtl="0" algn="l">
              <a:lnSpc>
                <a:spcPct val="125000"/>
              </a:lnSpc>
              <a:spcBef>
                <a:spcPts val="600"/>
              </a:spcBef>
              <a:spcAft>
                <a:spcPts val="0"/>
              </a:spcAft>
              <a:buClr>
                <a:schemeClr val="dk1"/>
              </a:buClr>
              <a:buSzPts val="1100"/>
              <a:buChar char="▪"/>
            </a:pPr>
            <a:r>
              <a:rPr lang="en-US"/>
              <a:t>A frame whose destination MAC address is a unicast MAC address is sent to a single node.</a:t>
            </a:r>
            <a:endParaRPr/>
          </a:p>
          <a:p>
            <a:pPr indent="-180000" lvl="2" marL="900000" rtl="0" algn="l">
              <a:lnSpc>
                <a:spcPct val="125000"/>
              </a:lnSpc>
              <a:spcBef>
                <a:spcPts val="600"/>
              </a:spcBef>
              <a:spcAft>
                <a:spcPts val="0"/>
              </a:spcAft>
              <a:buClr>
                <a:schemeClr val="dk1"/>
              </a:buClr>
              <a:buSzPts val="1100"/>
              <a:buChar char="▪"/>
            </a:pPr>
            <a:r>
              <a:rPr lang="en-US"/>
              <a:t>A unicast MAC address can be used as either the source or destination address.</a:t>
            </a:r>
            <a:endParaRPr/>
          </a:p>
          <a:p>
            <a:pPr indent="-180000" lvl="2" marL="900000" rtl="0" algn="l">
              <a:lnSpc>
                <a:spcPct val="125000"/>
              </a:lnSpc>
              <a:spcBef>
                <a:spcPts val="600"/>
              </a:spcBef>
              <a:spcAft>
                <a:spcPts val="0"/>
              </a:spcAft>
              <a:buClr>
                <a:schemeClr val="dk1"/>
              </a:buClr>
              <a:buSzPts val="1100"/>
              <a:buChar char="▪"/>
            </a:pPr>
            <a:r>
              <a:rPr lang="en-US"/>
              <a:t>Note that unicast MAC addresses are globally unique. When two terminals with the same MAC address are connected to a Layer 2 network (for example, due to incorrect operations), a communication failure occurs (for example, the two terminals fail to communicate with each other). The communication between the two terminals and other devices may also fail. </a:t>
            </a:r>
            <a:endParaRPr/>
          </a:p>
        </p:txBody>
      </p:sp>
      <p:sp>
        <p:nvSpPr>
          <p:cNvPr id="663" name="Google Shape;663;p16: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17:notes"/>
          <p:cNvSpPr txBox="1"/>
          <p:nvPr>
            <p:ph idx="1" type="body"/>
          </p:nvPr>
        </p:nvSpPr>
        <p:spPr>
          <a:xfrm>
            <a:off x="454896" y="765175"/>
            <a:ext cx="5932800" cy="8946233"/>
          </a:xfrm>
          <a:prstGeom prst="rect">
            <a:avLst/>
          </a:prstGeom>
          <a:noFill/>
          <a:ln>
            <a:noFill/>
          </a:ln>
        </p:spPr>
        <p:txBody>
          <a:bodyPr anchorCtr="0" anchor="t" bIns="45700" lIns="97200" spcFirstLastPara="1" rIns="97200" wrap="square" tIns="45700">
            <a:noAutofit/>
          </a:bodyPr>
          <a:lstStyle/>
          <a:p>
            <a:pPr indent="-179999" lvl="1" marL="540000" rtl="0" algn="l">
              <a:lnSpc>
                <a:spcPct val="125000"/>
              </a:lnSpc>
              <a:spcBef>
                <a:spcPts val="0"/>
              </a:spcBef>
              <a:spcAft>
                <a:spcPts val="0"/>
              </a:spcAft>
              <a:buClr>
                <a:schemeClr val="dk1"/>
              </a:buClr>
              <a:buSzPts val="1100"/>
              <a:buChar char="▫"/>
            </a:pPr>
            <a:r>
              <a:rPr lang="en-US"/>
              <a:t>Broadcast MAC address: an all-1 MAC address (FF-FF-FF-FF-FF-FF), which indicates all terminals on a LAN.</a:t>
            </a:r>
            <a:endParaRPr/>
          </a:p>
          <a:p>
            <a:pPr indent="-180000" lvl="2" marL="900000" rtl="0" algn="l">
              <a:lnSpc>
                <a:spcPct val="125000"/>
              </a:lnSpc>
              <a:spcBef>
                <a:spcPts val="600"/>
              </a:spcBef>
              <a:spcAft>
                <a:spcPts val="0"/>
              </a:spcAft>
              <a:buClr>
                <a:schemeClr val="dk1"/>
              </a:buClr>
              <a:buSzPts val="1100"/>
              <a:buChar char="▪"/>
            </a:pPr>
            <a:r>
              <a:rPr lang="en-US"/>
              <a:t>A broadcast MAC address can be considered as a special multicast MAC address.</a:t>
            </a:r>
            <a:endParaRPr/>
          </a:p>
          <a:p>
            <a:pPr indent="-180000" lvl="2" marL="900000" rtl="0" algn="l">
              <a:lnSpc>
                <a:spcPct val="125000"/>
              </a:lnSpc>
              <a:spcBef>
                <a:spcPts val="600"/>
              </a:spcBef>
              <a:spcAft>
                <a:spcPts val="0"/>
              </a:spcAft>
              <a:buClr>
                <a:schemeClr val="dk1"/>
              </a:buClr>
              <a:buSzPts val="1100"/>
              <a:buChar char="▪"/>
            </a:pPr>
            <a:r>
              <a:rPr lang="en-US"/>
              <a:t>The format of a broadcast MAC address is FFFF-FFFF-FFFF.</a:t>
            </a:r>
            <a:endParaRPr/>
          </a:p>
          <a:p>
            <a:pPr indent="-180000" lvl="2" marL="900000" rtl="0" algn="l">
              <a:lnSpc>
                <a:spcPct val="125000"/>
              </a:lnSpc>
              <a:spcBef>
                <a:spcPts val="600"/>
              </a:spcBef>
              <a:spcAft>
                <a:spcPts val="0"/>
              </a:spcAft>
              <a:buClr>
                <a:schemeClr val="dk1"/>
              </a:buClr>
              <a:buSzPts val="1100"/>
              <a:buChar char="▪"/>
            </a:pPr>
            <a:r>
              <a:rPr lang="en-US"/>
              <a:t>The frame whose destination MAC address is a broadcast MAC address is sent to all nodes on a link.</a:t>
            </a:r>
            <a:endParaRPr/>
          </a:p>
          <a:p>
            <a:pPr indent="-179999" lvl="1" marL="540000" rtl="0" algn="l">
              <a:lnSpc>
                <a:spcPct val="125000"/>
              </a:lnSpc>
              <a:spcBef>
                <a:spcPts val="600"/>
              </a:spcBef>
              <a:spcAft>
                <a:spcPts val="0"/>
              </a:spcAft>
              <a:buClr>
                <a:schemeClr val="dk1"/>
              </a:buClr>
              <a:buSzPts val="1100"/>
              <a:buChar char="▫"/>
            </a:pPr>
            <a:r>
              <a:rPr lang="en-US"/>
              <a:t>Multicast MAC address: indicates a group of terminals on a LAN. Except for broadcast MAC addresses, all the MAC addresses with the eighth bit as 1 are multicast MAC addresses (for example, 01-00-00-00-00-00).</a:t>
            </a:r>
            <a:endParaRPr/>
          </a:p>
          <a:p>
            <a:pPr indent="-180000" lvl="2" marL="900000" rtl="0" algn="l">
              <a:lnSpc>
                <a:spcPct val="125000"/>
              </a:lnSpc>
              <a:spcBef>
                <a:spcPts val="600"/>
              </a:spcBef>
              <a:spcAft>
                <a:spcPts val="0"/>
              </a:spcAft>
              <a:buClr>
                <a:schemeClr val="dk1"/>
              </a:buClr>
              <a:buSzPts val="1100"/>
              <a:buChar char="▪"/>
            </a:pPr>
            <a:r>
              <a:rPr lang="en-US"/>
              <a:t>A multicast MAC address identifies a group of nodes on a link.</a:t>
            </a:r>
            <a:endParaRPr/>
          </a:p>
          <a:p>
            <a:pPr indent="-180000" lvl="2" marL="900000" rtl="0" algn="l">
              <a:lnSpc>
                <a:spcPct val="125000"/>
              </a:lnSpc>
              <a:spcBef>
                <a:spcPts val="600"/>
              </a:spcBef>
              <a:spcAft>
                <a:spcPts val="0"/>
              </a:spcAft>
              <a:buClr>
                <a:schemeClr val="dk1"/>
              </a:buClr>
              <a:buSzPts val="1100"/>
              <a:buChar char="▪"/>
            </a:pPr>
            <a:r>
              <a:rPr lang="en-US"/>
              <a:t>A frame whose destination MAC address is a multicast MAC address is sent to a group of nodes.</a:t>
            </a:r>
            <a:endParaRPr/>
          </a:p>
          <a:p>
            <a:pPr indent="-180000" lvl="2" marL="900000" rtl="0" algn="l">
              <a:lnSpc>
                <a:spcPct val="125000"/>
              </a:lnSpc>
              <a:spcBef>
                <a:spcPts val="600"/>
              </a:spcBef>
              <a:spcAft>
                <a:spcPts val="0"/>
              </a:spcAft>
              <a:buClr>
                <a:schemeClr val="dk1"/>
              </a:buClr>
              <a:buSzPts val="1100"/>
              <a:buChar char="▪"/>
            </a:pPr>
            <a:r>
              <a:rPr lang="en-US"/>
              <a:t>A multicast MAC address can only be used as the destination address but not the source address.</a:t>
            </a:r>
            <a:endParaRPr/>
          </a:p>
          <a:p>
            <a:pPr indent="-110150" lvl="0" marL="180000" rtl="0" algn="l">
              <a:lnSpc>
                <a:spcPct val="125000"/>
              </a:lnSpc>
              <a:spcBef>
                <a:spcPts val="600"/>
              </a:spcBef>
              <a:spcAft>
                <a:spcPts val="0"/>
              </a:spcAft>
              <a:buClr>
                <a:schemeClr val="dk1"/>
              </a:buClr>
              <a:buSzPts val="1100"/>
              <a:buNone/>
            </a:pPr>
            <a:r>
              <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705" name="Google Shape;705;p17: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18: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Frames on a LAN can be sent in three modes: unicast, broadcast, and multicast. </a:t>
            </a:r>
            <a:endParaRPr/>
          </a:p>
          <a:p>
            <a:pPr indent="-180000" lvl="0" marL="180000" rtl="0" algn="l">
              <a:lnSpc>
                <a:spcPct val="125000"/>
              </a:lnSpc>
              <a:spcBef>
                <a:spcPts val="600"/>
              </a:spcBef>
              <a:spcAft>
                <a:spcPts val="0"/>
              </a:spcAft>
              <a:buClr>
                <a:schemeClr val="dk1"/>
              </a:buClr>
              <a:buSzPts val="1100"/>
              <a:buChar char="•"/>
            </a:pPr>
            <a:r>
              <a:rPr lang="en-US"/>
              <a:t>In unicast mode, frames are sent from a single source to a single destination.</a:t>
            </a:r>
            <a:endParaRPr/>
          </a:p>
          <a:p>
            <a:pPr indent="-179999" lvl="1" marL="540000" rtl="0" algn="l">
              <a:lnSpc>
                <a:spcPct val="125000"/>
              </a:lnSpc>
              <a:spcBef>
                <a:spcPts val="600"/>
              </a:spcBef>
              <a:spcAft>
                <a:spcPts val="0"/>
              </a:spcAft>
              <a:buClr>
                <a:schemeClr val="dk1"/>
              </a:buClr>
              <a:buSzPts val="1100"/>
              <a:buChar char="▫"/>
            </a:pPr>
            <a:r>
              <a:rPr lang="en-US"/>
              <a:t>Each host interface is uniquely identified by a MAC address. In the OUI of a MAC address, the eighth bit of the first byte indicates the address type. For a host MAC address, this bit is fixed at 0, indicating that all frames with this MAC address as the destination MAC address are sent to a unique destination.</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710" name="Google Shape;710;p18: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19: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In broadcast mode, frames are sent from a single source to all hosts on the shared Ethernet.</a:t>
            </a:r>
            <a:endParaRPr/>
          </a:p>
          <a:p>
            <a:pPr indent="-179999" lvl="1" marL="540000" rtl="0" algn="l">
              <a:lnSpc>
                <a:spcPct val="125000"/>
              </a:lnSpc>
              <a:spcBef>
                <a:spcPts val="600"/>
              </a:spcBef>
              <a:spcAft>
                <a:spcPts val="0"/>
              </a:spcAft>
              <a:buClr>
                <a:schemeClr val="dk1"/>
              </a:buClr>
              <a:buSzPts val="1100"/>
              <a:buChar char="▫"/>
            </a:pPr>
            <a:r>
              <a:rPr lang="en-US"/>
              <a:t>The destination MAC address of a broadcast frame is a hexadecimal address in the format of FF-FF-FF-FF-FF-FF. All hosts that receive the broadcast frame must receive and process the frame.</a:t>
            </a:r>
            <a:endParaRPr/>
          </a:p>
          <a:p>
            <a:pPr indent="-179999" lvl="1" marL="540000" rtl="0" algn="l">
              <a:lnSpc>
                <a:spcPct val="125000"/>
              </a:lnSpc>
              <a:spcBef>
                <a:spcPts val="600"/>
              </a:spcBef>
              <a:spcAft>
                <a:spcPts val="0"/>
              </a:spcAft>
              <a:buClr>
                <a:schemeClr val="dk1"/>
              </a:buClr>
              <a:buSzPts val="1100"/>
              <a:buChar char="▫"/>
            </a:pPr>
            <a:r>
              <a:rPr lang="en-US"/>
              <a:t>In broadcast mode, a large amount of traffic is generated, which decreases the bandwidth utilization and affects the performance of the entire network.</a:t>
            </a:r>
            <a:endParaRPr/>
          </a:p>
          <a:p>
            <a:pPr indent="-179999" lvl="1" marL="540000" rtl="0" algn="l">
              <a:lnSpc>
                <a:spcPct val="125000"/>
              </a:lnSpc>
              <a:spcBef>
                <a:spcPts val="600"/>
              </a:spcBef>
              <a:spcAft>
                <a:spcPts val="0"/>
              </a:spcAft>
              <a:buClr>
                <a:schemeClr val="dk1"/>
              </a:buClr>
              <a:buSzPts val="1100"/>
              <a:buChar char="▫"/>
            </a:pPr>
            <a:r>
              <a:rPr lang="en-US"/>
              <a:t>The broadcast mode is usually used when all hosts on a network need to receive and process the same information.</a:t>
            </a:r>
            <a:endParaRPr/>
          </a:p>
          <a:p>
            <a:pPr indent="-110149" lvl="1" marL="540000" rtl="0" algn="l">
              <a:lnSpc>
                <a:spcPct val="125000"/>
              </a:lnSpc>
              <a:spcBef>
                <a:spcPts val="600"/>
              </a:spcBef>
              <a:spcAft>
                <a:spcPts val="0"/>
              </a:spcAft>
              <a:buClr>
                <a:schemeClr val="dk1"/>
              </a:buClr>
              <a:buSzPts val="1100"/>
              <a:buNone/>
            </a:pPr>
            <a:r>
              <a:t/>
            </a:r>
            <a:endParaRPr/>
          </a:p>
        </p:txBody>
      </p:sp>
      <p:sp>
        <p:nvSpPr>
          <p:cNvPr id="764" name="Google Shape;764;p19: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20: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The multicast mode is more efficient than the broadcast mode.</a:t>
            </a:r>
            <a:endParaRPr/>
          </a:p>
          <a:p>
            <a:pPr indent="-179999" lvl="1" marL="540000" rtl="0" algn="l">
              <a:lnSpc>
                <a:spcPct val="125000"/>
              </a:lnSpc>
              <a:spcBef>
                <a:spcPts val="600"/>
              </a:spcBef>
              <a:spcAft>
                <a:spcPts val="0"/>
              </a:spcAft>
              <a:buClr>
                <a:schemeClr val="dk1"/>
              </a:buClr>
              <a:buSzPts val="1100"/>
              <a:buChar char="▫"/>
            </a:pPr>
            <a:r>
              <a:rPr lang="en-US"/>
              <a:t>Multicast forwarding can be considered as selective broadcast forwarding. Specifically, a host listens for a specific multicast address, and receives and processes frames whose destination MAC address is the multicast MAC address.</a:t>
            </a:r>
            <a:endParaRPr/>
          </a:p>
          <a:p>
            <a:pPr indent="-179999" lvl="1" marL="540000" rtl="0" algn="l">
              <a:lnSpc>
                <a:spcPct val="125000"/>
              </a:lnSpc>
              <a:spcBef>
                <a:spcPts val="600"/>
              </a:spcBef>
              <a:spcAft>
                <a:spcPts val="0"/>
              </a:spcAft>
              <a:buClr>
                <a:schemeClr val="dk1"/>
              </a:buClr>
              <a:buSzPts val="1100"/>
              <a:buChar char="▫"/>
            </a:pPr>
            <a:r>
              <a:rPr lang="en-US"/>
              <a:t>A multicast MAC address and a unicast MAC address are distinguished by the eighth bit in the first byte. The eighth bit of a multicast MAC address is 1.</a:t>
            </a:r>
            <a:endParaRPr/>
          </a:p>
          <a:p>
            <a:pPr indent="-179999" lvl="1" marL="540000" rtl="0" algn="l">
              <a:lnSpc>
                <a:spcPct val="125000"/>
              </a:lnSpc>
              <a:spcBef>
                <a:spcPts val="600"/>
              </a:spcBef>
              <a:spcAft>
                <a:spcPts val="0"/>
              </a:spcAft>
              <a:buClr>
                <a:schemeClr val="dk1"/>
              </a:buClr>
              <a:buSzPts val="1100"/>
              <a:buChar char="▫"/>
            </a:pPr>
            <a:r>
              <a:rPr lang="en-US"/>
              <a:t>The multicast mode is used when a group of hosts (not all hosts) on the network need to receive the same information and other hosts are not affected.</a:t>
            </a:r>
            <a:endParaRPr/>
          </a:p>
          <a:p>
            <a:pPr indent="-110149" lvl="1" marL="540000" rtl="0" algn="l">
              <a:lnSpc>
                <a:spcPct val="125000"/>
              </a:lnSpc>
              <a:spcBef>
                <a:spcPts val="600"/>
              </a:spcBef>
              <a:spcAft>
                <a:spcPts val="0"/>
              </a:spcAft>
              <a:buClr>
                <a:schemeClr val="dk1"/>
              </a:buClr>
              <a:buSzPts val="1100"/>
              <a:buNone/>
            </a:pPr>
            <a:r>
              <a:t/>
            </a:r>
            <a:endParaRPr/>
          </a:p>
        </p:txBody>
      </p:sp>
      <p:sp>
        <p:nvSpPr>
          <p:cNvPr id="808" name="Google Shape;808;p20: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21: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7" name="Google Shape;857;p21: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22: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 typical campus network consists of different devices, such as routers, switches, and firewalls. Generally, a campus network adopts the multi-layer architecture which includes the access layer, aggregation layer, core layer, and egress layer.</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862" name="Google Shape;862;p22: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23: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Layer 2 Ethernet switch:</a:t>
            </a:r>
            <a:endParaRPr/>
          </a:p>
          <a:p>
            <a:pPr indent="-179999" lvl="1" marL="540000" rtl="0" algn="l">
              <a:lnSpc>
                <a:spcPct val="125000"/>
              </a:lnSpc>
              <a:spcBef>
                <a:spcPts val="600"/>
              </a:spcBef>
              <a:spcAft>
                <a:spcPts val="0"/>
              </a:spcAft>
              <a:buClr>
                <a:schemeClr val="dk1"/>
              </a:buClr>
              <a:buSzPts val="1100"/>
              <a:buChar char="▫"/>
            </a:pPr>
            <a:r>
              <a:rPr lang="en-US"/>
              <a:t>On a campus network, a switch is the device closest to end users and is used to connect terminals to the campus network. Switches at the access layer are typically Layer 2 switches.</a:t>
            </a:r>
            <a:endParaRPr/>
          </a:p>
          <a:p>
            <a:pPr indent="-179999" lvl="1" marL="540000" rtl="0" algn="l">
              <a:lnSpc>
                <a:spcPct val="125000"/>
              </a:lnSpc>
              <a:spcBef>
                <a:spcPts val="600"/>
              </a:spcBef>
              <a:spcAft>
                <a:spcPts val="0"/>
              </a:spcAft>
              <a:buClr>
                <a:schemeClr val="dk1"/>
              </a:buClr>
              <a:buSzPts val="1100"/>
              <a:buChar char="▫"/>
            </a:pPr>
            <a:r>
              <a:rPr lang="en-US"/>
              <a:t>A Layer 2 switch works at the second layer of the TCP/IP model, which is the data link layer, and forwards data packets based on MAC addresses.</a:t>
            </a:r>
            <a:endParaRPr/>
          </a:p>
          <a:p>
            <a:pPr indent="-180000" lvl="0" marL="180000" rtl="0" algn="l">
              <a:lnSpc>
                <a:spcPct val="125000"/>
              </a:lnSpc>
              <a:spcBef>
                <a:spcPts val="600"/>
              </a:spcBef>
              <a:spcAft>
                <a:spcPts val="0"/>
              </a:spcAft>
              <a:buClr>
                <a:schemeClr val="dk1"/>
              </a:buClr>
              <a:buSzPts val="1100"/>
              <a:buChar char="•"/>
            </a:pPr>
            <a:r>
              <a:rPr lang="en-US"/>
              <a:t>Layer 3 Ethernet switch:</a:t>
            </a:r>
            <a:endParaRPr/>
          </a:p>
          <a:p>
            <a:pPr indent="-179999" lvl="1" marL="540000" rtl="0" algn="l">
              <a:lnSpc>
                <a:spcPct val="125000"/>
              </a:lnSpc>
              <a:spcBef>
                <a:spcPts val="600"/>
              </a:spcBef>
              <a:spcAft>
                <a:spcPts val="0"/>
              </a:spcAft>
              <a:buClr>
                <a:schemeClr val="dk1"/>
              </a:buClr>
              <a:buSzPts val="1100"/>
              <a:buChar char="▫"/>
            </a:pPr>
            <a:r>
              <a:rPr lang="en-US"/>
              <a:t>Routers are required to implement network communication between different LANs. As data communication networks expand and more services emerge on the networks, increasing traffic needs to be transmitted between networks. Routers cannot adapt to this development trend because of their high costs, low forwarding performance, and small interface quantities. New devices capable of high-speed Layer 3 forwarding are required. Layer 3 switches are such devices.</a:t>
            </a:r>
            <a:endParaRPr/>
          </a:p>
          <a:p>
            <a:pPr indent="-180000" lvl="0" marL="180000" rtl="0" algn="l">
              <a:lnSpc>
                <a:spcPct val="125000"/>
              </a:lnSpc>
              <a:spcBef>
                <a:spcPts val="600"/>
              </a:spcBef>
              <a:spcAft>
                <a:spcPts val="0"/>
              </a:spcAft>
              <a:buClr>
                <a:schemeClr val="dk1"/>
              </a:buClr>
              <a:buSzPts val="1100"/>
              <a:buChar char="•"/>
            </a:pPr>
            <a:r>
              <a:rPr lang="en-US"/>
              <a:t>Note that the switches involved in this course refer to Layer 2 Ethernet switches.</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927" name="Google Shape;927;p23: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24: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Layer 2 switches work at the data link layer and forward frames based on MAC addresses. Switch interfaces used to send and receive data are independent of each other. Each interface belongs to a different collision domain, which effectively isolates collision domains on the network.</a:t>
            </a:r>
            <a:endParaRPr/>
          </a:p>
          <a:p>
            <a:pPr indent="-180000" lvl="0" marL="180000" rtl="0" algn="l">
              <a:lnSpc>
                <a:spcPct val="125000"/>
              </a:lnSpc>
              <a:spcBef>
                <a:spcPts val="600"/>
              </a:spcBef>
              <a:spcAft>
                <a:spcPts val="0"/>
              </a:spcAft>
              <a:buClr>
                <a:schemeClr val="dk1"/>
              </a:buClr>
              <a:buSzPts val="1100"/>
              <a:buChar char="•"/>
            </a:pPr>
            <a:r>
              <a:rPr lang="en-US"/>
              <a:t>Layer 2 switches maintain the mapping between MAC addresses and interfaces by learning the source MAC addresses of Ethernet frames. The table that stores the mapping between MAC addresses and interfaces is called a MAC address table. Layer 2 switches look up the MAC address table to determine the interface to which frames are forwarded based on the destination MAC address.</a:t>
            </a:r>
            <a:endParaRPr/>
          </a:p>
        </p:txBody>
      </p:sp>
      <p:sp>
        <p:nvSpPr>
          <p:cNvPr id="987" name="Google Shape;987;p24: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25: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 MAC address table records the mapping between MAC addresses and interfaces of other devices learned by a switch. When forwarding a frame, the switch looks up the MAC address table based on the destination MAC address of the frame. If the MAC address table contains the entry corresponding to the destination MAC address of the frame, the frame is directly forwarded through the outbound interface in the entry. If the MAC address table does not contain the entry corresponding to the destination MAC address of the frame, the switch floods the frame on all interfaces except the interface that receives the frame.</a:t>
            </a:r>
            <a:endParaRPr/>
          </a:p>
        </p:txBody>
      </p:sp>
      <p:sp>
        <p:nvSpPr>
          <p:cNvPr id="1014" name="Google Shape;1014;p25: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26: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 switch forwards each frame that enters an interface over a transmission medium. The basic function of a switch is to forward frames.</a:t>
            </a:r>
            <a:endParaRPr/>
          </a:p>
          <a:p>
            <a:pPr indent="-180000" lvl="0" marL="180000" rtl="0" algn="l">
              <a:lnSpc>
                <a:spcPct val="125000"/>
              </a:lnSpc>
              <a:spcBef>
                <a:spcPts val="600"/>
              </a:spcBef>
              <a:spcAft>
                <a:spcPts val="0"/>
              </a:spcAft>
              <a:buClr>
                <a:schemeClr val="dk1"/>
              </a:buClr>
              <a:buSzPts val="1100"/>
              <a:buChar char="•"/>
            </a:pPr>
            <a:r>
              <a:rPr lang="en-US"/>
              <a:t>A switch processes frames in three ways: flooding, forwarding, and discarding.</a:t>
            </a:r>
            <a:endParaRPr/>
          </a:p>
          <a:p>
            <a:pPr indent="-179999" lvl="1" marL="540000" rtl="0" algn="l">
              <a:lnSpc>
                <a:spcPct val="125000"/>
              </a:lnSpc>
              <a:spcBef>
                <a:spcPts val="600"/>
              </a:spcBef>
              <a:spcAft>
                <a:spcPts val="0"/>
              </a:spcAft>
              <a:buClr>
                <a:schemeClr val="dk1"/>
              </a:buClr>
              <a:buSzPts val="1100"/>
              <a:buChar char="▫"/>
            </a:pPr>
            <a:r>
              <a:rPr lang="en-US"/>
              <a:t>Flooding: The switch forwards the frames received from an interface to all other interfaces.</a:t>
            </a:r>
            <a:endParaRPr/>
          </a:p>
          <a:p>
            <a:pPr indent="-179999" lvl="1" marL="540000" rtl="0" algn="l">
              <a:lnSpc>
                <a:spcPct val="125000"/>
              </a:lnSpc>
              <a:spcBef>
                <a:spcPts val="600"/>
              </a:spcBef>
              <a:spcAft>
                <a:spcPts val="0"/>
              </a:spcAft>
              <a:buClr>
                <a:schemeClr val="dk1"/>
              </a:buClr>
              <a:buSzPts val="1100"/>
              <a:buChar char="▫"/>
            </a:pPr>
            <a:r>
              <a:rPr lang="en-US"/>
              <a:t>Forwarding: The switch forwards the frames received from an interface to another interface.</a:t>
            </a:r>
            <a:endParaRPr/>
          </a:p>
          <a:p>
            <a:pPr indent="-179999" lvl="1" marL="540000" rtl="0" algn="l">
              <a:lnSpc>
                <a:spcPct val="125000"/>
              </a:lnSpc>
              <a:spcBef>
                <a:spcPts val="600"/>
              </a:spcBef>
              <a:spcAft>
                <a:spcPts val="0"/>
              </a:spcAft>
              <a:buClr>
                <a:schemeClr val="dk1"/>
              </a:buClr>
              <a:buSzPts val="1100"/>
              <a:buChar char="▫"/>
            </a:pPr>
            <a:r>
              <a:rPr lang="en-US"/>
              <a:t>Discarding: The switch discards the frames received from an interface.</a:t>
            </a:r>
            <a:endParaRPr/>
          </a:p>
          <a:p>
            <a:pPr indent="-110150" lvl="0" marL="180000" rtl="0" algn="l">
              <a:lnSpc>
                <a:spcPct val="125000"/>
              </a:lnSpc>
              <a:spcBef>
                <a:spcPts val="600"/>
              </a:spcBef>
              <a:spcAft>
                <a:spcPts val="0"/>
              </a:spcAft>
              <a:buClr>
                <a:schemeClr val="dk1"/>
              </a:buClr>
              <a:buSzPts val="1100"/>
              <a:buNone/>
            </a:pPr>
            <a:r>
              <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1037" name="Google Shape;1037;p26: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27: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If a unicast frame enters a switch interface over a transmission medium, the switch searches the MAC address table for the destination MAC address of the frame. If the MAC address cannot be found, the switch floods the unicast frame.</a:t>
            </a:r>
            <a:endParaRPr/>
          </a:p>
          <a:p>
            <a:pPr indent="-180000" lvl="0" marL="180000" rtl="0" algn="l">
              <a:lnSpc>
                <a:spcPct val="125000"/>
              </a:lnSpc>
              <a:spcBef>
                <a:spcPts val="600"/>
              </a:spcBef>
              <a:spcAft>
                <a:spcPts val="0"/>
              </a:spcAft>
              <a:buClr>
                <a:schemeClr val="dk1"/>
              </a:buClr>
              <a:buSzPts val="1100"/>
              <a:buChar char="•"/>
            </a:pPr>
            <a:r>
              <a:rPr lang="en-US"/>
              <a:t>If a broadcast frame enters a switch interface over a transmission medium, the switch directly floods the broadcast frame instead of searching the MAC address table for the destination MAC address of the frame.</a:t>
            </a:r>
            <a:endParaRPr/>
          </a:p>
          <a:p>
            <a:pPr indent="-180000" lvl="0" marL="180000" rtl="0" algn="l">
              <a:lnSpc>
                <a:spcPct val="125000"/>
              </a:lnSpc>
              <a:spcBef>
                <a:spcPts val="600"/>
              </a:spcBef>
              <a:spcAft>
                <a:spcPts val="0"/>
              </a:spcAft>
              <a:buClr>
                <a:schemeClr val="dk1"/>
              </a:buClr>
              <a:buSzPts val="1100"/>
              <a:buChar char="•"/>
            </a:pPr>
            <a:r>
              <a:rPr lang="en-US"/>
              <a:t>As shown in this figure:</a:t>
            </a:r>
            <a:endParaRPr/>
          </a:p>
          <a:p>
            <a:pPr indent="-179999" lvl="1" marL="540000" rtl="0" algn="l">
              <a:lnSpc>
                <a:spcPct val="125000"/>
              </a:lnSpc>
              <a:spcBef>
                <a:spcPts val="600"/>
              </a:spcBef>
              <a:spcAft>
                <a:spcPts val="0"/>
              </a:spcAft>
              <a:buClr>
                <a:schemeClr val="dk1"/>
              </a:buClr>
              <a:buSzPts val="1100"/>
              <a:buChar char="▫"/>
            </a:pPr>
            <a:r>
              <a:rPr lang="en-US"/>
              <a:t>Scenario 1: Host 1 wants to access host 2 and sends a unicast frame to the switch. After receiving the unicast frame, the switch searches the MAC address table for the destination MAC address of the frame. If the destination MAC address does not exist in the table, the switch floods the frame.</a:t>
            </a:r>
            <a:endParaRPr/>
          </a:p>
          <a:p>
            <a:pPr indent="-179999" lvl="1" marL="540000" rtl="0" algn="l">
              <a:lnSpc>
                <a:spcPct val="125000"/>
              </a:lnSpc>
              <a:spcBef>
                <a:spcPts val="600"/>
              </a:spcBef>
              <a:spcAft>
                <a:spcPts val="0"/>
              </a:spcAft>
              <a:buClr>
                <a:schemeClr val="dk1"/>
              </a:buClr>
              <a:buSzPts val="1100"/>
              <a:buChar char="▫"/>
            </a:pPr>
            <a:r>
              <a:rPr lang="en-US"/>
              <a:t>Scenario 2: Host 1 wants to access host 2 but does not know the MAC address of host 2. Host 1 sends an ARP Request packet, which is a broadcast frame to the switch. The switch then floods the broadcast frame.</a:t>
            </a:r>
            <a:endParaRPr/>
          </a:p>
        </p:txBody>
      </p:sp>
      <p:sp>
        <p:nvSpPr>
          <p:cNvPr id="1098" name="Google Shape;1098;p27: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28: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If a unicast frame enters a switch interface over a transmission medium, the switch searches the MAC address table for the destination MAC address of the frame. If the corresponding entry is found in the MAC address table, the switch checks whether the interface number corresponding to the destination MAC address is the number of the interface through which the frame enters the switch over the transmission medium. If not, the switch forwards the frame to the interface corresponding to the destination MAC address of the frame in the MAC address table. The frame is then sent out from this interface.</a:t>
            </a:r>
            <a:endParaRPr/>
          </a:p>
          <a:p>
            <a:pPr indent="-180000" lvl="0" marL="180000" rtl="0" algn="l">
              <a:lnSpc>
                <a:spcPct val="125000"/>
              </a:lnSpc>
              <a:spcBef>
                <a:spcPts val="600"/>
              </a:spcBef>
              <a:spcAft>
                <a:spcPts val="0"/>
              </a:spcAft>
              <a:buClr>
                <a:schemeClr val="dk1"/>
              </a:buClr>
              <a:buSzPts val="1100"/>
              <a:buChar char="•"/>
            </a:pPr>
            <a:r>
              <a:rPr lang="en-US"/>
              <a:t>As shown in this figure,</a:t>
            </a:r>
            <a:endParaRPr/>
          </a:p>
          <a:p>
            <a:pPr indent="-179999" lvl="1" marL="540000" rtl="0" algn="l">
              <a:lnSpc>
                <a:spcPct val="125000"/>
              </a:lnSpc>
              <a:spcBef>
                <a:spcPts val="600"/>
              </a:spcBef>
              <a:spcAft>
                <a:spcPts val="0"/>
              </a:spcAft>
              <a:buClr>
                <a:schemeClr val="dk1"/>
              </a:buClr>
              <a:buSzPts val="1100"/>
              <a:buChar char="▫"/>
            </a:pPr>
            <a:r>
              <a:rPr lang="en-US"/>
              <a:t>host 1 wants to access host 2 and sends a unicast frame to the switch. After receiving the unicast frame, the switch finds the corresponding entry in the MAC address table and forwards the frame in point-to-point mode.</a:t>
            </a:r>
            <a:endParaRPr/>
          </a:p>
          <a:p>
            <a:pPr indent="-110150" lvl="0" marL="180000" rtl="0" algn="l">
              <a:lnSpc>
                <a:spcPct val="125000"/>
              </a:lnSpc>
              <a:spcBef>
                <a:spcPts val="600"/>
              </a:spcBef>
              <a:spcAft>
                <a:spcPts val="0"/>
              </a:spcAft>
              <a:buClr>
                <a:schemeClr val="dk1"/>
              </a:buClr>
              <a:buSzPts val="1100"/>
              <a:buNone/>
            </a:pPr>
            <a:r>
              <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1133" name="Google Shape;1133;p28: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29: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If a unicast frame enters a switch interface over a transmission medium, the switch searches the MAC address table for the destination MAC address of the frame. If the corresponding entry is found in the MAC address table, the switch checks whether the interface number corresponding to the destination MAC address in the MAC address table is the number of the interface through which the frame enters the switch over the transmission medium. If yes, the switch discards the frame.</a:t>
            </a:r>
            <a:endParaRPr/>
          </a:p>
          <a:p>
            <a:pPr indent="-180000" lvl="0" marL="180000" rtl="0" algn="l">
              <a:lnSpc>
                <a:spcPct val="125000"/>
              </a:lnSpc>
              <a:spcBef>
                <a:spcPts val="600"/>
              </a:spcBef>
              <a:spcAft>
                <a:spcPts val="0"/>
              </a:spcAft>
              <a:buClr>
                <a:schemeClr val="dk1"/>
              </a:buClr>
              <a:buSzPts val="1100"/>
              <a:buChar char="•"/>
            </a:pPr>
            <a:r>
              <a:rPr lang="en-US"/>
              <a:t>As shown in this figure:</a:t>
            </a:r>
            <a:endParaRPr/>
          </a:p>
          <a:p>
            <a:pPr indent="-179999" lvl="1" marL="540000" rtl="0" algn="l">
              <a:lnSpc>
                <a:spcPct val="125000"/>
              </a:lnSpc>
              <a:spcBef>
                <a:spcPts val="600"/>
              </a:spcBef>
              <a:spcAft>
                <a:spcPts val="0"/>
              </a:spcAft>
              <a:buClr>
                <a:schemeClr val="dk1"/>
              </a:buClr>
              <a:buSzPts val="1100"/>
              <a:buChar char="▫"/>
            </a:pPr>
            <a:r>
              <a:rPr lang="en-US"/>
              <a:t>Host 1 wants to access host 2 and sends a unicast frame to switch 1. After receiving the unicast frame, switch 1 searches the MAC address table for the destination MAC address of the frame. If the destination MAC address does not exist in the table, switch 1 floods the frame.</a:t>
            </a:r>
            <a:endParaRPr/>
          </a:p>
          <a:p>
            <a:pPr indent="-179999" lvl="1" marL="540000" rtl="0" algn="l">
              <a:lnSpc>
                <a:spcPct val="125000"/>
              </a:lnSpc>
              <a:spcBef>
                <a:spcPts val="600"/>
              </a:spcBef>
              <a:spcAft>
                <a:spcPts val="0"/>
              </a:spcAft>
              <a:buClr>
                <a:schemeClr val="dk1"/>
              </a:buClr>
              <a:buSzPts val="1100"/>
              <a:buChar char="▫"/>
            </a:pPr>
            <a:r>
              <a:rPr lang="en-US"/>
              <a:t>After receiving the frame, switch 2 finds that the interface corresponding to the destination MAC address is the interface that receives the frame. In this case, switch 2 discards the frame.</a:t>
            </a:r>
            <a:endParaRPr/>
          </a:p>
        </p:txBody>
      </p:sp>
      <p:sp>
        <p:nvSpPr>
          <p:cNvPr id="1165" name="Google Shape;1165;p29: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p30: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In the initial state, a switch does not know the MAC address of a connected host. Therefore, the MAC address table is empty.</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1203" name="Google Shape;1203;p30: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p31: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If host 1 wants to send data to host 2 (assume that host 1 has obtained the IP address and MAC address of host 2), host 1 encapsulates the frame with its own source IP address and source MAC address.</a:t>
            </a:r>
            <a:endParaRPr/>
          </a:p>
          <a:p>
            <a:pPr indent="-180000" lvl="0" marL="180000" rtl="0" algn="l">
              <a:lnSpc>
                <a:spcPct val="125000"/>
              </a:lnSpc>
              <a:spcBef>
                <a:spcPts val="600"/>
              </a:spcBef>
              <a:spcAft>
                <a:spcPts val="0"/>
              </a:spcAft>
              <a:buClr>
                <a:schemeClr val="dk1"/>
              </a:buClr>
              <a:buSzPts val="1100"/>
              <a:buChar char="•"/>
            </a:pPr>
            <a:r>
              <a:rPr lang="en-US"/>
              <a:t>After receiving the frame, the switch searches its own MAC address table. If no matching entry is found in the table, the switch considers the frame an unknown unicast frame.</a:t>
            </a:r>
            <a:endParaRPr/>
          </a:p>
          <a:p>
            <a:pPr indent="-110150" lvl="0" marL="180000" rtl="0" algn="l">
              <a:lnSpc>
                <a:spcPct val="125000"/>
              </a:lnSpc>
              <a:spcBef>
                <a:spcPts val="600"/>
              </a:spcBef>
              <a:spcAft>
                <a:spcPts val="0"/>
              </a:spcAft>
              <a:buClr>
                <a:schemeClr val="dk1"/>
              </a:buClr>
              <a:buSzPts val="1100"/>
              <a:buNone/>
            </a:pPr>
            <a:r>
              <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1226" name="Google Shape;1226;p31: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32: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The switch floods the received frame because it is an unknown unicast frame.</a:t>
            </a:r>
            <a:endParaRPr/>
          </a:p>
          <a:p>
            <a:pPr indent="-180000" lvl="0" marL="180000" rtl="0" algn="l">
              <a:lnSpc>
                <a:spcPct val="125000"/>
              </a:lnSpc>
              <a:spcBef>
                <a:spcPts val="600"/>
              </a:spcBef>
              <a:spcAft>
                <a:spcPts val="0"/>
              </a:spcAft>
              <a:buClr>
                <a:schemeClr val="dk1"/>
              </a:buClr>
              <a:buSzPts val="1100"/>
              <a:buChar char="•"/>
            </a:pPr>
            <a:r>
              <a:rPr lang="en-US"/>
              <a:t>In addition, the switch records the source MAC address and interface number of the received frame in the MAC address table.</a:t>
            </a:r>
            <a:endParaRPr/>
          </a:p>
          <a:p>
            <a:pPr indent="-180000" lvl="0" marL="180000" rtl="0" algn="l">
              <a:lnSpc>
                <a:spcPct val="125000"/>
              </a:lnSpc>
              <a:spcBef>
                <a:spcPts val="600"/>
              </a:spcBef>
              <a:spcAft>
                <a:spcPts val="0"/>
              </a:spcAft>
              <a:buClr>
                <a:schemeClr val="dk1"/>
              </a:buClr>
              <a:buSzPts val="1100"/>
              <a:buChar char="•"/>
            </a:pPr>
            <a:r>
              <a:rPr lang="en-US"/>
              <a:t>Note that the dynamically learned entries in a MAC address table are not always valid. Each entry has a lifespan. If an entry is not updated within the lifespan, the entry will be deleted. This lifespan is called the aging time. For example, the default aging time of Huawei S series switches is 300s. </a:t>
            </a:r>
            <a:endParaRPr/>
          </a:p>
        </p:txBody>
      </p:sp>
      <p:sp>
        <p:nvSpPr>
          <p:cNvPr id="1256" name="Google Shape;1256;p32: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p33: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All hosts on a broadcast network receive the frame, but only host 2 processes the frame because the destination MAC address is the MAC address of host 2.</a:t>
            </a:r>
            <a:endParaRPr/>
          </a:p>
          <a:p>
            <a:pPr indent="-180000" lvl="0" marL="180000" rtl="0" algn="l">
              <a:lnSpc>
                <a:spcPct val="125000"/>
              </a:lnSpc>
              <a:spcBef>
                <a:spcPts val="600"/>
              </a:spcBef>
              <a:spcAft>
                <a:spcPts val="0"/>
              </a:spcAft>
              <a:buClr>
                <a:schemeClr val="dk1"/>
              </a:buClr>
              <a:buSzPts val="1100"/>
              <a:buChar char="•"/>
            </a:pPr>
            <a:r>
              <a:rPr lang="en-US"/>
              <a:t>Host 2 sends a reply frame, which is also a unicast data frame, to host 1.</a:t>
            </a:r>
            <a:endParaRPr/>
          </a:p>
        </p:txBody>
      </p:sp>
      <p:sp>
        <p:nvSpPr>
          <p:cNvPr id="1288" name="Google Shape;1288;p33: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p34: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After receiving the unicast frame, the switch checks its MAC address table. If a matching entry is found, the switch forwards the frame through the corresponding interface.</a:t>
            </a:r>
            <a:endParaRPr/>
          </a:p>
          <a:p>
            <a:pPr indent="-180000" lvl="0" marL="180000" rtl="0" algn="l">
              <a:lnSpc>
                <a:spcPct val="125000"/>
              </a:lnSpc>
              <a:spcBef>
                <a:spcPts val="600"/>
              </a:spcBef>
              <a:spcAft>
                <a:spcPts val="0"/>
              </a:spcAft>
              <a:buClr>
                <a:schemeClr val="dk1"/>
              </a:buClr>
              <a:buSzPts val="1100"/>
              <a:buChar char="•"/>
            </a:pPr>
            <a:r>
              <a:rPr lang="en-US"/>
              <a:t>In addition, the switch records the source MAC address and interface number of the received frame in the MAC address table.</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1315" name="Google Shape;1315;p34: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p35: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6" name="Google Shape;1346;p35: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p36: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1" name="Google Shape;1351;p36: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p37: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Before sending a packet, host 1 needs to encapsulate information, including the source and destination IP addresses and the source and destination MAC addresses, into the packet.</a:t>
            </a:r>
            <a:endParaRPr/>
          </a:p>
        </p:txBody>
      </p:sp>
      <p:sp>
        <p:nvSpPr>
          <p:cNvPr id="1373" name="Google Shape;1373;p37: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p38: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To encapsulate packet, host 1 searches the local ARP cache table. In the initial state, the ARP cache table of host 1 is empty.</a:t>
            </a:r>
            <a:endParaRPr/>
          </a:p>
          <a:p>
            <a:pPr indent="-180000" lvl="0" marL="180000" rtl="0" algn="l">
              <a:lnSpc>
                <a:spcPct val="125000"/>
              </a:lnSpc>
              <a:spcBef>
                <a:spcPts val="600"/>
              </a:spcBef>
              <a:spcAft>
                <a:spcPts val="0"/>
              </a:spcAft>
              <a:buClr>
                <a:schemeClr val="dk1"/>
              </a:buClr>
              <a:buSzPts val="1100"/>
              <a:buChar char="•"/>
            </a:pPr>
            <a:r>
              <a:rPr lang="en-US"/>
              <a:t>For the switch that is just powered on, in the initial state, the MAC address table is also empty.</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1417" name="Google Shape;1417;p38: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p39: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Host 1 sends an ARP Request packet to request for the destination MAC address.</a:t>
            </a:r>
            <a:endParaRPr/>
          </a:p>
          <a:p>
            <a:pPr indent="-180000" lvl="0" marL="180000" rtl="0" algn="l">
              <a:lnSpc>
                <a:spcPct val="125000"/>
              </a:lnSpc>
              <a:spcBef>
                <a:spcPts val="600"/>
              </a:spcBef>
              <a:spcAft>
                <a:spcPts val="0"/>
              </a:spcAft>
              <a:buClr>
                <a:schemeClr val="dk1"/>
              </a:buClr>
              <a:buSzPts val="1100"/>
              <a:buChar char="•"/>
            </a:pPr>
            <a:r>
              <a:rPr lang="en-US"/>
              <a:t>After receiving a frame, the switch searches the MAC address table. If no matching entry is found in the table, the switch floods the frame to other interfaces other than the interface receiving the frame.</a:t>
            </a:r>
            <a:endParaRPr/>
          </a:p>
        </p:txBody>
      </p:sp>
      <p:sp>
        <p:nvSpPr>
          <p:cNvPr id="1447" name="Google Shape;1447;p39: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p40: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The switch records the source MAC address and interface number of the received frame in the MAC address table.</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1484" name="Google Shape;1484;p40: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9" name="Shape 1519"/>
        <p:cNvGrpSpPr/>
        <p:nvPr/>
      </p:nvGrpSpPr>
      <p:grpSpPr>
        <a:xfrm>
          <a:off x="0" y="0"/>
          <a:ext cx="0" cy="0"/>
          <a:chOff x="0" y="0"/>
          <a:chExt cx="0" cy="0"/>
        </a:xfrm>
      </p:grpSpPr>
      <p:sp>
        <p:nvSpPr>
          <p:cNvPr id="1520" name="Google Shape;1520;p41: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After receiving the ARP Request packet, host 2 processes the packet and sends an ARP Reply packet to host 1.</a:t>
            </a:r>
            <a:endParaRPr/>
          </a:p>
          <a:p>
            <a:pPr indent="-180000" lvl="0" marL="180000" rtl="0" algn="l">
              <a:lnSpc>
                <a:spcPct val="125000"/>
              </a:lnSpc>
              <a:spcBef>
                <a:spcPts val="600"/>
              </a:spcBef>
              <a:spcAft>
                <a:spcPts val="0"/>
              </a:spcAft>
              <a:buClr>
                <a:schemeClr val="dk1"/>
              </a:buClr>
              <a:buSzPts val="1100"/>
              <a:buChar char="•"/>
            </a:pPr>
            <a:r>
              <a:rPr lang="en-US"/>
              <a:t>After receiving a frame, the switch searches the MAC address table. If the corresponding entry is found in the table, the switch forwards the frame to the corresponding interface and records the source MAC address and interface number of the received frame in the MAC address table.</a:t>
            </a:r>
            <a:endParaRPr/>
          </a:p>
          <a:p>
            <a:pPr indent="-180000" lvl="0" marL="180000" rtl="0" algn="l">
              <a:lnSpc>
                <a:spcPct val="125000"/>
              </a:lnSpc>
              <a:spcBef>
                <a:spcPts val="600"/>
              </a:spcBef>
              <a:spcAft>
                <a:spcPts val="0"/>
              </a:spcAft>
              <a:buClr>
                <a:schemeClr val="dk1"/>
              </a:buClr>
              <a:buSzPts val="1100"/>
              <a:buChar char="•"/>
            </a:pPr>
            <a:r>
              <a:rPr lang="en-US"/>
              <a:t>After receiving the ARP Reply packet from host 2, host 1 records the corresponding IP address and MAC address in its ARP cache table and encapsulates its packets to access host 2.</a:t>
            </a:r>
            <a:endParaRPr/>
          </a:p>
        </p:txBody>
      </p:sp>
      <p:sp>
        <p:nvSpPr>
          <p:cNvPr id="1521" name="Google Shape;1521;p41: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p42: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228600" lvl="0" marL="228600" rtl="0" algn="l">
              <a:lnSpc>
                <a:spcPct val="125000"/>
              </a:lnSpc>
              <a:spcBef>
                <a:spcPts val="0"/>
              </a:spcBef>
              <a:spcAft>
                <a:spcPts val="0"/>
              </a:spcAft>
              <a:buClr>
                <a:schemeClr val="dk1"/>
              </a:buClr>
              <a:buSzPts val="1100"/>
              <a:buFont typeface="Arial"/>
              <a:buAutoNum type="arabicPeriod"/>
            </a:pPr>
            <a:r>
              <a:rPr lang="en-US"/>
              <a:t>A</a:t>
            </a:r>
            <a:endParaRPr/>
          </a:p>
          <a:p>
            <a:pPr indent="-228600" lvl="0" marL="228600" rtl="0" algn="l">
              <a:lnSpc>
                <a:spcPct val="125000"/>
              </a:lnSpc>
              <a:spcBef>
                <a:spcPts val="600"/>
              </a:spcBef>
              <a:spcAft>
                <a:spcPts val="0"/>
              </a:spcAft>
              <a:buClr>
                <a:schemeClr val="dk1"/>
              </a:buClr>
              <a:buSzPts val="1100"/>
              <a:buFont typeface="Arial"/>
              <a:buAutoNum type="arabicPeriod"/>
            </a:pPr>
            <a:r>
              <a:rPr lang="en-US"/>
              <a:t>B</a:t>
            </a:r>
            <a:endParaRPr/>
          </a:p>
        </p:txBody>
      </p:sp>
      <p:sp>
        <p:nvSpPr>
          <p:cNvPr id="1555" name="Google Shape;1555;p42: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p43: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0" name="Google Shape;1560;p43: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p44: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5" name="Google Shape;1565;p44: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1#修订记录">
  <p:cSld name="1_1#修订记录">
    <p:spTree>
      <p:nvGrpSpPr>
        <p:cNvPr id="27" name="Shape 27"/>
        <p:cNvGrpSpPr/>
        <p:nvPr/>
      </p:nvGrpSpPr>
      <p:grpSpPr>
        <a:xfrm>
          <a:off x="0" y="0"/>
          <a:ext cx="0" cy="0"/>
          <a:chOff x="0" y="0"/>
          <a:chExt cx="0" cy="0"/>
        </a:xfrm>
      </p:grpSpPr>
      <p:sp>
        <p:nvSpPr>
          <p:cNvPr id="28" name="Google Shape;28;p46"/>
          <p:cNvSpPr/>
          <p:nvPr/>
        </p:nvSpPr>
        <p:spPr>
          <a:xfrm>
            <a:off x="952501" y="368660"/>
            <a:ext cx="4207395" cy="479425"/>
          </a:xfrm>
          <a:prstGeom prst="rect">
            <a:avLst/>
          </a:prstGeom>
          <a:noFill/>
          <a:ln>
            <a:noFill/>
          </a:ln>
        </p:spPr>
        <p:txBody>
          <a:bodyPr anchorCtr="0" anchor="ctr" bIns="39125" lIns="78250" spcFirstLastPara="1" rIns="78250" wrap="square" tIns="39125">
            <a:noAutofit/>
          </a:bodyPr>
          <a:lstStyle/>
          <a:p>
            <a:pPr indent="0" lvl="0" marL="0" marR="0" rtl="0" algn="l">
              <a:lnSpc>
                <a:spcPct val="100000"/>
              </a:lnSpc>
              <a:spcBef>
                <a:spcPts val="0"/>
              </a:spcBef>
              <a:spcAft>
                <a:spcPts val="0"/>
              </a:spcAft>
              <a:buClr>
                <a:srgbClr val="3F3F3F"/>
              </a:buClr>
              <a:buSzPts val="3500"/>
              <a:buFont typeface="Arial"/>
              <a:buNone/>
            </a:pPr>
            <a:r>
              <a:rPr b="1" i="0" lang="en-US" sz="3500" u="none" cap="none" strike="noStrike">
                <a:solidFill>
                  <a:srgbClr val="3F3F3F"/>
                </a:solidFill>
                <a:latin typeface="Arial"/>
                <a:ea typeface="Arial"/>
                <a:cs typeface="Arial"/>
                <a:sym typeface="Arial"/>
              </a:rPr>
              <a:t>Revision Record</a:t>
            </a:r>
            <a:endParaRPr b="1" i="0" sz="3500" u="none" cap="none" strike="noStrike">
              <a:solidFill>
                <a:srgbClr val="3F3F3F"/>
              </a:solidFill>
              <a:latin typeface="Arial"/>
              <a:ea typeface="Arial"/>
              <a:cs typeface="Arial"/>
              <a:sym typeface="Arial"/>
            </a:endParaRPr>
          </a:p>
        </p:txBody>
      </p:sp>
      <p:sp>
        <p:nvSpPr>
          <p:cNvPr id="29" name="Google Shape;29;p46"/>
          <p:cNvSpPr txBox="1"/>
          <p:nvPr/>
        </p:nvSpPr>
        <p:spPr>
          <a:xfrm>
            <a:off x="7487791" y="368660"/>
            <a:ext cx="399644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4D4D4D"/>
                </a:solidFill>
                <a:latin typeface="Arial"/>
                <a:ea typeface="Arial"/>
                <a:cs typeface="Arial"/>
                <a:sym typeface="Arial"/>
              </a:rPr>
              <a:t>Do Not Print this Page</a:t>
            </a:r>
            <a:endParaRPr b="0" i="0" sz="2800" u="none" cap="none" strike="noStrike">
              <a:solidFill>
                <a:srgbClr val="4D4D4D"/>
              </a:solidFill>
              <a:latin typeface="Arial"/>
              <a:ea typeface="Arial"/>
              <a:cs typeface="Arial"/>
              <a:sym typeface="Arial"/>
            </a:endParaRPr>
          </a:p>
        </p:txBody>
      </p:sp>
      <p:graphicFrame>
        <p:nvGraphicFramePr>
          <p:cNvPr id="30" name="Google Shape;30;p46"/>
          <p:cNvGraphicFramePr/>
          <p:nvPr/>
        </p:nvGraphicFramePr>
        <p:xfrm>
          <a:off x="1007534" y="1232756"/>
          <a:ext cx="3000000" cy="3000000"/>
        </p:xfrm>
        <a:graphic>
          <a:graphicData uri="http://schemas.openxmlformats.org/drawingml/2006/table">
            <a:tbl>
              <a:tblPr>
                <a:noFill/>
                <a:tableStyleId>{84936C0C-99A8-467F-8D94-B88695F3C880}</a:tableStyleId>
              </a:tblPr>
              <a:tblGrid>
                <a:gridCol w="3059000"/>
                <a:gridCol w="2155450"/>
                <a:gridCol w="2922025"/>
                <a:gridCol w="2328325"/>
              </a:tblGrid>
              <a:tr h="577850">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Course Code</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Product</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Product Version</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1080"/>
                        <a:buFont typeface="Noto Sans Symbols"/>
                        <a:buNone/>
                      </a:pPr>
                      <a:r>
                        <a:rPr b="1" i="0" lang="en-US" sz="1800" u="none" cap="none" strike="noStrike">
                          <a:solidFill>
                            <a:schemeClr val="dk1"/>
                          </a:solidFill>
                          <a:latin typeface="Arial"/>
                          <a:ea typeface="Arial"/>
                          <a:cs typeface="Arial"/>
                          <a:sym typeface="Arial"/>
                        </a:rPr>
                        <a:t>Course Version</a:t>
                      </a:r>
                      <a:endParaRPr/>
                    </a:p>
                  </a:txBody>
                  <a:tcPr marT="40050" marB="40050" marR="102700" marL="10270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825">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1" name="Google Shape;31;p46"/>
          <p:cNvGraphicFramePr/>
          <p:nvPr/>
        </p:nvGraphicFramePr>
        <p:xfrm>
          <a:off x="1007533" y="2529867"/>
          <a:ext cx="3000000" cy="3000000"/>
        </p:xfrm>
        <a:graphic>
          <a:graphicData uri="http://schemas.openxmlformats.org/drawingml/2006/table">
            <a:tbl>
              <a:tblPr>
                <a:noFill/>
                <a:tableStyleId>{84936C0C-99A8-467F-8D94-B88695F3C880}</a:tableStyleId>
              </a:tblPr>
              <a:tblGrid>
                <a:gridCol w="3085800"/>
                <a:gridCol w="2155925"/>
                <a:gridCol w="2912125"/>
                <a:gridCol w="2310950"/>
              </a:tblGrid>
              <a:tr h="577850">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Author/ID</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Date</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Reviewer/ID</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New/ Update</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825">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2" name="Google Shape;32;p46"/>
          <p:cNvSpPr txBox="1"/>
          <p:nvPr>
            <p:ph idx="1" type="body"/>
          </p:nvPr>
        </p:nvSpPr>
        <p:spPr>
          <a:xfrm>
            <a:off x="1007535" y="1803960"/>
            <a:ext cx="3024237"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46"/>
          <p:cNvSpPr txBox="1"/>
          <p:nvPr>
            <p:ph idx="2" type="body"/>
          </p:nvPr>
        </p:nvSpPr>
        <p:spPr>
          <a:xfrm>
            <a:off x="4079776" y="1803960"/>
            <a:ext cx="21100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46"/>
          <p:cNvSpPr txBox="1"/>
          <p:nvPr>
            <p:ph idx="3" type="body"/>
          </p:nvPr>
        </p:nvSpPr>
        <p:spPr>
          <a:xfrm>
            <a:off x="1007533" y="3089025"/>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46"/>
          <p:cNvSpPr txBox="1"/>
          <p:nvPr>
            <p:ph idx="4" type="body"/>
          </p:nvPr>
        </p:nvSpPr>
        <p:spPr>
          <a:xfrm>
            <a:off x="4079776" y="3089025"/>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6"/>
          <p:cNvSpPr txBox="1"/>
          <p:nvPr>
            <p:ph idx="5" type="body"/>
          </p:nvPr>
        </p:nvSpPr>
        <p:spPr>
          <a:xfrm>
            <a:off x="6239933" y="3089025"/>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6"/>
          <p:cNvSpPr txBox="1"/>
          <p:nvPr>
            <p:ph idx="6" type="body"/>
          </p:nvPr>
        </p:nvSpPr>
        <p:spPr>
          <a:xfrm>
            <a:off x="9168341" y="3089025"/>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46"/>
          <p:cNvSpPr txBox="1"/>
          <p:nvPr>
            <p:ph idx="7" type="body"/>
          </p:nvPr>
        </p:nvSpPr>
        <p:spPr>
          <a:xfrm>
            <a:off x="1019436" y="3608189"/>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46"/>
          <p:cNvSpPr txBox="1"/>
          <p:nvPr>
            <p:ph idx="8" type="body"/>
          </p:nvPr>
        </p:nvSpPr>
        <p:spPr>
          <a:xfrm>
            <a:off x="4091679" y="3608189"/>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6"/>
          <p:cNvSpPr txBox="1"/>
          <p:nvPr>
            <p:ph idx="9" type="body"/>
          </p:nvPr>
        </p:nvSpPr>
        <p:spPr>
          <a:xfrm>
            <a:off x="6251836" y="3608189"/>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46"/>
          <p:cNvSpPr txBox="1"/>
          <p:nvPr>
            <p:ph idx="13" type="body"/>
          </p:nvPr>
        </p:nvSpPr>
        <p:spPr>
          <a:xfrm>
            <a:off x="9180244" y="3608189"/>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46"/>
          <p:cNvSpPr txBox="1"/>
          <p:nvPr>
            <p:ph idx="14" type="body"/>
          </p:nvPr>
        </p:nvSpPr>
        <p:spPr>
          <a:xfrm>
            <a:off x="995796" y="4077072"/>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46"/>
          <p:cNvSpPr txBox="1"/>
          <p:nvPr>
            <p:ph idx="15" type="body"/>
          </p:nvPr>
        </p:nvSpPr>
        <p:spPr>
          <a:xfrm>
            <a:off x="4068039" y="4077072"/>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6"/>
          <p:cNvSpPr txBox="1"/>
          <p:nvPr>
            <p:ph idx="16" type="body"/>
          </p:nvPr>
        </p:nvSpPr>
        <p:spPr>
          <a:xfrm>
            <a:off x="6228196" y="4077072"/>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46"/>
          <p:cNvSpPr txBox="1"/>
          <p:nvPr>
            <p:ph idx="17" type="body"/>
          </p:nvPr>
        </p:nvSpPr>
        <p:spPr>
          <a:xfrm>
            <a:off x="9156604" y="4077072"/>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6"/>
          <p:cNvSpPr txBox="1"/>
          <p:nvPr>
            <p:ph idx="18" type="body"/>
          </p:nvPr>
        </p:nvSpPr>
        <p:spPr>
          <a:xfrm>
            <a:off x="1019436" y="4581128"/>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46"/>
          <p:cNvSpPr txBox="1"/>
          <p:nvPr>
            <p:ph idx="19" type="body"/>
          </p:nvPr>
        </p:nvSpPr>
        <p:spPr>
          <a:xfrm>
            <a:off x="4091679" y="4581128"/>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46"/>
          <p:cNvSpPr txBox="1"/>
          <p:nvPr>
            <p:ph idx="20" type="body"/>
          </p:nvPr>
        </p:nvSpPr>
        <p:spPr>
          <a:xfrm>
            <a:off x="6251836" y="4581128"/>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6"/>
          <p:cNvSpPr txBox="1"/>
          <p:nvPr>
            <p:ph idx="21" type="body"/>
          </p:nvPr>
        </p:nvSpPr>
        <p:spPr>
          <a:xfrm>
            <a:off x="9180244" y="4581128"/>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46"/>
          <p:cNvSpPr txBox="1"/>
          <p:nvPr>
            <p:ph idx="22" type="body"/>
          </p:nvPr>
        </p:nvSpPr>
        <p:spPr>
          <a:xfrm>
            <a:off x="995796" y="5049180"/>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46"/>
          <p:cNvSpPr txBox="1"/>
          <p:nvPr>
            <p:ph idx="23" type="body"/>
          </p:nvPr>
        </p:nvSpPr>
        <p:spPr>
          <a:xfrm>
            <a:off x="4068039" y="5049180"/>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46"/>
          <p:cNvSpPr txBox="1"/>
          <p:nvPr>
            <p:ph idx="24" type="body"/>
          </p:nvPr>
        </p:nvSpPr>
        <p:spPr>
          <a:xfrm>
            <a:off x="6228196" y="5049180"/>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46"/>
          <p:cNvSpPr txBox="1"/>
          <p:nvPr>
            <p:ph idx="25" type="body"/>
          </p:nvPr>
        </p:nvSpPr>
        <p:spPr>
          <a:xfrm>
            <a:off x="9156604" y="5049180"/>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46"/>
          <p:cNvSpPr txBox="1"/>
          <p:nvPr>
            <p:ph idx="26" type="body"/>
          </p:nvPr>
        </p:nvSpPr>
        <p:spPr>
          <a:xfrm>
            <a:off x="1019436" y="5553236"/>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46"/>
          <p:cNvSpPr txBox="1"/>
          <p:nvPr>
            <p:ph idx="27" type="body"/>
          </p:nvPr>
        </p:nvSpPr>
        <p:spPr>
          <a:xfrm>
            <a:off x="4091679" y="5553236"/>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46"/>
          <p:cNvSpPr txBox="1"/>
          <p:nvPr>
            <p:ph idx="28" type="body"/>
          </p:nvPr>
        </p:nvSpPr>
        <p:spPr>
          <a:xfrm>
            <a:off x="6251836" y="5553236"/>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46"/>
          <p:cNvSpPr txBox="1"/>
          <p:nvPr>
            <p:ph idx="29" type="body"/>
          </p:nvPr>
        </p:nvSpPr>
        <p:spPr>
          <a:xfrm>
            <a:off x="9180244" y="5553236"/>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总标题">
  <p:cSld name="2#总标题">
    <p:spTree>
      <p:nvGrpSpPr>
        <p:cNvPr id="58" name="Shape 58"/>
        <p:cNvGrpSpPr/>
        <p:nvPr/>
      </p:nvGrpSpPr>
      <p:grpSpPr>
        <a:xfrm>
          <a:off x="0" y="0"/>
          <a:ext cx="0" cy="0"/>
          <a:chOff x="0" y="0"/>
          <a:chExt cx="0" cy="0"/>
        </a:xfrm>
      </p:grpSpPr>
      <p:pic>
        <p:nvPicPr>
          <p:cNvPr id="59" name="Google Shape;59;p47"/>
          <p:cNvPicPr preferRelativeResize="0"/>
          <p:nvPr/>
        </p:nvPicPr>
        <p:blipFill rotWithShape="1">
          <a:blip r:embed="rId2">
            <a:alphaModFix/>
          </a:blip>
          <a:srcRect b="3447" l="0" r="0" t="0"/>
          <a:stretch/>
        </p:blipFill>
        <p:spPr>
          <a:xfrm>
            <a:off x="1" y="85"/>
            <a:ext cx="12192000" cy="6864740"/>
          </a:xfrm>
          <a:prstGeom prst="rect">
            <a:avLst/>
          </a:prstGeom>
          <a:noFill/>
          <a:ln>
            <a:noFill/>
          </a:ln>
        </p:spPr>
      </p:pic>
      <p:sp>
        <p:nvSpPr>
          <p:cNvPr id="60" name="Google Shape;60;p47"/>
          <p:cNvSpPr txBox="1"/>
          <p:nvPr>
            <p:ph type="ctrTitle"/>
          </p:nvPr>
        </p:nvSpPr>
        <p:spPr>
          <a:xfrm>
            <a:off x="1031295" y="4957156"/>
            <a:ext cx="10441567" cy="831600"/>
          </a:xfrm>
          <a:prstGeom prst="rect">
            <a:avLst/>
          </a:prstGeom>
          <a:noFill/>
          <a:ln>
            <a:noFill/>
          </a:ln>
        </p:spPr>
        <p:txBody>
          <a:bodyPr anchorCtr="0" anchor="ctr" bIns="43900" lIns="87800" spcFirstLastPara="1" rIns="87800" wrap="square" tIns="43900">
            <a:noAutofit/>
          </a:bodyPr>
          <a:lstStyle>
            <a:lvl1pPr lvl="0" algn="l">
              <a:lnSpc>
                <a:spcPct val="90000"/>
              </a:lnSpc>
              <a:spcBef>
                <a:spcPts val="0"/>
              </a:spcBef>
              <a:spcAft>
                <a:spcPts val="0"/>
              </a:spcAft>
              <a:buClr>
                <a:srgbClr val="0070C0"/>
              </a:buClr>
              <a:buSzPts val="4300"/>
              <a:buFont typeface="Arial"/>
              <a:buNone/>
              <a:defRPr b="1" sz="4300">
                <a:solidFill>
                  <a:srgbClr val="0070C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47"/>
          <p:cNvSpPr txBox="1"/>
          <p:nvPr>
            <p:ph idx="1" type="body"/>
          </p:nvPr>
        </p:nvSpPr>
        <p:spPr>
          <a:xfrm>
            <a:off x="1031295" y="5816120"/>
            <a:ext cx="6912000" cy="493200"/>
          </a:xfrm>
          <a:prstGeom prst="rect">
            <a:avLst/>
          </a:prstGeom>
          <a:noFill/>
          <a:ln>
            <a:noFill/>
          </a:ln>
        </p:spPr>
        <p:txBody>
          <a:bodyPr anchorCtr="0" anchor="t" bIns="40050" lIns="80125" spcFirstLastPara="1" rIns="80125" wrap="square" tIns="40050">
            <a:noAutofit/>
          </a:bodyPr>
          <a:lstStyle>
            <a:lvl1pPr indent="-228600" lvl="0" marL="457200" algn="l">
              <a:lnSpc>
                <a:spcPct val="140000"/>
              </a:lnSpc>
              <a:spcBef>
                <a:spcPts val="0"/>
              </a:spcBef>
              <a:spcAft>
                <a:spcPts val="0"/>
              </a:spcAft>
              <a:buClr>
                <a:srgbClr val="0070C0"/>
              </a:buClr>
              <a:buSzPts val="1000"/>
              <a:buNone/>
              <a:defRPr sz="2000">
                <a:solidFill>
                  <a:srgbClr val="0070C0"/>
                </a:solidFill>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47"/>
          <p:cNvSpPr/>
          <p:nvPr/>
        </p:nvSpPr>
        <p:spPr>
          <a:xfrm>
            <a:off x="947428" y="6500581"/>
            <a:ext cx="4948333" cy="265552"/>
          </a:xfrm>
          <a:prstGeom prst="rect">
            <a:avLst/>
          </a:prstGeom>
          <a:noFill/>
          <a:ln>
            <a:noFill/>
          </a:ln>
        </p:spPr>
        <p:txBody>
          <a:bodyPr anchorCtr="0" anchor="t" bIns="40050" lIns="80100" spcFirstLastPara="1" rIns="80100" wrap="square" tIns="4005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Copyright © 2020 Huawei Technologies Co., Ltd. All rights reserved. </a:t>
            </a:r>
            <a:endParaRPr/>
          </a:p>
        </p:txBody>
      </p:sp>
      <p:pic>
        <p:nvPicPr>
          <p:cNvPr id="63" name="Google Shape;63;p47"/>
          <p:cNvPicPr preferRelativeResize="0"/>
          <p:nvPr/>
        </p:nvPicPr>
        <p:blipFill rotWithShape="1">
          <a:blip r:embed="rId3">
            <a:alphaModFix/>
          </a:blip>
          <a:srcRect b="0" l="0" r="0" t="0"/>
          <a:stretch/>
        </p:blipFill>
        <p:spPr>
          <a:xfrm>
            <a:off x="9891889" y="251069"/>
            <a:ext cx="1965600" cy="43010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前言">
  <p:cSld name="3#前言">
    <p:spTree>
      <p:nvGrpSpPr>
        <p:cNvPr id="64" name="Shape 64"/>
        <p:cNvGrpSpPr/>
        <p:nvPr/>
      </p:nvGrpSpPr>
      <p:grpSpPr>
        <a:xfrm>
          <a:off x="0" y="0"/>
          <a:ext cx="0" cy="0"/>
          <a:chOff x="0" y="0"/>
          <a:chExt cx="0" cy="0"/>
        </a:xfrm>
      </p:grpSpPr>
      <p:sp>
        <p:nvSpPr>
          <p:cNvPr id="65" name="Google Shape;65;p48"/>
          <p:cNvSpPr txBox="1"/>
          <p:nvPr>
            <p:ph idx="1" type="body"/>
          </p:nvPr>
        </p:nvSpPr>
        <p:spPr>
          <a:xfrm>
            <a:off x="451878" y="1242453"/>
            <a:ext cx="11306175" cy="4679788"/>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228600" lvl="4" marL="2286000" algn="l">
              <a:lnSpc>
                <a:spcPct val="140000"/>
              </a:lnSpc>
              <a:spcBef>
                <a:spcPts val="576"/>
              </a:spcBef>
              <a:spcAft>
                <a:spcPts val="0"/>
              </a:spcAft>
              <a:buClr>
                <a:schemeClr val="dk1"/>
              </a:buClr>
              <a:buSzPts val="1399"/>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48"/>
          <p:cNvSpPr txBox="1"/>
          <p:nvPr/>
        </p:nvSpPr>
        <p:spPr>
          <a:xfrm>
            <a:off x="1595500" y="408779"/>
            <a:ext cx="2376264"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i="0" lang="en-US" sz="3500" u="none" cap="none" strike="noStrike">
                <a:solidFill>
                  <a:schemeClr val="dk1"/>
                </a:solidFill>
                <a:latin typeface="Arial"/>
                <a:ea typeface="Arial"/>
                <a:cs typeface="Arial"/>
                <a:sym typeface="Arial"/>
              </a:rPr>
              <a:t>Foreword</a:t>
            </a:r>
            <a:endParaRPr b="1" i="0" sz="3500" u="none" cap="none" strike="noStrike">
              <a:solidFill>
                <a:schemeClr val="dk1"/>
              </a:solidFill>
              <a:latin typeface="Arial"/>
              <a:ea typeface="Arial"/>
              <a:cs typeface="Arial"/>
              <a:sym typeface="Arial"/>
            </a:endParaRPr>
          </a:p>
        </p:txBody>
      </p:sp>
      <p:sp>
        <p:nvSpPr>
          <p:cNvPr id="67" name="Google Shape;67;p48"/>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 name="Google Shape;68;p48"/>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69" name="Google Shape;69;p48"/>
          <p:cNvGrpSpPr/>
          <p:nvPr/>
        </p:nvGrpSpPr>
        <p:grpSpPr>
          <a:xfrm>
            <a:off x="335360" y="498828"/>
            <a:ext cx="628158" cy="459460"/>
            <a:chOff x="3275013" y="1363663"/>
            <a:chExt cx="5645150" cy="4129087"/>
          </a:xfrm>
        </p:grpSpPr>
        <p:sp>
          <p:nvSpPr>
            <p:cNvPr id="70" name="Google Shape;70;p48"/>
            <p:cNvSpPr/>
            <p:nvPr/>
          </p:nvSpPr>
          <p:spPr>
            <a:xfrm>
              <a:off x="3275013" y="1363663"/>
              <a:ext cx="5645150" cy="4129087"/>
            </a:xfrm>
            <a:custGeom>
              <a:rect b="b" l="l" r="r" t="t"/>
              <a:pathLst>
                <a:path extrusionOk="0" h="1101" w="1505">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 name="Google Shape;71;p48"/>
            <p:cNvSpPr/>
            <p:nvPr/>
          </p:nvSpPr>
          <p:spPr>
            <a:xfrm>
              <a:off x="6208713" y="3227388"/>
              <a:ext cx="1833563" cy="173037"/>
            </a:xfrm>
            <a:custGeom>
              <a:rect b="b" l="l" r="r" t="t"/>
              <a:pathLst>
                <a:path extrusionOk="0" h="46" w="489">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 name="Google Shape;72;p48"/>
            <p:cNvSpPr/>
            <p:nvPr/>
          </p:nvSpPr>
          <p:spPr>
            <a:xfrm>
              <a:off x="6208713" y="3786188"/>
              <a:ext cx="1833563" cy="168275"/>
            </a:xfrm>
            <a:custGeom>
              <a:rect b="b" l="l" r="r" t="t"/>
              <a:pathLst>
                <a:path extrusionOk="0" h="45" w="489">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 name="Google Shape;73;p48"/>
            <p:cNvSpPr/>
            <p:nvPr/>
          </p:nvSpPr>
          <p:spPr>
            <a:xfrm>
              <a:off x="3924301" y="1936750"/>
              <a:ext cx="1593850" cy="169862"/>
            </a:xfrm>
            <a:custGeom>
              <a:rect b="b" l="l" r="r" t="t"/>
              <a:pathLst>
                <a:path extrusionOk="0" h="45" w="42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 name="Google Shape;74;p48"/>
            <p:cNvSpPr/>
            <p:nvPr/>
          </p:nvSpPr>
          <p:spPr>
            <a:xfrm>
              <a:off x="3924301" y="2371725"/>
              <a:ext cx="1136650" cy="169862"/>
            </a:xfrm>
            <a:custGeom>
              <a:rect b="b" l="l" r="r" t="t"/>
              <a:pathLst>
                <a:path extrusionOk="0" h="45" w="303">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5" name="Google Shape;75;p48"/>
          <p:cNvSpPr/>
          <p:nvPr/>
        </p:nvSpPr>
        <p:spPr>
          <a:xfrm>
            <a:off x="4619836" y="296368"/>
            <a:ext cx="7560000" cy="864888"/>
          </a:xfrm>
          <a:custGeom>
            <a:rect b="b" l="l" r="r" t="t"/>
            <a:pathLst>
              <a:path extrusionOk="0" h="10000" w="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6" name="Google Shape;76;p48"/>
          <p:cNvSpPr/>
          <p:nvPr/>
        </p:nvSpPr>
        <p:spPr>
          <a:xfrm>
            <a:off x="4511824"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目标">
  <p:cSld name="4#目标">
    <p:spTree>
      <p:nvGrpSpPr>
        <p:cNvPr id="77" name="Shape 77"/>
        <p:cNvGrpSpPr/>
        <p:nvPr/>
      </p:nvGrpSpPr>
      <p:grpSpPr>
        <a:xfrm>
          <a:off x="0" y="0"/>
          <a:ext cx="0" cy="0"/>
          <a:chOff x="0" y="0"/>
          <a:chExt cx="0" cy="0"/>
        </a:xfrm>
      </p:grpSpPr>
      <p:sp>
        <p:nvSpPr>
          <p:cNvPr id="78" name="Google Shape;78;p49"/>
          <p:cNvSpPr txBox="1"/>
          <p:nvPr/>
        </p:nvSpPr>
        <p:spPr>
          <a:xfrm>
            <a:off x="1595500" y="408779"/>
            <a:ext cx="2592288"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Objectives</a:t>
            </a:r>
            <a:endParaRPr b="1" sz="3500">
              <a:solidFill>
                <a:schemeClr val="dk1"/>
              </a:solidFill>
              <a:latin typeface="Arial"/>
              <a:ea typeface="Arial"/>
              <a:cs typeface="Arial"/>
              <a:sym typeface="Arial"/>
            </a:endParaRPr>
          </a:p>
        </p:txBody>
      </p:sp>
      <p:sp>
        <p:nvSpPr>
          <p:cNvPr id="79" name="Google Shape;79;p49"/>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0" name="Google Shape;80;p49"/>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81" name="Google Shape;81;p49"/>
          <p:cNvGrpSpPr/>
          <p:nvPr/>
        </p:nvGrpSpPr>
        <p:grpSpPr>
          <a:xfrm>
            <a:off x="443372" y="440668"/>
            <a:ext cx="533970" cy="533470"/>
            <a:chOff x="2960687" y="4865687"/>
            <a:chExt cx="1698626" cy="1697038"/>
          </a:xfrm>
        </p:grpSpPr>
        <p:sp>
          <p:nvSpPr>
            <p:cNvPr id="82" name="Google Shape;82;p49"/>
            <p:cNvSpPr/>
            <p:nvPr/>
          </p:nvSpPr>
          <p:spPr>
            <a:xfrm>
              <a:off x="2960687" y="5251450"/>
              <a:ext cx="1311275" cy="1311275"/>
            </a:xfrm>
            <a:custGeom>
              <a:rect b="b" l="l" r="r" t="t"/>
              <a:pathLst>
                <a:path extrusionOk="0" h="1293" w="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3" name="Google Shape;83;p49"/>
            <p:cNvSpPr/>
            <p:nvPr/>
          </p:nvSpPr>
          <p:spPr>
            <a:xfrm>
              <a:off x="3168650" y="5459413"/>
              <a:ext cx="895350" cy="895350"/>
            </a:xfrm>
            <a:custGeom>
              <a:rect b="b" l="l" r="r" t="t"/>
              <a:pathLst>
                <a:path extrusionOk="0" h="883" w="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 name="Google Shape;84;p49"/>
            <p:cNvSpPr/>
            <p:nvPr/>
          </p:nvSpPr>
          <p:spPr>
            <a:xfrm>
              <a:off x="3384550" y="5675313"/>
              <a:ext cx="463550" cy="463550"/>
            </a:xfrm>
            <a:custGeom>
              <a:rect b="b" l="l" r="r" t="t"/>
              <a:pathLst>
                <a:path extrusionOk="0" h="457" w="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49"/>
            <p:cNvSpPr/>
            <p:nvPr/>
          </p:nvSpPr>
          <p:spPr>
            <a:xfrm>
              <a:off x="3582988" y="5092700"/>
              <a:ext cx="850900" cy="844550"/>
            </a:xfrm>
            <a:custGeom>
              <a:rect b="b" l="l" r="r" t="t"/>
              <a:pathLst>
                <a:path extrusionOk="0" h="834" w="839">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 name="Google Shape;86;p49"/>
            <p:cNvSpPr/>
            <p:nvPr/>
          </p:nvSpPr>
          <p:spPr>
            <a:xfrm>
              <a:off x="4140200" y="4865687"/>
              <a:ext cx="301625" cy="500063"/>
            </a:xfrm>
            <a:custGeom>
              <a:rect b="b" l="l" r="r" t="t"/>
              <a:pathLst>
                <a:path extrusionOk="0" h="492" w="298">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 name="Google Shape;87;p49"/>
            <p:cNvSpPr/>
            <p:nvPr/>
          </p:nvSpPr>
          <p:spPr>
            <a:xfrm>
              <a:off x="4157663" y="5083175"/>
              <a:ext cx="501650" cy="301625"/>
            </a:xfrm>
            <a:custGeom>
              <a:rect b="b" l="l" r="r" t="t"/>
              <a:pathLst>
                <a:path extrusionOk="0" h="297" w="494">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88" name="Google Shape;88;p49"/>
          <p:cNvSpPr/>
          <p:nvPr/>
        </p:nvSpPr>
        <p:spPr>
          <a:xfrm>
            <a:off x="4619836" y="296368"/>
            <a:ext cx="7560000" cy="864888"/>
          </a:xfrm>
          <a:custGeom>
            <a:rect b="b" l="l" r="r" t="t"/>
            <a:pathLst>
              <a:path extrusionOk="0" h="10000" w="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49"/>
          <p:cNvSpPr/>
          <p:nvPr/>
        </p:nvSpPr>
        <p:spPr>
          <a:xfrm>
            <a:off x="4511824"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 name="Google Shape;90;p49"/>
          <p:cNvSpPr txBox="1"/>
          <p:nvPr>
            <p:ph idx="1" type="body"/>
          </p:nvPr>
        </p:nvSpPr>
        <p:spPr>
          <a:xfrm>
            <a:off x="451202" y="1233276"/>
            <a:ext cx="11306175" cy="4680000"/>
          </a:xfrm>
          <a:prstGeom prst="rect">
            <a:avLst/>
          </a:prstGeom>
          <a:noFill/>
          <a:ln>
            <a:noFill/>
          </a:ln>
        </p:spPr>
        <p:txBody>
          <a:bodyPr anchorCtr="0" anchor="t" bIns="40050" lIns="80125" spcFirstLastPara="1" rIns="80125" wrap="square" tIns="40050">
            <a:noAutofit/>
          </a:bodyPr>
          <a:lstStyle>
            <a:lvl1pPr indent="-298450" lvl="0" marL="457200" marR="0" algn="just">
              <a:lnSpc>
                <a:spcPct val="140000"/>
              </a:lnSpc>
              <a:spcBef>
                <a:spcPts val="660"/>
              </a:spcBef>
              <a:spcAft>
                <a:spcPts val="0"/>
              </a:spcAft>
              <a:buClr>
                <a:schemeClr val="dk1"/>
              </a:buClr>
              <a:buSzPts val="1100"/>
              <a:buFont typeface="Noto Sans Symbols"/>
              <a:buChar char="●"/>
              <a:defRPr b="0" i="0" sz="2200" u="none" cap="none" strike="noStrike"/>
            </a:lvl1pPr>
            <a:lvl2pPr indent="-292068" lvl="1" marL="914400" algn="just">
              <a:lnSpc>
                <a:spcPct val="140000"/>
              </a:lnSpc>
              <a:spcBef>
                <a:spcPts val="720"/>
              </a:spcBef>
              <a:spcAft>
                <a:spcPts val="0"/>
              </a:spcAft>
              <a:buClr>
                <a:schemeClr val="dk1"/>
              </a:buClr>
              <a:buSzPts val="1000"/>
              <a:buChar char="🞐"/>
              <a:defRPr>
                <a:latin typeface="Arial"/>
                <a:ea typeface="Arial"/>
                <a:cs typeface="Arial"/>
                <a:sym typeface="Arial"/>
              </a:defRPr>
            </a:lvl2pPr>
            <a:lvl3pPr indent="-285718" lvl="2" marL="1371600" algn="just">
              <a:lnSpc>
                <a:spcPct val="140000"/>
              </a:lnSpc>
              <a:spcBef>
                <a:spcPts val="648"/>
              </a:spcBef>
              <a:spcAft>
                <a:spcPts val="0"/>
              </a:spcAft>
              <a:buClr>
                <a:schemeClr val="dk1"/>
              </a:buClr>
              <a:buSzPts val="900"/>
              <a:buChar char="■"/>
              <a:defRPr>
                <a:latin typeface="Arial"/>
                <a:ea typeface="Arial"/>
                <a:cs typeface="Arial"/>
                <a:sym typeface="Arial"/>
              </a:defRPr>
            </a:lvl3pPr>
            <a:lvl4pPr indent="-330136" lvl="3" marL="1828800" algn="just">
              <a:lnSpc>
                <a:spcPct val="140000"/>
              </a:lnSpc>
              <a:spcBef>
                <a:spcPts val="576"/>
              </a:spcBef>
              <a:spcAft>
                <a:spcPts val="0"/>
              </a:spcAft>
              <a:buClr>
                <a:schemeClr val="dk1"/>
              </a:buClr>
              <a:buSzPts val="1599"/>
              <a:buChar char="−"/>
              <a:defRPr>
                <a:latin typeface="Arial"/>
                <a:ea typeface="Arial"/>
                <a:cs typeface="Arial"/>
                <a:sym typeface="Arial"/>
              </a:defRPr>
            </a:lvl4pPr>
            <a:lvl5pPr indent="-317436" lvl="4" marL="2286000" algn="just">
              <a:lnSpc>
                <a:spcPct val="140000"/>
              </a:lnSpc>
              <a:spcBef>
                <a:spcPts val="576"/>
              </a:spcBef>
              <a:spcAft>
                <a:spcPts val="0"/>
              </a:spcAft>
              <a:buClr>
                <a:schemeClr val="dk1"/>
              </a:buClr>
              <a:buSzPts val="1399"/>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目录">
  <p:cSld name="5#目录">
    <p:spTree>
      <p:nvGrpSpPr>
        <p:cNvPr id="91" name="Shape 91"/>
        <p:cNvGrpSpPr/>
        <p:nvPr/>
      </p:nvGrpSpPr>
      <p:grpSpPr>
        <a:xfrm>
          <a:off x="0" y="0"/>
          <a:ext cx="0" cy="0"/>
          <a:chOff x="0" y="0"/>
          <a:chExt cx="0" cy="0"/>
        </a:xfrm>
      </p:grpSpPr>
      <p:sp>
        <p:nvSpPr>
          <p:cNvPr id="92" name="Google Shape;92;p50"/>
          <p:cNvSpPr txBox="1"/>
          <p:nvPr/>
        </p:nvSpPr>
        <p:spPr>
          <a:xfrm>
            <a:off x="1595500" y="408779"/>
            <a:ext cx="2232248"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Contents</a:t>
            </a:r>
            <a:endParaRPr b="1" sz="3500">
              <a:solidFill>
                <a:schemeClr val="dk1"/>
              </a:solidFill>
              <a:latin typeface="Arial"/>
              <a:ea typeface="Arial"/>
              <a:cs typeface="Arial"/>
              <a:sym typeface="Arial"/>
            </a:endParaRPr>
          </a:p>
        </p:txBody>
      </p:sp>
      <p:sp>
        <p:nvSpPr>
          <p:cNvPr id="93" name="Google Shape;93;p50"/>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4" name="Google Shape;94;p50"/>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95" name="Google Shape;95;p50"/>
          <p:cNvGrpSpPr/>
          <p:nvPr/>
        </p:nvGrpSpPr>
        <p:grpSpPr>
          <a:xfrm>
            <a:off x="587388" y="515379"/>
            <a:ext cx="358335" cy="426359"/>
            <a:chOff x="3295650" y="230188"/>
            <a:chExt cx="936625" cy="1114426"/>
          </a:xfrm>
        </p:grpSpPr>
        <p:sp>
          <p:nvSpPr>
            <p:cNvPr id="96" name="Google Shape;96;p50"/>
            <p:cNvSpPr/>
            <p:nvPr/>
          </p:nvSpPr>
          <p:spPr>
            <a:xfrm>
              <a:off x="3959225" y="876301"/>
              <a:ext cx="182563" cy="492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7" name="Google Shape;97;p50"/>
            <p:cNvSpPr/>
            <p:nvPr/>
          </p:nvSpPr>
          <p:spPr>
            <a:xfrm>
              <a:off x="3959225" y="777876"/>
              <a:ext cx="182563" cy="492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 name="Google Shape;98;p50"/>
            <p:cNvSpPr/>
            <p:nvPr/>
          </p:nvSpPr>
          <p:spPr>
            <a:xfrm>
              <a:off x="3959225" y="677863"/>
              <a:ext cx="182563" cy="476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9" name="Google Shape;99;p50"/>
            <p:cNvSpPr/>
            <p:nvPr/>
          </p:nvSpPr>
          <p:spPr>
            <a:xfrm>
              <a:off x="3959225" y="582613"/>
              <a:ext cx="182563" cy="492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 name="Google Shape;100;p50"/>
            <p:cNvSpPr/>
            <p:nvPr/>
          </p:nvSpPr>
          <p:spPr>
            <a:xfrm>
              <a:off x="3676650" y="1101726"/>
              <a:ext cx="469900" cy="476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 name="Google Shape;101;p50"/>
            <p:cNvSpPr/>
            <p:nvPr/>
          </p:nvSpPr>
          <p:spPr>
            <a:xfrm>
              <a:off x="3676650" y="1198563"/>
              <a:ext cx="469900" cy="492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 name="Google Shape;102;p50"/>
            <p:cNvSpPr/>
            <p:nvPr/>
          </p:nvSpPr>
          <p:spPr>
            <a:xfrm>
              <a:off x="3590925" y="482601"/>
              <a:ext cx="641350" cy="862013"/>
            </a:xfrm>
            <a:custGeom>
              <a:rect b="b" l="l" r="r" t="t"/>
              <a:pathLst>
                <a:path extrusionOk="0" h="543" w="404">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50"/>
            <p:cNvSpPr/>
            <p:nvPr/>
          </p:nvSpPr>
          <p:spPr>
            <a:xfrm>
              <a:off x="3959225" y="989013"/>
              <a:ext cx="182563" cy="476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 name="Google Shape;104;p50"/>
            <p:cNvSpPr/>
            <p:nvPr/>
          </p:nvSpPr>
          <p:spPr>
            <a:xfrm>
              <a:off x="3295650" y="230188"/>
              <a:ext cx="639763" cy="852488"/>
            </a:xfrm>
            <a:custGeom>
              <a:rect b="b" l="l" r="r" t="t"/>
              <a:pathLst>
                <a:path extrusionOk="0" h="537" w="403">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 name="Google Shape;105;p50"/>
            <p:cNvSpPr/>
            <p:nvPr/>
          </p:nvSpPr>
          <p:spPr>
            <a:xfrm>
              <a:off x="3441700" y="376238"/>
              <a:ext cx="176213" cy="3238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 name="Google Shape;106;p50"/>
            <p:cNvSpPr/>
            <p:nvPr/>
          </p:nvSpPr>
          <p:spPr>
            <a:xfrm>
              <a:off x="3411538" y="755651"/>
              <a:ext cx="438150" cy="460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 name="Google Shape;107;p50"/>
            <p:cNvSpPr/>
            <p:nvPr/>
          </p:nvSpPr>
          <p:spPr>
            <a:xfrm>
              <a:off x="3670300" y="565151"/>
              <a:ext cx="179388" cy="444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 name="Google Shape;108;p50"/>
            <p:cNvSpPr/>
            <p:nvPr/>
          </p:nvSpPr>
          <p:spPr>
            <a:xfrm>
              <a:off x="3670300" y="658813"/>
              <a:ext cx="179388" cy="412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 name="Google Shape;109;p50"/>
            <p:cNvSpPr/>
            <p:nvPr/>
          </p:nvSpPr>
          <p:spPr>
            <a:xfrm>
              <a:off x="3670300" y="471488"/>
              <a:ext cx="179388" cy="444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 name="Google Shape;110;p50"/>
            <p:cNvSpPr/>
            <p:nvPr/>
          </p:nvSpPr>
          <p:spPr>
            <a:xfrm>
              <a:off x="3670300" y="376238"/>
              <a:ext cx="179388" cy="412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 name="Google Shape;111;p50"/>
            <p:cNvSpPr/>
            <p:nvPr/>
          </p:nvSpPr>
          <p:spPr>
            <a:xfrm>
              <a:off x="3411538" y="842963"/>
              <a:ext cx="438150" cy="444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2" name="Google Shape;112;p50"/>
          <p:cNvSpPr/>
          <p:nvPr/>
        </p:nvSpPr>
        <p:spPr>
          <a:xfrm>
            <a:off x="4619836" y="296368"/>
            <a:ext cx="7560000" cy="864888"/>
          </a:xfrm>
          <a:custGeom>
            <a:rect b="b" l="l" r="r" t="t"/>
            <a:pathLst>
              <a:path extrusionOk="0" h="10000" w="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 name="Google Shape;113;p50"/>
          <p:cNvSpPr/>
          <p:nvPr/>
        </p:nvSpPr>
        <p:spPr>
          <a:xfrm>
            <a:off x="4511824"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 name="Google Shape;114;p50"/>
          <p:cNvSpPr txBox="1"/>
          <p:nvPr>
            <p:ph idx="1" type="body"/>
          </p:nvPr>
        </p:nvSpPr>
        <p:spPr>
          <a:xfrm>
            <a:off x="454816" y="1233487"/>
            <a:ext cx="11307600" cy="4680000"/>
          </a:xfrm>
          <a:prstGeom prst="rect">
            <a:avLst/>
          </a:prstGeom>
          <a:noFill/>
          <a:ln>
            <a:noFill/>
          </a:ln>
        </p:spPr>
        <p:txBody>
          <a:bodyPr anchorCtr="0" anchor="t" bIns="40050" lIns="80125" spcFirstLastPara="1" rIns="80125" wrap="square" tIns="40050">
            <a:noAutofit/>
          </a:bodyPr>
          <a:lstStyle>
            <a:lvl1pPr indent="-368236" lvl="0" marL="457200" marR="0" algn="just">
              <a:lnSpc>
                <a:spcPct val="140000"/>
              </a:lnSpc>
              <a:spcBef>
                <a:spcPts val="660"/>
              </a:spcBef>
              <a:spcAft>
                <a:spcPts val="0"/>
              </a:spcAft>
              <a:buClr>
                <a:schemeClr val="dk1"/>
              </a:buClr>
              <a:buSzPts val="2199"/>
              <a:buFont typeface="Arial"/>
              <a:buAutoNum type="arabicPeriod"/>
              <a:defRPr>
                <a:latin typeface="Arial"/>
                <a:ea typeface="Arial"/>
                <a:cs typeface="Arial"/>
                <a:sym typeface="Arial"/>
              </a:defRPr>
            </a:lvl1pPr>
            <a:lvl2pPr indent="-355536" lvl="1" marL="914400" algn="l">
              <a:lnSpc>
                <a:spcPct val="140000"/>
              </a:lnSpc>
              <a:spcBef>
                <a:spcPts val="720"/>
              </a:spcBef>
              <a:spcAft>
                <a:spcPts val="0"/>
              </a:spcAft>
              <a:buClr>
                <a:schemeClr val="dk1"/>
              </a:buClr>
              <a:buSzPts val="1999"/>
              <a:buFont typeface="Arial"/>
              <a:buChar char="▫"/>
              <a:defRPr>
                <a:latin typeface="Arial"/>
                <a:ea typeface="Arial"/>
                <a:cs typeface="Arial"/>
                <a:sym typeface="Arial"/>
              </a:defRPr>
            </a:lvl2pPr>
            <a:lvl3pPr indent="-285718"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228600" lvl="4" marL="2286000" algn="l">
              <a:lnSpc>
                <a:spcPct val="140000"/>
              </a:lnSpc>
              <a:spcBef>
                <a:spcPts val="576"/>
              </a:spcBef>
              <a:spcAft>
                <a:spcPts val="0"/>
              </a:spcAft>
              <a:buClr>
                <a:schemeClr val="dk1"/>
              </a:buClr>
              <a:buSzPts val="1399"/>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标题和内容">
  <p:cSld name="7#标题和内容">
    <p:spTree>
      <p:nvGrpSpPr>
        <p:cNvPr id="115" name="Shape 115"/>
        <p:cNvGrpSpPr/>
        <p:nvPr/>
      </p:nvGrpSpPr>
      <p:grpSpPr>
        <a:xfrm>
          <a:off x="0" y="0"/>
          <a:ext cx="0" cy="0"/>
          <a:chOff x="0" y="0"/>
          <a:chExt cx="0" cy="0"/>
        </a:xfrm>
      </p:grpSpPr>
      <p:sp>
        <p:nvSpPr>
          <p:cNvPr id="116" name="Google Shape;116;p51"/>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51"/>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8" name="Google Shape;118;p51"/>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19" name="Google Shape;119;p51"/>
          <p:cNvGrpSpPr/>
          <p:nvPr/>
        </p:nvGrpSpPr>
        <p:grpSpPr>
          <a:xfrm>
            <a:off x="587388" y="505779"/>
            <a:ext cx="374708" cy="445558"/>
            <a:chOff x="-1647825" y="2492375"/>
            <a:chExt cx="1947863" cy="2316163"/>
          </a:xfrm>
        </p:grpSpPr>
        <p:sp>
          <p:nvSpPr>
            <p:cNvPr id="120" name="Google Shape;120;p51"/>
            <p:cNvSpPr/>
            <p:nvPr/>
          </p:nvSpPr>
          <p:spPr>
            <a:xfrm>
              <a:off x="-1647825" y="2492375"/>
              <a:ext cx="1947863" cy="2316163"/>
            </a:xfrm>
            <a:custGeom>
              <a:rect b="b" l="l" r="r" t="t"/>
              <a:pathLst>
                <a:path extrusionOk="0" h="3258" w="2739">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 name="Google Shape;121;p51"/>
            <p:cNvSpPr/>
            <p:nvPr/>
          </p:nvSpPr>
          <p:spPr>
            <a:xfrm>
              <a:off x="-1155700" y="2941638"/>
              <a:ext cx="963613" cy="893763"/>
            </a:xfrm>
            <a:custGeom>
              <a:rect b="b" l="l" r="r" t="t"/>
              <a:pathLst>
                <a:path extrusionOk="0" h="1256" w="1353">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22" name="Google Shape;122;p51"/>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lvl1pPr lvl="0" algn="l">
              <a:lnSpc>
                <a:spcPct val="90000"/>
              </a:lnSpc>
              <a:spcBef>
                <a:spcPts val="0"/>
              </a:spcBef>
              <a:spcAft>
                <a:spcPts val="0"/>
              </a:spcAft>
              <a:buClr>
                <a:schemeClr val="dk1"/>
              </a:buClr>
              <a:buSzPts val="3499"/>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全白背景" showMasterSp="0">
  <p:cSld name="9#全白背景">
    <p:spTree>
      <p:nvGrpSpPr>
        <p:cNvPr id="123" name="Shape 123"/>
        <p:cNvGrpSpPr/>
        <p:nvPr/>
      </p:nvGrpSpPr>
      <p:grpSpPr>
        <a:xfrm>
          <a:off x="0" y="0"/>
          <a:ext cx="0" cy="0"/>
          <a:chOff x="0" y="0"/>
          <a:chExt cx="0" cy="0"/>
        </a:xfrm>
      </p:grpSpPr>
      <p:grpSp>
        <p:nvGrpSpPr>
          <p:cNvPr id="124" name="Google Shape;124;p52"/>
          <p:cNvGrpSpPr/>
          <p:nvPr/>
        </p:nvGrpSpPr>
        <p:grpSpPr>
          <a:xfrm>
            <a:off x="12162528" y="4653136"/>
            <a:ext cx="638734" cy="1729234"/>
            <a:chOff x="12162528" y="4653136"/>
            <a:chExt cx="638734" cy="1729234"/>
          </a:xfrm>
        </p:grpSpPr>
        <p:sp>
          <p:nvSpPr>
            <p:cNvPr id="125" name="Google Shape;125;p52"/>
            <p:cNvSpPr/>
            <p:nvPr/>
          </p:nvSpPr>
          <p:spPr>
            <a:xfrm>
              <a:off x="12212029" y="4653136"/>
              <a:ext cx="539729" cy="288726"/>
            </a:xfrm>
            <a:prstGeom prst="rect">
              <a:avLst/>
            </a:prstGeom>
            <a:solidFill>
              <a:srgbClr val="00B0F0"/>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126" name="Google Shape;126;p52"/>
            <p:cNvSpPr/>
            <p:nvPr/>
          </p:nvSpPr>
          <p:spPr>
            <a:xfrm>
              <a:off x="12212029" y="4941964"/>
              <a:ext cx="539729" cy="288000"/>
            </a:xfrm>
            <a:prstGeom prst="rect">
              <a:avLst/>
            </a:prstGeom>
            <a:solidFill>
              <a:srgbClr val="A6D2FF"/>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127" name="Google Shape;127;p52"/>
            <p:cNvSpPr/>
            <p:nvPr/>
          </p:nvSpPr>
          <p:spPr>
            <a:xfrm>
              <a:off x="12212029" y="5230066"/>
              <a:ext cx="539729" cy="288000"/>
            </a:xfrm>
            <a:prstGeom prst="rect">
              <a:avLst/>
            </a:prstGeom>
            <a:solidFill>
              <a:srgbClr val="D8D8D8"/>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128" name="Google Shape;128;p52"/>
            <p:cNvSpPr/>
            <p:nvPr/>
          </p:nvSpPr>
          <p:spPr>
            <a:xfrm>
              <a:off x="12212029" y="5518168"/>
              <a:ext cx="539729" cy="288000"/>
            </a:xfrm>
            <a:prstGeom prst="rect">
              <a:avLst/>
            </a:prstGeom>
            <a:solidFill>
              <a:srgbClr val="C00000"/>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129" name="Google Shape;129;p52"/>
            <p:cNvSpPr/>
            <p:nvPr/>
          </p:nvSpPr>
          <p:spPr>
            <a:xfrm>
              <a:off x="12212029" y="5806270"/>
              <a:ext cx="539729" cy="288000"/>
            </a:xfrm>
            <a:prstGeom prst="rect">
              <a:avLst/>
            </a:prstGeom>
            <a:solidFill>
              <a:srgbClr val="FFFFCC"/>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130" name="Google Shape;130;p52"/>
            <p:cNvSpPr/>
            <p:nvPr/>
          </p:nvSpPr>
          <p:spPr>
            <a:xfrm>
              <a:off x="12212029" y="6094370"/>
              <a:ext cx="539729" cy="288000"/>
            </a:xfrm>
            <a:prstGeom prst="rect">
              <a:avLst/>
            </a:prstGeom>
            <a:solidFill>
              <a:srgbClr val="FFC000"/>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131" name="Google Shape;131;p52"/>
            <p:cNvSpPr txBox="1"/>
            <p:nvPr/>
          </p:nvSpPr>
          <p:spPr>
            <a:xfrm>
              <a:off x="12162528" y="4683920"/>
              <a:ext cx="63873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lt1"/>
                  </a:solidFill>
                  <a:latin typeface="Arial"/>
                  <a:ea typeface="Arial"/>
                  <a:cs typeface="Arial"/>
                  <a:sym typeface="Arial"/>
                </a:rPr>
                <a:t>表格表头</a:t>
              </a:r>
              <a:endParaRPr/>
            </a:p>
          </p:txBody>
        </p:sp>
        <p:sp>
          <p:nvSpPr>
            <p:cNvPr id="132" name="Google Shape;132;p52"/>
            <p:cNvSpPr txBox="1"/>
            <p:nvPr/>
          </p:nvSpPr>
          <p:spPr>
            <a:xfrm>
              <a:off x="12162528" y="4972385"/>
              <a:ext cx="63873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dk1"/>
                  </a:solidFill>
                  <a:latin typeface="Arial"/>
                  <a:ea typeface="Arial"/>
                  <a:cs typeface="Arial"/>
                  <a:sym typeface="Arial"/>
                </a:rPr>
                <a:t>表格边框</a:t>
              </a:r>
              <a:endParaRPr/>
            </a:p>
          </p:txBody>
        </p:sp>
        <p:sp>
          <p:nvSpPr>
            <p:cNvPr id="133" name="Google Shape;133;p52"/>
            <p:cNvSpPr txBox="1"/>
            <p:nvPr/>
          </p:nvSpPr>
          <p:spPr>
            <a:xfrm>
              <a:off x="12162528" y="5260487"/>
              <a:ext cx="63873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dk1"/>
                  </a:solidFill>
                  <a:latin typeface="Arial"/>
                  <a:ea typeface="Arial"/>
                  <a:cs typeface="Arial"/>
                  <a:sym typeface="Arial"/>
                </a:rPr>
                <a:t>导航灰底</a:t>
              </a:r>
              <a:endParaRPr/>
            </a:p>
          </p:txBody>
        </p:sp>
        <p:sp>
          <p:nvSpPr>
            <p:cNvPr id="134" name="Google Shape;134;p52"/>
            <p:cNvSpPr txBox="1"/>
            <p:nvPr/>
          </p:nvSpPr>
          <p:spPr>
            <a:xfrm>
              <a:off x="12220212" y="5548589"/>
              <a:ext cx="52336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lt1"/>
                  </a:solidFill>
                  <a:latin typeface="Arial"/>
                  <a:ea typeface="Arial"/>
                  <a:cs typeface="Arial"/>
                  <a:sym typeface="Arial"/>
                </a:rPr>
                <a:t>华为红</a:t>
              </a:r>
              <a:endParaRPr/>
            </a:p>
          </p:txBody>
        </p:sp>
        <p:sp>
          <p:nvSpPr>
            <p:cNvPr id="135" name="Google Shape;135;p52"/>
            <p:cNvSpPr txBox="1"/>
            <p:nvPr/>
          </p:nvSpPr>
          <p:spPr>
            <a:xfrm>
              <a:off x="12162528" y="5836691"/>
              <a:ext cx="63873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dk1"/>
                  </a:solidFill>
                  <a:latin typeface="Arial"/>
                  <a:ea typeface="Arial"/>
                  <a:cs typeface="Arial"/>
                  <a:sym typeface="Arial"/>
                </a:rPr>
                <a:t>文字底色</a:t>
              </a:r>
              <a:endParaRPr/>
            </a:p>
          </p:txBody>
        </p:sp>
        <p:sp>
          <p:nvSpPr>
            <p:cNvPr id="136" name="Google Shape;136;p52"/>
            <p:cNvSpPr txBox="1"/>
            <p:nvPr/>
          </p:nvSpPr>
          <p:spPr>
            <a:xfrm>
              <a:off x="12162528" y="6124791"/>
              <a:ext cx="63873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dk1"/>
                  </a:solidFill>
                  <a:latin typeface="Arial"/>
                  <a:ea typeface="Arial"/>
                  <a:cs typeface="Arial"/>
                  <a:sym typeface="Arial"/>
                </a:rPr>
                <a:t>文字边框</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仅标题">
  <p:cSld name="8#仅标题">
    <p:spTree>
      <p:nvGrpSpPr>
        <p:cNvPr id="137" name="Shape 137"/>
        <p:cNvGrpSpPr/>
        <p:nvPr/>
      </p:nvGrpSpPr>
      <p:grpSpPr>
        <a:xfrm>
          <a:off x="0" y="0"/>
          <a:ext cx="0" cy="0"/>
          <a:chOff x="0" y="0"/>
          <a:chExt cx="0" cy="0"/>
        </a:xfrm>
      </p:grpSpPr>
      <p:sp>
        <p:nvSpPr>
          <p:cNvPr id="138" name="Google Shape;138;p53"/>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9" name="Google Shape;139;p53"/>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0" name="Google Shape;140;p53"/>
          <p:cNvSpPr/>
          <p:nvPr/>
        </p:nvSpPr>
        <p:spPr>
          <a:xfrm>
            <a:off x="479376" y="474075"/>
            <a:ext cx="508162" cy="508967"/>
          </a:xfrm>
          <a:custGeom>
            <a:rect b="b" l="l" r="r" t="t"/>
            <a:pathLst>
              <a:path extrusionOk="0" h="2867" w="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1" name="Google Shape;141;p53"/>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lvl1pPr lvl="0" algn="l">
              <a:lnSpc>
                <a:spcPct val="90000"/>
              </a:lnSpc>
              <a:spcBef>
                <a:spcPts val="0"/>
              </a:spcBef>
              <a:spcAft>
                <a:spcPts val="0"/>
              </a:spcAft>
              <a:buClr>
                <a:schemeClr val="dk1"/>
              </a:buClr>
              <a:buSzPts val="3499"/>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思考题">
  <p:cSld name="10#思考题">
    <p:spTree>
      <p:nvGrpSpPr>
        <p:cNvPr id="142" name="Shape 142"/>
        <p:cNvGrpSpPr/>
        <p:nvPr/>
      </p:nvGrpSpPr>
      <p:grpSpPr>
        <a:xfrm>
          <a:off x="0" y="0"/>
          <a:ext cx="0" cy="0"/>
          <a:chOff x="0" y="0"/>
          <a:chExt cx="0" cy="0"/>
        </a:xfrm>
      </p:grpSpPr>
      <p:sp>
        <p:nvSpPr>
          <p:cNvPr id="143" name="Google Shape;143;p54"/>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lvl1pPr indent="-355600" lvl="0" marL="457200" marR="0" algn="just">
              <a:lnSpc>
                <a:spcPct val="140000"/>
              </a:lnSpc>
              <a:spcBef>
                <a:spcPts val="600"/>
              </a:spcBef>
              <a:spcAft>
                <a:spcPts val="0"/>
              </a:spcAft>
              <a:buClr>
                <a:schemeClr val="dk1"/>
              </a:buClr>
              <a:buSzPts val="2000"/>
              <a:buFont typeface="Arial"/>
              <a:buAutoNum type="arabicPeriod"/>
              <a:defRPr sz="2000">
                <a:latin typeface="Arial"/>
                <a:ea typeface="Arial"/>
                <a:cs typeface="Arial"/>
                <a:sym typeface="Arial"/>
              </a:defRPr>
            </a:lvl1pPr>
            <a:lvl2pPr indent="-342900" lvl="1" marL="914400" algn="just">
              <a:lnSpc>
                <a:spcPct val="140000"/>
              </a:lnSpc>
              <a:spcBef>
                <a:spcPts val="720"/>
              </a:spcBef>
              <a:spcAft>
                <a:spcPts val="0"/>
              </a:spcAft>
              <a:buClr>
                <a:schemeClr val="dk1"/>
              </a:buClr>
              <a:buSzPts val="1800"/>
              <a:buFont typeface="Arial"/>
              <a:buAutoNum type="alphaUcPeriod"/>
              <a:defRPr sz="1800">
                <a:latin typeface="Arial"/>
                <a:ea typeface="Arial"/>
                <a:cs typeface="Arial"/>
                <a:sym typeface="Arial"/>
              </a:defRPr>
            </a:lvl2pPr>
            <a:lvl3pPr indent="-285718"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228600" lvl="4" marL="2286000" algn="l">
              <a:lnSpc>
                <a:spcPct val="140000"/>
              </a:lnSpc>
              <a:spcBef>
                <a:spcPts val="576"/>
              </a:spcBef>
              <a:spcAft>
                <a:spcPts val="0"/>
              </a:spcAft>
              <a:buClr>
                <a:schemeClr val="dk1"/>
              </a:buClr>
              <a:buSzPts val="1399"/>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54"/>
          <p:cNvSpPr txBox="1"/>
          <p:nvPr/>
        </p:nvSpPr>
        <p:spPr>
          <a:xfrm>
            <a:off x="1595500" y="408779"/>
            <a:ext cx="1665402"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Quiz</a:t>
            </a:r>
            <a:endParaRPr b="1" sz="3500">
              <a:solidFill>
                <a:schemeClr val="dk1"/>
              </a:solidFill>
              <a:latin typeface="Arial"/>
              <a:ea typeface="Arial"/>
              <a:cs typeface="Arial"/>
              <a:sym typeface="Arial"/>
            </a:endParaRPr>
          </a:p>
        </p:txBody>
      </p:sp>
      <p:sp>
        <p:nvSpPr>
          <p:cNvPr id="145" name="Google Shape;145;p54"/>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 name="Google Shape;146;p54"/>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47" name="Google Shape;147;p54"/>
          <p:cNvGrpSpPr/>
          <p:nvPr/>
        </p:nvGrpSpPr>
        <p:grpSpPr>
          <a:xfrm>
            <a:off x="479376" y="424270"/>
            <a:ext cx="495619" cy="592462"/>
            <a:chOff x="5554662" y="2422526"/>
            <a:chExt cx="690564" cy="825500"/>
          </a:xfrm>
        </p:grpSpPr>
        <p:sp>
          <p:nvSpPr>
            <p:cNvPr id="148" name="Google Shape;148;p54"/>
            <p:cNvSpPr/>
            <p:nvPr/>
          </p:nvSpPr>
          <p:spPr>
            <a:xfrm>
              <a:off x="5554662" y="2487613"/>
              <a:ext cx="258763" cy="760413"/>
            </a:xfrm>
            <a:custGeom>
              <a:rect b="b" l="l" r="r" t="t"/>
              <a:pathLst>
                <a:path extrusionOk="0" h="722" w="245">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 name="Google Shape;149;p54"/>
            <p:cNvSpPr/>
            <p:nvPr/>
          </p:nvSpPr>
          <p:spPr>
            <a:xfrm>
              <a:off x="6029325" y="2752726"/>
              <a:ext cx="169863" cy="495300"/>
            </a:xfrm>
            <a:custGeom>
              <a:rect b="b" l="l" r="r" t="t"/>
              <a:pathLst>
                <a:path extrusionOk="0" h="470" w="162">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 name="Google Shape;150;p54"/>
            <p:cNvSpPr/>
            <p:nvPr/>
          </p:nvSpPr>
          <p:spPr>
            <a:xfrm>
              <a:off x="5851525" y="2489201"/>
              <a:ext cx="325437" cy="406401"/>
            </a:xfrm>
            <a:custGeom>
              <a:rect b="b" l="l" r="r" t="t"/>
              <a:pathLst>
                <a:path extrusionOk="0" h="386" w="309">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1" name="Google Shape;151;p54"/>
            <p:cNvSpPr/>
            <p:nvPr/>
          </p:nvSpPr>
          <p:spPr>
            <a:xfrm>
              <a:off x="5956300" y="2597151"/>
              <a:ext cx="114300" cy="114300"/>
            </a:xfrm>
            <a:custGeom>
              <a:rect b="b" l="l" r="r" t="t"/>
              <a:pathLst>
                <a:path extrusionOk="0" h="108" w="109">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2" name="Google Shape;152;p54"/>
            <p:cNvSpPr/>
            <p:nvPr/>
          </p:nvSpPr>
          <p:spPr>
            <a:xfrm>
              <a:off x="5997575" y="2422526"/>
              <a:ext cx="33338" cy="476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3" name="Google Shape;153;p54"/>
            <p:cNvSpPr/>
            <p:nvPr/>
          </p:nvSpPr>
          <p:spPr>
            <a:xfrm>
              <a:off x="6132513" y="2479676"/>
              <a:ext cx="57150" cy="55563"/>
            </a:xfrm>
            <a:custGeom>
              <a:rect b="b" l="l" r="r" t="t"/>
              <a:pathLst>
                <a:path extrusionOk="0" h="35" w="36">
                  <a:moveTo>
                    <a:pt x="14" y="35"/>
                  </a:moveTo>
                  <a:lnTo>
                    <a:pt x="36" y="14"/>
                  </a:lnTo>
                  <a:lnTo>
                    <a:pt x="21" y="0"/>
                  </a:lnTo>
                  <a:lnTo>
                    <a:pt x="0" y="21"/>
                  </a:lnTo>
                  <a:lnTo>
                    <a:pt x="14" y="3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4" name="Google Shape;154;p54"/>
            <p:cNvSpPr/>
            <p:nvPr/>
          </p:nvSpPr>
          <p:spPr>
            <a:xfrm>
              <a:off x="6196013" y="2638426"/>
              <a:ext cx="49213" cy="317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5" name="Google Shape;155;p54"/>
            <p:cNvSpPr/>
            <p:nvPr/>
          </p:nvSpPr>
          <p:spPr>
            <a:xfrm>
              <a:off x="5783263" y="2638426"/>
              <a:ext cx="47625" cy="317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6" name="Google Shape;156;p54"/>
            <p:cNvSpPr/>
            <p:nvPr/>
          </p:nvSpPr>
          <p:spPr>
            <a:xfrm>
              <a:off x="5840413" y="2479676"/>
              <a:ext cx="55563" cy="55563"/>
            </a:xfrm>
            <a:custGeom>
              <a:rect b="b" l="l" r="r" t="t"/>
              <a:pathLst>
                <a:path extrusionOk="0" h="35" w="35">
                  <a:moveTo>
                    <a:pt x="21" y="35"/>
                  </a:moveTo>
                  <a:lnTo>
                    <a:pt x="35" y="21"/>
                  </a:lnTo>
                  <a:lnTo>
                    <a:pt x="14" y="0"/>
                  </a:lnTo>
                  <a:lnTo>
                    <a:pt x="0" y="14"/>
                  </a:lnTo>
                  <a:lnTo>
                    <a:pt x="21" y="3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7" name="Google Shape;157;p54"/>
            <p:cNvSpPr/>
            <p:nvPr/>
          </p:nvSpPr>
          <p:spPr>
            <a:xfrm>
              <a:off x="5913438" y="2433638"/>
              <a:ext cx="47625" cy="55563"/>
            </a:xfrm>
            <a:custGeom>
              <a:rect b="b" l="l" r="r" t="t"/>
              <a:pathLst>
                <a:path extrusionOk="0" h="35" w="30">
                  <a:moveTo>
                    <a:pt x="11" y="35"/>
                  </a:moveTo>
                  <a:lnTo>
                    <a:pt x="30" y="28"/>
                  </a:lnTo>
                  <a:lnTo>
                    <a:pt x="19" y="0"/>
                  </a:lnTo>
                  <a:lnTo>
                    <a:pt x="0" y="7"/>
                  </a:lnTo>
                  <a:lnTo>
                    <a:pt x="11" y="3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8" name="Google Shape;158;p54"/>
            <p:cNvSpPr/>
            <p:nvPr/>
          </p:nvSpPr>
          <p:spPr>
            <a:xfrm>
              <a:off x="6070600" y="2435226"/>
              <a:ext cx="49213" cy="57150"/>
            </a:xfrm>
            <a:custGeom>
              <a:rect b="b" l="l" r="r" t="t"/>
              <a:pathLst>
                <a:path extrusionOk="0" h="36" w="31">
                  <a:moveTo>
                    <a:pt x="19" y="36"/>
                  </a:moveTo>
                  <a:lnTo>
                    <a:pt x="31" y="8"/>
                  </a:lnTo>
                  <a:lnTo>
                    <a:pt x="12" y="0"/>
                  </a:lnTo>
                  <a:lnTo>
                    <a:pt x="0" y="28"/>
                  </a:lnTo>
                  <a:lnTo>
                    <a:pt x="19" y="3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 name="Google Shape;159;p54"/>
            <p:cNvSpPr/>
            <p:nvPr/>
          </p:nvSpPr>
          <p:spPr>
            <a:xfrm>
              <a:off x="6176963" y="2554288"/>
              <a:ext cx="57150" cy="47625"/>
            </a:xfrm>
            <a:custGeom>
              <a:rect b="b" l="l" r="r" t="t"/>
              <a:pathLst>
                <a:path extrusionOk="0" h="30" w="36">
                  <a:moveTo>
                    <a:pt x="8" y="30"/>
                  </a:moveTo>
                  <a:lnTo>
                    <a:pt x="36" y="18"/>
                  </a:lnTo>
                  <a:lnTo>
                    <a:pt x="29" y="0"/>
                  </a:lnTo>
                  <a:lnTo>
                    <a:pt x="0" y="11"/>
                  </a:lnTo>
                  <a:lnTo>
                    <a:pt x="8" y="3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0" name="Google Shape;160;p54"/>
            <p:cNvSpPr/>
            <p:nvPr/>
          </p:nvSpPr>
          <p:spPr>
            <a:xfrm>
              <a:off x="5795963" y="2547938"/>
              <a:ext cx="57150" cy="47625"/>
            </a:xfrm>
            <a:custGeom>
              <a:rect b="b" l="l" r="r" t="t"/>
              <a:pathLst>
                <a:path extrusionOk="0" h="30" w="36">
                  <a:moveTo>
                    <a:pt x="28" y="30"/>
                  </a:moveTo>
                  <a:lnTo>
                    <a:pt x="36" y="12"/>
                  </a:lnTo>
                  <a:lnTo>
                    <a:pt x="8" y="0"/>
                  </a:lnTo>
                  <a:lnTo>
                    <a:pt x="0" y="18"/>
                  </a:lnTo>
                  <a:lnTo>
                    <a:pt x="28" y="3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61" name="Google Shape;161;p54"/>
          <p:cNvSpPr/>
          <p:nvPr/>
        </p:nvSpPr>
        <p:spPr>
          <a:xfrm>
            <a:off x="3288528" y="296368"/>
            <a:ext cx="8892000" cy="864888"/>
          </a:xfrm>
          <a:custGeom>
            <a:rect b="b" l="l" r="r" t="t"/>
            <a:pathLst>
              <a:path extrusionOk="0" h="10000" w="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 name="Google Shape;162;p54"/>
          <p:cNvSpPr/>
          <p:nvPr/>
        </p:nvSpPr>
        <p:spPr>
          <a:xfrm>
            <a:off x="3180516"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本章总结">
  <p:cSld name="12#本章总结">
    <p:spTree>
      <p:nvGrpSpPr>
        <p:cNvPr id="163" name="Shape 163"/>
        <p:cNvGrpSpPr/>
        <p:nvPr/>
      </p:nvGrpSpPr>
      <p:grpSpPr>
        <a:xfrm>
          <a:off x="0" y="0"/>
          <a:ext cx="0" cy="0"/>
          <a:chOff x="0" y="0"/>
          <a:chExt cx="0" cy="0"/>
        </a:xfrm>
      </p:grpSpPr>
      <p:sp>
        <p:nvSpPr>
          <p:cNvPr id="164" name="Google Shape;164;p55"/>
          <p:cNvSpPr txBox="1"/>
          <p:nvPr/>
        </p:nvSpPr>
        <p:spPr>
          <a:xfrm>
            <a:off x="1595500" y="408779"/>
            <a:ext cx="2412268"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Summary</a:t>
            </a:r>
            <a:endParaRPr b="1" sz="3500">
              <a:solidFill>
                <a:schemeClr val="dk1"/>
              </a:solidFill>
              <a:latin typeface="Arial"/>
              <a:ea typeface="Arial"/>
              <a:cs typeface="Arial"/>
              <a:sym typeface="Arial"/>
            </a:endParaRPr>
          </a:p>
        </p:txBody>
      </p:sp>
      <p:sp>
        <p:nvSpPr>
          <p:cNvPr id="165" name="Google Shape;165;p55"/>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6" name="Google Shape;166;p55"/>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67" name="Google Shape;167;p55"/>
          <p:cNvGrpSpPr/>
          <p:nvPr/>
        </p:nvGrpSpPr>
        <p:grpSpPr>
          <a:xfrm>
            <a:off x="515380" y="490848"/>
            <a:ext cx="470694" cy="475421"/>
            <a:chOff x="5540375" y="2868613"/>
            <a:chExt cx="1106488" cy="1117600"/>
          </a:xfrm>
        </p:grpSpPr>
        <p:sp>
          <p:nvSpPr>
            <p:cNvPr id="168" name="Google Shape;168;p55"/>
            <p:cNvSpPr/>
            <p:nvPr/>
          </p:nvSpPr>
          <p:spPr>
            <a:xfrm>
              <a:off x="5970588" y="3251201"/>
              <a:ext cx="676275" cy="517525"/>
            </a:xfrm>
            <a:custGeom>
              <a:rect b="b" l="l" r="r" t="t"/>
              <a:pathLst>
                <a:path extrusionOk="0" h="138" w="180">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9" name="Google Shape;169;p55"/>
            <p:cNvSpPr/>
            <p:nvPr/>
          </p:nvSpPr>
          <p:spPr>
            <a:xfrm>
              <a:off x="5540375" y="2868613"/>
              <a:ext cx="941388" cy="1117600"/>
            </a:xfrm>
            <a:custGeom>
              <a:rect b="b" l="l" r="r" t="t"/>
              <a:pathLst>
                <a:path extrusionOk="0" h="298" w="251">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70" name="Google Shape;170;p55"/>
          <p:cNvSpPr txBox="1"/>
          <p:nvPr>
            <p:ph idx="1" type="body"/>
          </p:nvPr>
        </p:nvSpPr>
        <p:spPr>
          <a:xfrm>
            <a:off x="451879" y="1241721"/>
            <a:ext cx="11306174"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292068" lvl="1" marL="914400" algn="l">
              <a:lnSpc>
                <a:spcPct val="140000"/>
              </a:lnSpc>
              <a:spcBef>
                <a:spcPts val="720"/>
              </a:spcBef>
              <a:spcAft>
                <a:spcPts val="0"/>
              </a:spcAft>
              <a:buClr>
                <a:schemeClr val="dk1"/>
              </a:buClr>
              <a:buSzPts val="1000"/>
              <a:buChar char="🞐"/>
              <a:defRPr>
                <a:latin typeface="Arial"/>
                <a:ea typeface="Arial"/>
                <a:cs typeface="Arial"/>
                <a:sym typeface="Arial"/>
              </a:defRPr>
            </a:lvl2pPr>
            <a:lvl3pPr indent="-285718" lvl="2" marL="1371600" algn="l">
              <a:lnSpc>
                <a:spcPct val="140000"/>
              </a:lnSpc>
              <a:spcBef>
                <a:spcPts val="648"/>
              </a:spcBef>
              <a:spcAft>
                <a:spcPts val="0"/>
              </a:spcAft>
              <a:buClr>
                <a:schemeClr val="dk1"/>
              </a:buClr>
              <a:buSzPts val="900"/>
              <a:buChar char="■"/>
              <a:defRPr>
                <a:latin typeface="Arial"/>
                <a:ea typeface="Arial"/>
                <a:cs typeface="Arial"/>
                <a:sym typeface="Arial"/>
              </a:defRPr>
            </a:lvl3pPr>
            <a:lvl4pPr indent="-330136" lvl="3" marL="1828800" algn="l">
              <a:lnSpc>
                <a:spcPct val="140000"/>
              </a:lnSpc>
              <a:spcBef>
                <a:spcPts val="576"/>
              </a:spcBef>
              <a:spcAft>
                <a:spcPts val="0"/>
              </a:spcAft>
              <a:buClr>
                <a:schemeClr val="dk1"/>
              </a:buClr>
              <a:buSzPts val="1599"/>
              <a:buChar char="−"/>
              <a:defRPr>
                <a:latin typeface="Arial"/>
                <a:ea typeface="Arial"/>
                <a:cs typeface="Arial"/>
                <a:sym typeface="Arial"/>
              </a:defRPr>
            </a:lvl4pPr>
            <a:lvl5pPr indent="-228600" lvl="4" marL="2286000" algn="l">
              <a:lnSpc>
                <a:spcPct val="140000"/>
              </a:lnSpc>
              <a:spcBef>
                <a:spcPts val="576"/>
              </a:spcBef>
              <a:spcAft>
                <a:spcPts val="0"/>
              </a:spcAft>
              <a:buClr>
                <a:schemeClr val="dk1"/>
              </a:buClr>
              <a:buSzPts val="1399"/>
              <a:buNone/>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谢谢">
  <p:cSld name="15#谢谢">
    <p:spTree>
      <p:nvGrpSpPr>
        <p:cNvPr id="171" name="Shape 171"/>
        <p:cNvGrpSpPr/>
        <p:nvPr/>
      </p:nvGrpSpPr>
      <p:grpSpPr>
        <a:xfrm>
          <a:off x="0" y="0"/>
          <a:ext cx="0" cy="0"/>
          <a:chOff x="0" y="0"/>
          <a:chExt cx="0" cy="0"/>
        </a:xfrm>
      </p:grpSpPr>
      <p:pic>
        <p:nvPicPr>
          <p:cNvPr descr="D:\201207257配图\培训\shutterstock_242224906.jpg" id="172" name="Google Shape;172;p56"/>
          <p:cNvPicPr preferRelativeResize="0"/>
          <p:nvPr/>
        </p:nvPicPr>
        <p:blipFill rotWithShape="1">
          <a:blip r:embed="rId2">
            <a:alphaModFix/>
          </a:blip>
          <a:srcRect b="10658" l="0" r="0" t="17895"/>
          <a:stretch/>
        </p:blipFill>
        <p:spPr>
          <a:xfrm>
            <a:off x="1549" y="0"/>
            <a:ext cx="12188903" cy="6858000"/>
          </a:xfrm>
          <a:prstGeom prst="rect">
            <a:avLst/>
          </a:prstGeom>
          <a:noFill/>
          <a:ln>
            <a:noFill/>
          </a:ln>
        </p:spPr>
      </p:pic>
      <p:sp>
        <p:nvSpPr>
          <p:cNvPr id="173" name="Google Shape;173;p56"/>
          <p:cNvSpPr/>
          <p:nvPr/>
        </p:nvSpPr>
        <p:spPr>
          <a:xfrm>
            <a:off x="2380" y="0"/>
            <a:ext cx="12187240" cy="6858000"/>
          </a:xfrm>
          <a:prstGeom prst="rect">
            <a:avLst/>
          </a:prstGeom>
          <a:solidFill>
            <a:srgbClr val="003C78">
              <a:alpha val="40000"/>
            </a:srgbClr>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grpSp>
        <p:nvGrpSpPr>
          <p:cNvPr id="174" name="Google Shape;174;p56"/>
          <p:cNvGrpSpPr/>
          <p:nvPr/>
        </p:nvGrpSpPr>
        <p:grpSpPr>
          <a:xfrm>
            <a:off x="4148952" y="2637135"/>
            <a:ext cx="3894096" cy="1598831"/>
            <a:chOff x="4302972" y="2345035"/>
            <a:chExt cx="3895617" cy="1598831"/>
          </a:xfrm>
        </p:grpSpPr>
        <p:sp>
          <p:nvSpPr>
            <p:cNvPr id="175" name="Google Shape;175;p56"/>
            <p:cNvSpPr/>
            <p:nvPr/>
          </p:nvSpPr>
          <p:spPr>
            <a:xfrm>
              <a:off x="4478610" y="2345035"/>
              <a:ext cx="3544342" cy="9230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5398" cap="none">
                  <a:solidFill>
                    <a:schemeClr val="lt1"/>
                  </a:solidFill>
                  <a:latin typeface="Arial"/>
                  <a:ea typeface="Arial"/>
                  <a:cs typeface="Arial"/>
                  <a:sym typeface="Arial"/>
                </a:rPr>
                <a:t>Thank You</a:t>
              </a:r>
              <a:endParaRPr/>
            </a:p>
          </p:txBody>
        </p:sp>
        <p:sp>
          <p:nvSpPr>
            <p:cNvPr id="176" name="Google Shape;176;p56"/>
            <p:cNvSpPr/>
            <p:nvPr/>
          </p:nvSpPr>
          <p:spPr>
            <a:xfrm>
              <a:off x="4302972" y="3297535"/>
              <a:ext cx="3895617"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3599" cap="none">
                  <a:solidFill>
                    <a:schemeClr val="lt1"/>
                  </a:solidFill>
                  <a:latin typeface="Arial"/>
                  <a:ea typeface="Arial"/>
                  <a:cs typeface="Arial"/>
                  <a:sym typeface="Arial"/>
                </a:rPr>
                <a:t>www.huawei.com</a:t>
              </a:r>
              <a:endParaRPr b="0" sz="3599" cap="none">
                <a:solidFill>
                  <a:schemeClr val="lt1"/>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修订记录">
  <p:cSld name="1#修订记录">
    <p:spTree>
      <p:nvGrpSpPr>
        <p:cNvPr id="177" name="Shape 177"/>
        <p:cNvGrpSpPr/>
        <p:nvPr/>
      </p:nvGrpSpPr>
      <p:grpSpPr>
        <a:xfrm>
          <a:off x="0" y="0"/>
          <a:ext cx="0" cy="0"/>
          <a:chOff x="0" y="0"/>
          <a:chExt cx="0" cy="0"/>
        </a:xfrm>
      </p:grpSpPr>
      <p:sp>
        <p:nvSpPr>
          <p:cNvPr id="178" name="Google Shape;178;p57"/>
          <p:cNvSpPr/>
          <p:nvPr/>
        </p:nvSpPr>
        <p:spPr>
          <a:xfrm>
            <a:off x="952501" y="368660"/>
            <a:ext cx="4207395" cy="479425"/>
          </a:xfrm>
          <a:prstGeom prst="rect">
            <a:avLst/>
          </a:prstGeom>
          <a:noFill/>
          <a:ln>
            <a:noFill/>
          </a:ln>
        </p:spPr>
        <p:txBody>
          <a:bodyPr anchorCtr="0" anchor="ctr" bIns="39125" lIns="78250" spcFirstLastPara="1" rIns="78250" wrap="square" tIns="39125">
            <a:noAutofit/>
          </a:bodyPr>
          <a:lstStyle/>
          <a:p>
            <a:pPr indent="0" lvl="0" marL="0" marR="0" rtl="0" algn="l">
              <a:lnSpc>
                <a:spcPct val="100000"/>
              </a:lnSpc>
              <a:spcBef>
                <a:spcPts val="0"/>
              </a:spcBef>
              <a:spcAft>
                <a:spcPts val="0"/>
              </a:spcAft>
              <a:buClr>
                <a:schemeClr val="dk1"/>
              </a:buClr>
              <a:buSzPts val="3500"/>
              <a:buFont typeface="Arial"/>
              <a:buNone/>
            </a:pPr>
            <a:r>
              <a:rPr b="1" lang="en-US" sz="3500">
                <a:solidFill>
                  <a:schemeClr val="dk1"/>
                </a:solidFill>
                <a:latin typeface="Arial"/>
                <a:ea typeface="Arial"/>
                <a:cs typeface="Arial"/>
                <a:sym typeface="Arial"/>
              </a:rPr>
              <a:t>Revision Record</a:t>
            </a:r>
            <a:endParaRPr b="1" sz="3500">
              <a:solidFill>
                <a:schemeClr val="dk1"/>
              </a:solidFill>
              <a:latin typeface="Arial"/>
              <a:ea typeface="Arial"/>
              <a:cs typeface="Arial"/>
              <a:sym typeface="Arial"/>
            </a:endParaRPr>
          </a:p>
        </p:txBody>
      </p:sp>
      <p:sp>
        <p:nvSpPr>
          <p:cNvPr id="179" name="Google Shape;179;p57"/>
          <p:cNvSpPr txBox="1"/>
          <p:nvPr/>
        </p:nvSpPr>
        <p:spPr>
          <a:xfrm>
            <a:off x="7487791" y="368660"/>
            <a:ext cx="399644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4D4D4D"/>
                </a:solidFill>
                <a:latin typeface="Arial"/>
                <a:ea typeface="Arial"/>
                <a:cs typeface="Arial"/>
                <a:sym typeface="Arial"/>
              </a:rPr>
              <a:t>Do Not Print this Page</a:t>
            </a:r>
            <a:endParaRPr sz="2800">
              <a:solidFill>
                <a:srgbClr val="4D4D4D"/>
              </a:solidFill>
              <a:latin typeface="Arial"/>
              <a:ea typeface="Arial"/>
              <a:cs typeface="Arial"/>
              <a:sym typeface="Arial"/>
            </a:endParaRPr>
          </a:p>
        </p:txBody>
      </p:sp>
      <p:graphicFrame>
        <p:nvGraphicFramePr>
          <p:cNvPr id="180" name="Google Shape;180;p57"/>
          <p:cNvGraphicFramePr/>
          <p:nvPr/>
        </p:nvGraphicFramePr>
        <p:xfrm>
          <a:off x="1007534" y="1232756"/>
          <a:ext cx="3000000" cy="3000000"/>
        </p:xfrm>
        <a:graphic>
          <a:graphicData uri="http://schemas.openxmlformats.org/drawingml/2006/table">
            <a:tbl>
              <a:tblPr>
                <a:noFill/>
                <a:tableStyleId>{84936C0C-99A8-467F-8D94-B88695F3C880}</a:tableStyleId>
              </a:tblPr>
              <a:tblGrid>
                <a:gridCol w="3059000"/>
                <a:gridCol w="2155450"/>
                <a:gridCol w="2873925"/>
                <a:gridCol w="2376425"/>
              </a:tblGrid>
              <a:tr h="577850">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Course Code</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Product</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Product Version</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1080"/>
                        <a:buFont typeface="Noto Sans Symbols"/>
                        <a:buNone/>
                      </a:pPr>
                      <a:r>
                        <a:rPr b="1" i="0" lang="en-US" sz="1800" u="none" cap="none" strike="noStrike">
                          <a:solidFill>
                            <a:schemeClr val="dk1"/>
                          </a:solidFill>
                          <a:latin typeface="Arial"/>
                          <a:ea typeface="Arial"/>
                          <a:cs typeface="Arial"/>
                          <a:sym typeface="Arial"/>
                        </a:rPr>
                        <a:t>Course Version</a:t>
                      </a:r>
                      <a:endParaRPr/>
                    </a:p>
                  </a:txBody>
                  <a:tcPr marT="40050" marB="40050" marR="102700" marL="10270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825">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81" name="Google Shape;181;p57"/>
          <p:cNvGraphicFramePr/>
          <p:nvPr/>
        </p:nvGraphicFramePr>
        <p:xfrm>
          <a:off x="1007533" y="2529867"/>
          <a:ext cx="3000000" cy="3000000"/>
        </p:xfrm>
        <a:graphic>
          <a:graphicData uri="http://schemas.openxmlformats.org/drawingml/2006/table">
            <a:tbl>
              <a:tblPr>
                <a:noFill/>
                <a:tableStyleId>{84936C0C-99A8-467F-8D94-B88695F3C880}</a:tableStyleId>
              </a:tblPr>
              <a:tblGrid>
                <a:gridCol w="3085800"/>
                <a:gridCol w="2155925"/>
                <a:gridCol w="2912125"/>
                <a:gridCol w="2310950"/>
              </a:tblGrid>
              <a:tr h="577850">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Author/ID</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Date</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Reviewer/ID</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New/ Update</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825">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82" name="Google Shape;182;p57"/>
          <p:cNvSpPr txBox="1"/>
          <p:nvPr>
            <p:ph idx="1" type="body"/>
          </p:nvPr>
        </p:nvSpPr>
        <p:spPr>
          <a:xfrm>
            <a:off x="1007535" y="1803960"/>
            <a:ext cx="3024237"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57"/>
          <p:cNvSpPr txBox="1"/>
          <p:nvPr>
            <p:ph idx="2" type="body"/>
          </p:nvPr>
        </p:nvSpPr>
        <p:spPr>
          <a:xfrm>
            <a:off x="4079776" y="1803960"/>
            <a:ext cx="21100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 name="Google Shape;184;p57"/>
          <p:cNvSpPr txBox="1"/>
          <p:nvPr>
            <p:ph idx="3" type="body"/>
          </p:nvPr>
        </p:nvSpPr>
        <p:spPr>
          <a:xfrm>
            <a:off x="6239934" y="1803960"/>
            <a:ext cx="284439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 name="Google Shape;185;p57"/>
          <p:cNvSpPr txBox="1"/>
          <p:nvPr>
            <p:ph idx="4" type="body"/>
          </p:nvPr>
        </p:nvSpPr>
        <p:spPr>
          <a:xfrm>
            <a:off x="9084332" y="1803960"/>
            <a:ext cx="2388001"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 name="Google Shape;186;p57"/>
          <p:cNvSpPr txBox="1"/>
          <p:nvPr>
            <p:ph idx="5" type="body"/>
          </p:nvPr>
        </p:nvSpPr>
        <p:spPr>
          <a:xfrm>
            <a:off x="1007533" y="3089025"/>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 name="Google Shape;187;p57"/>
          <p:cNvSpPr txBox="1"/>
          <p:nvPr>
            <p:ph idx="6" type="body"/>
          </p:nvPr>
        </p:nvSpPr>
        <p:spPr>
          <a:xfrm>
            <a:off x="4079776" y="3089025"/>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 name="Google Shape;188;p57"/>
          <p:cNvSpPr txBox="1"/>
          <p:nvPr>
            <p:ph idx="7" type="body"/>
          </p:nvPr>
        </p:nvSpPr>
        <p:spPr>
          <a:xfrm>
            <a:off x="6239933" y="3089025"/>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 name="Google Shape;189;p57"/>
          <p:cNvSpPr txBox="1"/>
          <p:nvPr>
            <p:ph idx="8" type="body"/>
          </p:nvPr>
        </p:nvSpPr>
        <p:spPr>
          <a:xfrm>
            <a:off x="9168341" y="3089025"/>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 name="Google Shape;190;p57"/>
          <p:cNvSpPr txBox="1"/>
          <p:nvPr>
            <p:ph idx="9" type="body"/>
          </p:nvPr>
        </p:nvSpPr>
        <p:spPr>
          <a:xfrm>
            <a:off x="1019436" y="3608189"/>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 name="Google Shape;191;p57"/>
          <p:cNvSpPr txBox="1"/>
          <p:nvPr>
            <p:ph idx="13" type="body"/>
          </p:nvPr>
        </p:nvSpPr>
        <p:spPr>
          <a:xfrm>
            <a:off x="4091679" y="3608189"/>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57"/>
          <p:cNvSpPr txBox="1"/>
          <p:nvPr>
            <p:ph idx="14" type="body"/>
          </p:nvPr>
        </p:nvSpPr>
        <p:spPr>
          <a:xfrm>
            <a:off x="6251836" y="3608189"/>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57"/>
          <p:cNvSpPr txBox="1"/>
          <p:nvPr>
            <p:ph idx="15" type="body"/>
          </p:nvPr>
        </p:nvSpPr>
        <p:spPr>
          <a:xfrm>
            <a:off x="9180244" y="3608189"/>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 name="Google Shape;194;p57"/>
          <p:cNvSpPr txBox="1"/>
          <p:nvPr>
            <p:ph idx="16" type="body"/>
          </p:nvPr>
        </p:nvSpPr>
        <p:spPr>
          <a:xfrm>
            <a:off x="995796" y="4077072"/>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 name="Google Shape;195;p57"/>
          <p:cNvSpPr txBox="1"/>
          <p:nvPr>
            <p:ph idx="17" type="body"/>
          </p:nvPr>
        </p:nvSpPr>
        <p:spPr>
          <a:xfrm>
            <a:off x="4068039" y="4077072"/>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57"/>
          <p:cNvSpPr txBox="1"/>
          <p:nvPr>
            <p:ph idx="18" type="body"/>
          </p:nvPr>
        </p:nvSpPr>
        <p:spPr>
          <a:xfrm>
            <a:off x="6228196" y="4077072"/>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 name="Google Shape;197;p57"/>
          <p:cNvSpPr txBox="1"/>
          <p:nvPr>
            <p:ph idx="19" type="body"/>
          </p:nvPr>
        </p:nvSpPr>
        <p:spPr>
          <a:xfrm>
            <a:off x="9156604" y="4077072"/>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 name="Google Shape;198;p57"/>
          <p:cNvSpPr txBox="1"/>
          <p:nvPr>
            <p:ph idx="20" type="body"/>
          </p:nvPr>
        </p:nvSpPr>
        <p:spPr>
          <a:xfrm>
            <a:off x="1019436" y="4581128"/>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57"/>
          <p:cNvSpPr txBox="1"/>
          <p:nvPr>
            <p:ph idx="21" type="body"/>
          </p:nvPr>
        </p:nvSpPr>
        <p:spPr>
          <a:xfrm>
            <a:off x="4091679" y="4581128"/>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 name="Google Shape;200;p57"/>
          <p:cNvSpPr txBox="1"/>
          <p:nvPr>
            <p:ph idx="22" type="body"/>
          </p:nvPr>
        </p:nvSpPr>
        <p:spPr>
          <a:xfrm>
            <a:off x="6251836" y="4581128"/>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 name="Google Shape;201;p57"/>
          <p:cNvSpPr txBox="1"/>
          <p:nvPr>
            <p:ph idx="23" type="body"/>
          </p:nvPr>
        </p:nvSpPr>
        <p:spPr>
          <a:xfrm>
            <a:off x="9180244" y="4581128"/>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 name="Google Shape;202;p57"/>
          <p:cNvSpPr txBox="1"/>
          <p:nvPr>
            <p:ph idx="24" type="body"/>
          </p:nvPr>
        </p:nvSpPr>
        <p:spPr>
          <a:xfrm>
            <a:off x="995796" y="5049180"/>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 name="Google Shape;203;p57"/>
          <p:cNvSpPr txBox="1"/>
          <p:nvPr>
            <p:ph idx="25" type="body"/>
          </p:nvPr>
        </p:nvSpPr>
        <p:spPr>
          <a:xfrm>
            <a:off x="4068039" y="5049180"/>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57"/>
          <p:cNvSpPr txBox="1"/>
          <p:nvPr>
            <p:ph idx="26" type="body"/>
          </p:nvPr>
        </p:nvSpPr>
        <p:spPr>
          <a:xfrm>
            <a:off x="6228196" y="5049180"/>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57"/>
          <p:cNvSpPr txBox="1"/>
          <p:nvPr>
            <p:ph idx="27" type="body"/>
          </p:nvPr>
        </p:nvSpPr>
        <p:spPr>
          <a:xfrm>
            <a:off x="9156604" y="5049180"/>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 name="Google Shape;206;p57"/>
          <p:cNvSpPr txBox="1"/>
          <p:nvPr>
            <p:ph idx="28" type="body"/>
          </p:nvPr>
        </p:nvSpPr>
        <p:spPr>
          <a:xfrm>
            <a:off x="1019436" y="5553236"/>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 name="Google Shape;207;p57"/>
          <p:cNvSpPr txBox="1"/>
          <p:nvPr>
            <p:ph idx="29" type="body"/>
          </p:nvPr>
        </p:nvSpPr>
        <p:spPr>
          <a:xfrm>
            <a:off x="4091679" y="5553236"/>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 name="Google Shape;208;p57"/>
          <p:cNvSpPr txBox="1"/>
          <p:nvPr>
            <p:ph idx="30" type="body"/>
          </p:nvPr>
        </p:nvSpPr>
        <p:spPr>
          <a:xfrm>
            <a:off x="6251836" y="5553236"/>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 name="Google Shape;209;p57"/>
          <p:cNvSpPr txBox="1"/>
          <p:nvPr>
            <p:ph idx="31" type="body"/>
          </p:nvPr>
        </p:nvSpPr>
        <p:spPr>
          <a:xfrm>
            <a:off x="9180244" y="5553236"/>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本节概述和学习目标(可选)">
  <p:cSld name="6#本节概述和学习目标(可选)">
    <p:spTree>
      <p:nvGrpSpPr>
        <p:cNvPr id="210" name="Shape 210"/>
        <p:cNvGrpSpPr/>
        <p:nvPr/>
      </p:nvGrpSpPr>
      <p:grpSpPr>
        <a:xfrm>
          <a:off x="0" y="0"/>
          <a:ext cx="0" cy="0"/>
          <a:chOff x="0" y="0"/>
          <a:chExt cx="0" cy="0"/>
        </a:xfrm>
      </p:grpSpPr>
      <p:sp>
        <p:nvSpPr>
          <p:cNvPr id="211" name="Google Shape;211;p58"/>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292068" lvl="1" marL="914400" algn="just">
              <a:lnSpc>
                <a:spcPct val="140000"/>
              </a:lnSpc>
              <a:spcBef>
                <a:spcPts val="720"/>
              </a:spcBef>
              <a:spcAft>
                <a:spcPts val="0"/>
              </a:spcAft>
              <a:buClr>
                <a:schemeClr val="dk1"/>
              </a:buClr>
              <a:buSzPts val="1000"/>
              <a:buChar char="🞐"/>
              <a:defRPr>
                <a:latin typeface="Arial"/>
                <a:ea typeface="Arial"/>
                <a:cs typeface="Arial"/>
                <a:sym typeface="Arial"/>
              </a:defRPr>
            </a:lvl2pPr>
            <a:lvl3pPr indent="-285718" lvl="2" marL="1371600" algn="just">
              <a:lnSpc>
                <a:spcPct val="140000"/>
              </a:lnSpc>
              <a:spcBef>
                <a:spcPts val="648"/>
              </a:spcBef>
              <a:spcAft>
                <a:spcPts val="0"/>
              </a:spcAft>
              <a:buClr>
                <a:schemeClr val="dk1"/>
              </a:buClr>
              <a:buSzPts val="900"/>
              <a:buChar char="■"/>
              <a:defRPr>
                <a:latin typeface="Arial"/>
                <a:ea typeface="Arial"/>
                <a:cs typeface="Arial"/>
                <a:sym typeface="Arial"/>
              </a:defRPr>
            </a:lvl3pPr>
            <a:lvl4pPr indent="-330136" lvl="3" marL="1828800" algn="just">
              <a:lnSpc>
                <a:spcPct val="140000"/>
              </a:lnSpc>
              <a:spcBef>
                <a:spcPts val="576"/>
              </a:spcBef>
              <a:spcAft>
                <a:spcPts val="0"/>
              </a:spcAft>
              <a:buClr>
                <a:schemeClr val="dk1"/>
              </a:buClr>
              <a:buSzPts val="1599"/>
              <a:buChar char="−"/>
              <a:defRPr>
                <a:latin typeface="Arial"/>
                <a:ea typeface="Arial"/>
                <a:cs typeface="Arial"/>
                <a:sym typeface="Arial"/>
              </a:defRPr>
            </a:lvl4pPr>
            <a:lvl5pPr indent="-317436" lvl="4" marL="2286000" algn="just">
              <a:lnSpc>
                <a:spcPct val="140000"/>
              </a:lnSpc>
              <a:spcBef>
                <a:spcPts val="576"/>
              </a:spcBef>
              <a:spcAft>
                <a:spcPts val="0"/>
              </a:spcAft>
              <a:buClr>
                <a:schemeClr val="dk1"/>
              </a:buClr>
              <a:buSzPts val="1399"/>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58"/>
          <p:cNvSpPr txBox="1"/>
          <p:nvPr/>
        </p:nvSpPr>
        <p:spPr>
          <a:xfrm>
            <a:off x="1595500" y="408779"/>
            <a:ext cx="9829738"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Overview and Objectives</a:t>
            </a:r>
            <a:endParaRPr b="1" sz="3500">
              <a:solidFill>
                <a:schemeClr val="dk1"/>
              </a:solidFill>
              <a:latin typeface="Arial"/>
              <a:ea typeface="Arial"/>
              <a:cs typeface="Arial"/>
              <a:sym typeface="Arial"/>
            </a:endParaRPr>
          </a:p>
        </p:txBody>
      </p:sp>
      <p:sp>
        <p:nvSpPr>
          <p:cNvPr id="213" name="Google Shape;213;p58"/>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 name="Google Shape;214;p58"/>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15" name="Google Shape;215;p58"/>
          <p:cNvGrpSpPr/>
          <p:nvPr/>
        </p:nvGrpSpPr>
        <p:grpSpPr>
          <a:xfrm>
            <a:off x="587388" y="505779"/>
            <a:ext cx="374708" cy="445558"/>
            <a:chOff x="-1647825" y="2492375"/>
            <a:chExt cx="1947863" cy="2316163"/>
          </a:xfrm>
        </p:grpSpPr>
        <p:sp>
          <p:nvSpPr>
            <p:cNvPr id="216" name="Google Shape;216;p58"/>
            <p:cNvSpPr/>
            <p:nvPr/>
          </p:nvSpPr>
          <p:spPr>
            <a:xfrm>
              <a:off x="-1647825" y="2492375"/>
              <a:ext cx="1947863" cy="2316163"/>
            </a:xfrm>
            <a:custGeom>
              <a:rect b="b" l="l" r="r" t="t"/>
              <a:pathLst>
                <a:path extrusionOk="0" h="3258" w="2739">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7" name="Google Shape;217;p58"/>
            <p:cNvSpPr/>
            <p:nvPr/>
          </p:nvSpPr>
          <p:spPr>
            <a:xfrm>
              <a:off x="-1155700" y="2941638"/>
              <a:ext cx="963613" cy="893763"/>
            </a:xfrm>
            <a:custGeom>
              <a:rect b="b" l="l" r="r" t="t"/>
              <a:pathLst>
                <a:path extrusionOk="0" h="1256" w="1353">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本节小结(可选)">
  <p:cSld name="11#本节小结(可选)">
    <p:spTree>
      <p:nvGrpSpPr>
        <p:cNvPr id="218" name="Shape 218"/>
        <p:cNvGrpSpPr/>
        <p:nvPr/>
      </p:nvGrpSpPr>
      <p:grpSpPr>
        <a:xfrm>
          <a:off x="0" y="0"/>
          <a:ext cx="0" cy="0"/>
          <a:chOff x="0" y="0"/>
          <a:chExt cx="0" cy="0"/>
        </a:xfrm>
      </p:grpSpPr>
      <p:sp>
        <p:nvSpPr>
          <p:cNvPr id="219" name="Google Shape;219;p59"/>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228600" lvl="4" marL="2286000" algn="l">
              <a:lnSpc>
                <a:spcPct val="140000"/>
              </a:lnSpc>
              <a:spcBef>
                <a:spcPts val="576"/>
              </a:spcBef>
              <a:spcAft>
                <a:spcPts val="0"/>
              </a:spcAft>
              <a:buClr>
                <a:schemeClr val="dk1"/>
              </a:buClr>
              <a:buSzPts val="1399"/>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0" name="Google Shape;220;p59"/>
          <p:cNvSpPr txBox="1"/>
          <p:nvPr/>
        </p:nvSpPr>
        <p:spPr>
          <a:xfrm>
            <a:off x="1595500" y="408779"/>
            <a:ext cx="4248472"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Section Summary</a:t>
            </a:r>
            <a:endParaRPr b="1" sz="3500">
              <a:solidFill>
                <a:schemeClr val="dk1"/>
              </a:solidFill>
              <a:latin typeface="Arial"/>
              <a:ea typeface="Arial"/>
              <a:cs typeface="Arial"/>
              <a:sym typeface="Arial"/>
            </a:endParaRPr>
          </a:p>
        </p:txBody>
      </p:sp>
      <p:sp>
        <p:nvSpPr>
          <p:cNvPr id="221" name="Google Shape;221;p59"/>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 name="Google Shape;222;p59"/>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23" name="Google Shape;223;p59"/>
          <p:cNvGrpSpPr/>
          <p:nvPr/>
        </p:nvGrpSpPr>
        <p:grpSpPr>
          <a:xfrm>
            <a:off x="515380" y="490848"/>
            <a:ext cx="470694" cy="475421"/>
            <a:chOff x="5540375" y="2868613"/>
            <a:chExt cx="1106488" cy="1117600"/>
          </a:xfrm>
        </p:grpSpPr>
        <p:sp>
          <p:nvSpPr>
            <p:cNvPr id="224" name="Google Shape;224;p59"/>
            <p:cNvSpPr/>
            <p:nvPr/>
          </p:nvSpPr>
          <p:spPr>
            <a:xfrm>
              <a:off x="5970588" y="3251201"/>
              <a:ext cx="676275" cy="517525"/>
            </a:xfrm>
            <a:custGeom>
              <a:rect b="b" l="l" r="r" t="t"/>
              <a:pathLst>
                <a:path extrusionOk="0" h="138" w="180">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 name="Google Shape;225;p59"/>
            <p:cNvSpPr/>
            <p:nvPr/>
          </p:nvSpPr>
          <p:spPr>
            <a:xfrm>
              <a:off x="5540375" y="2868613"/>
              <a:ext cx="941388" cy="1117600"/>
            </a:xfrm>
            <a:custGeom>
              <a:rect b="b" l="l" r="r" t="t"/>
              <a:pathLst>
                <a:path extrusionOk="0" h="298" w="251">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更多信息(可选)">
  <p:cSld name="13#更多信息(可选)">
    <p:spTree>
      <p:nvGrpSpPr>
        <p:cNvPr id="226" name="Shape 226"/>
        <p:cNvGrpSpPr/>
        <p:nvPr/>
      </p:nvGrpSpPr>
      <p:grpSpPr>
        <a:xfrm>
          <a:off x="0" y="0"/>
          <a:ext cx="0" cy="0"/>
          <a:chOff x="0" y="0"/>
          <a:chExt cx="0" cy="0"/>
        </a:xfrm>
      </p:grpSpPr>
      <p:sp>
        <p:nvSpPr>
          <p:cNvPr id="227" name="Google Shape;227;p60"/>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228600" lvl="4" marL="2286000" algn="l">
              <a:lnSpc>
                <a:spcPct val="140000"/>
              </a:lnSpc>
              <a:spcBef>
                <a:spcPts val="576"/>
              </a:spcBef>
              <a:spcAft>
                <a:spcPts val="0"/>
              </a:spcAft>
              <a:buClr>
                <a:schemeClr val="dk1"/>
              </a:buClr>
              <a:buSzPts val="1399"/>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 name="Google Shape;228;p60"/>
          <p:cNvSpPr txBox="1"/>
          <p:nvPr/>
        </p:nvSpPr>
        <p:spPr>
          <a:xfrm>
            <a:off x="1595500" y="408779"/>
            <a:ext cx="5040560"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More Information</a:t>
            </a:r>
            <a:endParaRPr b="1" sz="3500">
              <a:solidFill>
                <a:schemeClr val="dk1"/>
              </a:solidFill>
              <a:latin typeface="Arial"/>
              <a:ea typeface="Arial"/>
              <a:cs typeface="Arial"/>
              <a:sym typeface="Arial"/>
            </a:endParaRPr>
          </a:p>
        </p:txBody>
      </p:sp>
      <p:sp>
        <p:nvSpPr>
          <p:cNvPr id="229" name="Google Shape;229;p60"/>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 name="Google Shape;230;p60"/>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31" name="Google Shape;231;p60"/>
          <p:cNvGrpSpPr/>
          <p:nvPr/>
        </p:nvGrpSpPr>
        <p:grpSpPr>
          <a:xfrm>
            <a:off x="479376" y="480268"/>
            <a:ext cx="496581" cy="496581"/>
            <a:chOff x="4485904" y="3429000"/>
            <a:chExt cx="2003425" cy="2003425"/>
          </a:xfrm>
        </p:grpSpPr>
        <p:sp>
          <p:nvSpPr>
            <p:cNvPr id="232" name="Google Shape;232;p60"/>
            <p:cNvSpPr/>
            <p:nvPr/>
          </p:nvSpPr>
          <p:spPr>
            <a:xfrm>
              <a:off x="4485904" y="3429000"/>
              <a:ext cx="2003425" cy="2003425"/>
            </a:xfrm>
            <a:custGeom>
              <a:rect b="b" l="l" r="r" t="t"/>
              <a:pathLst>
                <a:path extrusionOk="0" h="1338" w="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3" name="Google Shape;233;p60"/>
            <p:cNvSpPr/>
            <p:nvPr/>
          </p:nvSpPr>
          <p:spPr>
            <a:xfrm>
              <a:off x="4978029" y="4324350"/>
              <a:ext cx="212725" cy="212725"/>
            </a:xfrm>
            <a:custGeom>
              <a:rect b="b" l="l" r="r" t="t"/>
              <a:pathLst>
                <a:path extrusionOk="0" h="142" w="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4" name="Google Shape;234;p60"/>
            <p:cNvSpPr/>
            <p:nvPr/>
          </p:nvSpPr>
          <p:spPr>
            <a:xfrm>
              <a:off x="5395542" y="4324350"/>
              <a:ext cx="211138" cy="212725"/>
            </a:xfrm>
            <a:custGeom>
              <a:rect b="b" l="l" r="r" t="t"/>
              <a:pathLst>
                <a:path extrusionOk="0" h="142" w="141">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5" name="Google Shape;235;p60"/>
            <p:cNvSpPr/>
            <p:nvPr/>
          </p:nvSpPr>
          <p:spPr>
            <a:xfrm>
              <a:off x="5809879" y="4324350"/>
              <a:ext cx="211138" cy="212725"/>
            </a:xfrm>
            <a:custGeom>
              <a:rect b="b" l="l" r="r" t="t"/>
              <a:pathLst>
                <a:path extrusionOk="0" h="142" w="141">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学习推荐(可选)">
  <p:cSld name="14#学习推荐(可选)">
    <p:spTree>
      <p:nvGrpSpPr>
        <p:cNvPr id="236" name="Shape 236"/>
        <p:cNvGrpSpPr/>
        <p:nvPr/>
      </p:nvGrpSpPr>
      <p:grpSpPr>
        <a:xfrm>
          <a:off x="0" y="0"/>
          <a:ext cx="0" cy="0"/>
          <a:chOff x="0" y="0"/>
          <a:chExt cx="0" cy="0"/>
        </a:xfrm>
      </p:grpSpPr>
      <p:sp>
        <p:nvSpPr>
          <p:cNvPr id="237" name="Google Shape;237;p61"/>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8" name="Google Shape;238;p61"/>
          <p:cNvSpPr txBox="1"/>
          <p:nvPr/>
        </p:nvSpPr>
        <p:spPr>
          <a:xfrm>
            <a:off x="1595500" y="408779"/>
            <a:ext cx="5040560"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Recommendations</a:t>
            </a:r>
            <a:endParaRPr b="1" sz="3500">
              <a:solidFill>
                <a:schemeClr val="dk1"/>
              </a:solidFill>
              <a:latin typeface="Arial"/>
              <a:ea typeface="Arial"/>
              <a:cs typeface="Arial"/>
              <a:sym typeface="Arial"/>
            </a:endParaRPr>
          </a:p>
        </p:txBody>
      </p:sp>
      <p:sp>
        <p:nvSpPr>
          <p:cNvPr id="239" name="Google Shape;239;p61"/>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0" name="Google Shape;240;p61"/>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41" name="Google Shape;241;p61"/>
          <p:cNvGrpSpPr/>
          <p:nvPr/>
        </p:nvGrpSpPr>
        <p:grpSpPr>
          <a:xfrm>
            <a:off x="515380" y="456929"/>
            <a:ext cx="461963" cy="485190"/>
            <a:chOff x="-779463" y="1835151"/>
            <a:chExt cx="1136650" cy="1193799"/>
          </a:xfrm>
        </p:grpSpPr>
        <p:sp>
          <p:nvSpPr>
            <p:cNvPr id="242" name="Google Shape;242;p61"/>
            <p:cNvSpPr/>
            <p:nvPr/>
          </p:nvSpPr>
          <p:spPr>
            <a:xfrm>
              <a:off x="-727075" y="2262188"/>
              <a:ext cx="1031875" cy="625475"/>
            </a:xfrm>
            <a:custGeom>
              <a:rect b="b" l="l" r="r" t="t"/>
              <a:pathLst>
                <a:path extrusionOk="0" h="587" w="968">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3" name="Google Shape;243;p61"/>
            <p:cNvSpPr/>
            <p:nvPr/>
          </p:nvSpPr>
          <p:spPr>
            <a:xfrm>
              <a:off x="-779463" y="2841625"/>
              <a:ext cx="1136650" cy="187325"/>
            </a:xfrm>
            <a:custGeom>
              <a:rect b="b" l="l" r="r" t="t"/>
              <a:pathLst>
                <a:path extrusionOk="0" h="176" w="106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 name="Google Shape;244;p61"/>
            <p:cNvSpPr/>
            <p:nvPr/>
          </p:nvSpPr>
          <p:spPr>
            <a:xfrm>
              <a:off x="-303213" y="2911475"/>
              <a:ext cx="184150" cy="46037"/>
            </a:xfrm>
            <a:custGeom>
              <a:rect b="b" l="l" r="r" t="t"/>
              <a:pathLst>
                <a:path extrusionOk="0" h="43" w="172">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5" name="Google Shape;245;p61"/>
            <p:cNvSpPr/>
            <p:nvPr/>
          </p:nvSpPr>
          <p:spPr>
            <a:xfrm>
              <a:off x="-568325" y="1835151"/>
              <a:ext cx="712788" cy="852487"/>
            </a:xfrm>
            <a:custGeom>
              <a:rect b="b" l="l" r="r" t="t"/>
              <a:pathLst>
                <a:path extrusionOk="0" h="800" w="668">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6" name="Google Shape;246;p61"/>
            <p:cNvSpPr/>
            <p:nvPr/>
          </p:nvSpPr>
          <p:spPr>
            <a:xfrm>
              <a:off x="-354013" y="2181225"/>
              <a:ext cx="280988" cy="187325"/>
            </a:xfrm>
            <a:custGeom>
              <a:rect b="b" l="l" r="r" t="t"/>
              <a:pathLst>
                <a:path extrusionOk="0" h="177" w="263">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7" name="Google Shape;247;p61"/>
            <p:cNvSpPr/>
            <p:nvPr/>
          </p:nvSpPr>
          <p:spPr>
            <a:xfrm>
              <a:off x="-420688" y="2066925"/>
              <a:ext cx="419100" cy="209550"/>
            </a:xfrm>
            <a:custGeom>
              <a:rect b="b" l="l" r="r" t="t"/>
              <a:pathLst>
                <a:path extrusionOk="0" h="197" w="394">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18" Type="http://schemas.openxmlformats.org/officeDocument/2006/relationships/theme" Target="../theme/theme1.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5"/>
          <p:cNvSpPr txBox="1"/>
          <p:nvPr>
            <p:ph type="title"/>
          </p:nvPr>
        </p:nvSpPr>
        <p:spPr>
          <a:xfrm>
            <a:off x="869611" y="260649"/>
            <a:ext cx="10323183" cy="868363"/>
          </a:xfrm>
          <a:prstGeom prst="rect">
            <a:avLst/>
          </a:prstGeom>
          <a:noFill/>
          <a:ln>
            <a:noFill/>
          </a:ln>
        </p:spPr>
        <p:txBody>
          <a:bodyPr anchorCtr="0" anchor="ctr" bIns="40050" lIns="80125" spcFirstLastPara="1" rIns="80125" wrap="square" tIns="40050">
            <a:noAutofit/>
          </a:bodyPr>
          <a:lstStyle>
            <a:lvl1pPr lvl="0" marR="0" rtl="0" algn="l">
              <a:lnSpc>
                <a:spcPct val="90000"/>
              </a:lnSpc>
              <a:spcBef>
                <a:spcPts val="0"/>
              </a:spcBef>
              <a:spcAft>
                <a:spcPts val="0"/>
              </a:spcAft>
              <a:buClr>
                <a:schemeClr val="dk1"/>
              </a:buClr>
              <a:buSzPts val="3499"/>
              <a:buFont typeface="Arial"/>
              <a:buNone/>
              <a:defRPr b="0" i="0" sz="3499"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5"/>
          <p:cNvSpPr txBox="1"/>
          <p:nvPr>
            <p:ph idx="1" type="body"/>
          </p:nvPr>
        </p:nvSpPr>
        <p:spPr>
          <a:xfrm>
            <a:off x="448290" y="1248073"/>
            <a:ext cx="11307600" cy="4680000"/>
          </a:xfrm>
          <a:prstGeom prst="rect">
            <a:avLst/>
          </a:prstGeom>
          <a:noFill/>
          <a:ln>
            <a:noFill/>
          </a:ln>
        </p:spPr>
        <p:txBody>
          <a:bodyPr anchorCtr="0" anchor="t" bIns="40050" lIns="80125" spcFirstLastPara="1" rIns="80125" wrap="square" tIns="40050">
            <a:noAutofit/>
          </a:bodyPr>
          <a:lstStyle>
            <a:lvl1pPr indent="-298418" lvl="0" marL="457200" marR="0" rtl="0" algn="l">
              <a:lnSpc>
                <a:spcPct val="140000"/>
              </a:lnSpc>
              <a:spcBef>
                <a:spcPts val="792"/>
              </a:spcBef>
              <a:spcAft>
                <a:spcPts val="0"/>
              </a:spcAft>
              <a:buClr>
                <a:schemeClr val="dk1"/>
              </a:buClr>
              <a:buSzPts val="1100"/>
              <a:buFont typeface="Noto Sans Symbols"/>
              <a:buChar char="●"/>
              <a:defRPr b="0" i="0" sz="2199" u="none" cap="none" strike="noStrike">
                <a:solidFill>
                  <a:schemeClr val="dk1"/>
                </a:solidFill>
                <a:latin typeface="Arial"/>
                <a:ea typeface="Arial"/>
                <a:cs typeface="Arial"/>
                <a:sym typeface="Arial"/>
              </a:defRPr>
            </a:lvl1pPr>
            <a:lvl2pPr indent="-292068" lvl="1" marL="914400" marR="0" rtl="0" algn="l">
              <a:lnSpc>
                <a:spcPct val="140000"/>
              </a:lnSpc>
              <a:spcBef>
                <a:spcPts val="720"/>
              </a:spcBef>
              <a:spcAft>
                <a:spcPts val="0"/>
              </a:spcAft>
              <a:buClr>
                <a:schemeClr val="dk1"/>
              </a:buClr>
              <a:buSzPts val="1000"/>
              <a:buFont typeface="Noto Sans Symbols"/>
              <a:buChar char="🞐"/>
              <a:defRPr b="0" i="0" sz="1999" u="none" cap="none" strike="noStrike">
                <a:solidFill>
                  <a:schemeClr val="dk1"/>
                </a:solidFill>
                <a:latin typeface="Arial"/>
                <a:ea typeface="Arial"/>
                <a:cs typeface="Arial"/>
                <a:sym typeface="Arial"/>
              </a:defRPr>
            </a:lvl2pPr>
            <a:lvl3pPr indent="-285718" lvl="2" marL="1371600" marR="0" rtl="0" algn="l">
              <a:lnSpc>
                <a:spcPct val="140000"/>
              </a:lnSpc>
              <a:spcBef>
                <a:spcPts val="648"/>
              </a:spcBef>
              <a:spcAft>
                <a:spcPts val="0"/>
              </a:spcAft>
              <a:buClr>
                <a:schemeClr val="dk1"/>
              </a:buClr>
              <a:buSzPts val="900"/>
              <a:buFont typeface="Noto Sans Symbols"/>
              <a:buChar char="■"/>
              <a:defRPr b="0" i="0" sz="1799" u="none" cap="none" strike="noStrike">
                <a:solidFill>
                  <a:schemeClr val="dk1"/>
                </a:solidFill>
                <a:latin typeface="Arial"/>
                <a:ea typeface="Arial"/>
                <a:cs typeface="Arial"/>
                <a:sym typeface="Arial"/>
              </a:defRPr>
            </a:lvl3pPr>
            <a:lvl4pPr indent="-330136" lvl="3" marL="1828800" marR="0" rtl="0" algn="l">
              <a:lnSpc>
                <a:spcPct val="140000"/>
              </a:lnSpc>
              <a:spcBef>
                <a:spcPts val="576"/>
              </a:spcBef>
              <a:spcAft>
                <a:spcPts val="0"/>
              </a:spcAft>
              <a:buClr>
                <a:schemeClr val="dk1"/>
              </a:buClr>
              <a:buSzPts val="1599"/>
              <a:buFont typeface="Arial"/>
              <a:buChar char="−"/>
              <a:defRPr b="0" i="0" sz="1599" u="none" cap="none" strike="noStrike">
                <a:solidFill>
                  <a:schemeClr val="dk1"/>
                </a:solidFill>
                <a:latin typeface="Arial"/>
                <a:ea typeface="Arial"/>
                <a:cs typeface="Arial"/>
                <a:sym typeface="Arial"/>
              </a:defRPr>
            </a:lvl4pPr>
            <a:lvl5pPr indent="-317436" lvl="4" marL="2286000" marR="0" rtl="0" algn="l">
              <a:lnSpc>
                <a:spcPct val="140000"/>
              </a:lnSpc>
              <a:spcBef>
                <a:spcPts val="576"/>
              </a:spcBef>
              <a:spcAft>
                <a:spcPts val="0"/>
              </a:spcAft>
              <a:buClr>
                <a:schemeClr val="dk1"/>
              </a:buClr>
              <a:buSzPts val="1399"/>
              <a:buFont typeface="Arial"/>
              <a:buChar char="~"/>
              <a:defRPr b="0" i="0" sz="1399" u="none" cap="none" strike="noStrike">
                <a:solidFill>
                  <a:schemeClr val="dk1"/>
                </a:solidFill>
                <a:latin typeface="Arial"/>
                <a:ea typeface="Arial"/>
                <a:cs typeface="Arial"/>
                <a:sym typeface="Arial"/>
              </a:defRPr>
            </a:lvl5pPr>
            <a:lvl6pPr indent="-342836" lvl="5" marL="2743200" marR="0" rtl="0" algn="l">
              <a:lnSpc>
                <a:spcPct val="90000"/>
              </a:lnSpc>
              <a:spcBef>
                <a:spcPts val="500"/>
              </a:spcBef>
              <a:spcAft>
                <a:spcPts val="0"/>
              </a:spcAft>
              <a:buClr>
                <a:schemeClr val="dk1"/>
              </a:buClr>
              <a:buSzPts val="1799"/>
              <a:buFont typeface="Arial"/>
              <a:buChar char="•"/>
              <a:defRPr b="0" i="0" sz="1799" u="none" cap="none" strike="noStrike">
                <a:solidFill>
                  <a:schemeClr val="dk1"/>
                </a:solidFill>
                <a:latin typeface="Arial"/>
                <a:ea typeface="Arial"/>
                <a:cs typeface="Arial"/>
                <a:sym typeface="Arial"/>
              </a:defRPr>
            </a:lvl6pPr>
            <a:lvl7pPr indent="-342836" lvl="6" marL="3200400" marR="0" rtl="0" algn="l">
              <a:lnSpc>
                <a:spcPct val="90000"/>
              </a:lnSpc>
              <a:spcBef>
                <a:spcPts val="500"/>
              </a:spcBef>
              <a:spcAft>
                <a:spcPts val="0"/>
              </a:spcAft>
              <a:buClr>
                <a:schemeClr val="dk1"/>
              </a:buClr>
              <a:buSzPts val="1799"/>
              <a:buFont typeface="Arial"/>
              <a:buChar char="•"/>
              <a:defRPr b="0" i="0" sz="1799" u="none" cap="none" strike="noStrike">
                <a:solidFill>
                  <a:schemeClr val="dk1"/>
                </a:solidFill>
                <a:latin typeface="Arial"/>
                <a:ea typeface="Arial"/>
                <a:cs typeface="Arial"/>
                <a:sym typeface="Arial"/>
              </a:defRPr>
            </a:lvl7pPr>
            <a:lvl8pPr indent="-342836" lvl="7" marL="3657600" marR="0" rtl="0" algn="l">
              <a:lnSpc>
                <a:spcPct val="90000"/>
              </a:lnSpc>
              <a:spcBef>
                <a:spcPts val="500"/>
              </a:spcBef>
              <a:spcAft>
                <a:spcPts val="0"/>
              </a:spcAft>
              <a:buClr>
                <a:schemeClr val="dk1"/>
              </a:buClr>
              <a:buSzPts val="1799"/>
              <a:buFont typeface="Arial"/>
              <a:buChar char="•"/>
              <a:defRPr b="0" i="0" sz="1799" u="none" cap="none" strike="noStrike">
                <a:solidFill>
                  <a:schemeClr val="dk1"/>
                </a:solidFill>
                <a:latin typeface="Arial"/>
                <a:ea typeface="Arial"/>
                <a:cs typeface="Arial"/>
                <a:sym typeface="Arial"/>
              </a:defRPr>
            </a:lvl8pPr>
            <a:lvl9pPr indent="-342836" lvl="8" marL="4114800" marR="0" rtl="0" algn="l">
              <a:lnSpc>
                <a:spcPct val="90000"/>
              </a:lnSpc>
              <a:spcBef>
                <a:spcPts val="500"/>
              </a:spcBef>
              <a:spcAft>
                <a:spcPts val="0"/>
              </a:spcAft>
              <a:buClr>
                <a:schemeClr val="dk1"/>
              </a:buClr>
              <a:buSzPts val="1799"/>
              <a:buFont typeface="Arial"/>
              <a:buChar char="•"/>
              <a:defRPr b="0" i="0" sz="1799" u="none" cap="none" strike="noStrike">
                <a:solidFill>
                  <a:schemeClr val="dk1"/>
                </a:solidFill>
                <a:latin typeface="Arial"/>
                <a:ea typeface="Arial"/>
                <a:cs typeface="Arial"/>
                <a:sym typeface="Arial"/>
              </a:defRPr>
            </a:lvl9pPr>
          </a:lstStyle>
          <a:p/>
        </p:txBody>
      </p:sp>
      <p:pic>
        <p:nvPicPr>
          <p:cNvPr id="8" name="Google Shape;8;p45"/>
          <p:cNvPicPr preferRelativeResize="0"/>
          <p:nvPr/>
        </p:nvPicPr>
        <p:blipFill rotWithShape="1">
          <a:blip r:embed="rId1">
            <a:alphaModFix/>
          </a:blip>
          <a:srcRect b="0" l="0" r="0" t="0"/>
          <a:stretch/>
        </p:blipFill>
        <p:spPr>
          <a:xfrm>
            <a:off x="10674829" y="6504031"/>
            <a:ext cx="1249200" cy="273343"/>
          </a:xfrm>
          <a:prstGeom prst="rect">
            <a:avLst/>
          </a:prstGeom>
          <a:noFill/>
          <a:ln>
            <a:noFill/>
          </a:ln>
        </p:spPr>
      </p:pic>
      <p:sp>
        <p:nvSpPr>
          <p:cNvPr id="9" name="Google Shape;9;p45"/>
          <p:cNvSpPr/>
          <p:nvPr/>
        </p:nvSpPr>
        <p:spPr>
          <a:xfrm>
            <a:off x="119336" y="6500581"/>
            <a:ext cx="742054" cy="265552"/>
          </a:xfrm>
          <a:prstGeom prst="rect">
            <a:avLst/>
          </a:prstGeom>
          <a:noFill/>
          <a:ln>
            <a:noFill/>
          </a:ln>
        </p:spPr>
        <p:txBody>
          <a:bodyPr anchorCtr="0" anchor="t" bIns="40050" lIns="80100" spcFirstLastPara="1" rIns="80100" wrap="square" tIns="4005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Page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0" name="Google Shape;10;p45"/>
          <p:cNvSpPr/>
          <p:nvPr/>
        </p:nvSpPr>
        <p:spPr>
          <a:xfrm>
            <a:off x="947428" y="6500581"/>
            <a:ext cx="4948333" cy="265552"/>
          </a:xfrm>
          <a:prstGeom prst="rect">
            <a:avLst/>
          </a:prstGeom>
          <a:noFill/>
          <a:ln>
            <a:noFill/>
          </a:ln>
        </p:spPr>
        <p:txBody>
          <a:bodyPr anchorCtr="0" anchor="t" bIns="40050" lIns="80100" spcFirstLastPara="1" rIns="80100" wrap="square" tIns="4005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Copyright © 2020 Huawei Technologies Co., Ltd. All rights reserved. </a:t>
            </a:r>
            <a:endParaRPr/>
          </a:p>
        </p:txBody>
      </p:sp>
      <p:grpSp>
        <p:nvGrpSpPr>
          <p:cNvPr id="11" name="Google Shape;11;p45"/>
          <p:cNvGrpSpPr/>
          <p:nvPr/>
        </p:nvGrpSpPr>
        <p:grpSpPr>
          <a:xfrm>
            <a:off x="12162526" y="3916624"/>
            <a:ext cx="1088654" cy="2144829"/>
            <a:chOff x="12162526" y="3916624"/>
            <a:chExt cx="1088654" cy="2144829"/>
          </a:xfrm>
        </p:grpSpPr>
        <p:sp>
          <p:nvSpPr>
            <p:cNvPr id="12" name="Google Shape;12;p45"/>
            <p:cNvSpPr/>
            <p:nvPr/>
          </p:nvSpPr>
          <p:spPr>
            <a:xfrm>
              <a:off x="12246898" y="3916624"/>
              <a:ext cx="919908" cy="288726"/>
            </a:xfrm>
            <a:prstGeom prst="rect">
              <a:avLst/>
            </a:prstGeom>
            <a:solidFill>
              <a:srgbClr val="00B0F0"/>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3" name="Google Shape;13;p45"/>
            <p:cNvSpPr/>
            <p:nvPr/>
          </p:nvSpPr>
          <p:spPr>
            <a:xfrm>
              <a:off x="12246898" y="4205452"/>
              <a:ext cx="919908" cy="288000"/>
            </a:xfrm>
            <a:prstGeom prst="rect">
              <a:avLst/>
            </a:prstGeom>
            <a:solidFill>
              <a:srgbClr val="99DFF9"/>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4" name="Google Shape;14;p45"/>
            <p:cNvSpPr/>
            <p:nvPr/>
          </p:nvSpPr>
          <p:spPr>
            <a:xfrm>
              <a:off x="12246898" y="4493554"/>
              <a:ext cx="919908" cy="288000"/>
            </a:xfrm>
            <a:prstGeom prst="rect">
              <a:avLst/>
            </a:prstGeom>
            <a:solidFill>
              <a:srgbClr val="D9D9D9"/>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5" name="Google Shape;15;p45"/>
            <p:cNvSpPr/>
            <p:nvPr/>
          </p:nvSpPr>
          <p:spPr>
            <a:xfrm>
              <a:off x="12246898" y="4781656"/>
              <a:ext cx="919908" cy="288000"/>
            </a:xfrm>
            <a:prstGeom prst="rect">
              <a:avLst/>
            </a:prstGeom>
            <a:solidFill>
              <a:srgbClr val="EC6F60"/>
            </a:solidFill>
            <a:ln>
              <a:noFill/>
            </a:ln>
          </p:spPr>
          <p:txBody>
            <a:bodyPr anchorCtr="0" anchor="ctr" bIns="45700" lIns="91425" spcFirstLastPara="1" rIns="91425" wrap="square" tIns="45700">
              <a:noAutofit/>
            </a:bodyPr>
            <a:lstStyle/>
            <a:p>
              <a:pPr indent="-285613" lvl="0" marL="342763" marR="0" rtl="0" algn="ctr">
                <a:lnSpc>
                  <a:spcPct val="100000"/>
                </a:lnSpc>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6" name="Google Shape;16;p45"/>
            <p:cNvSpPr/>
            <p:nvPr/>
          </p:nvSpPr>
          <p:spPr>
            <a:xfrm>
              <a:off x="12246898" y="5069758"/>
              <a:ext cx="919908" cy="288000"/>
            </a:xfrm>
            <a:prstGeom prst="rect">
              <a:avLst/>
            </a:prstGeom>
            <a:solidFill>
              <a:srgbClr val="F4FBFE"/>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7" name="Google Shape;17;p45"/>
            <p:cNvSpPr txBox="1"/>
            <p:nvPr/>
          </p:nvSpPr>
          <p:spPr>
            <a:xfrm>
              <a:off x="12162529" y="3947408"/>
              <a:ext cx="1088651" cy="227159"/>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表格表头</a:t>
              </a:r>
              <a:endParaRPr/>
            </a:p>
          </p:txBody>
        </p:sp>
        <p:sp>
          <p:nvSpPr>
            <p:cNvPr id="18" name="Google Shape;18;p45"/>
            <p:cNvSpPr txBox="1"/>
            <p:nvPr/>
          </p:nvSpPr>
          <p:spPr>
            <a:xfrm>
              <a:off x="12249538" y="4235890"/>
              <a:ext cx="914633" cy="227125"/>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表格/文字边框</a:t>
              </a:r>
              <a:endParaRPr/>
            </a:p>
          </p:txBody>
        </p:sp>
        <p:sp>
          <p:nvSpPr>
            <p:cNvPr id="19" name="Google Shape;19;p45"/>
            <p:cNvSpPr txBox="1"/>
            <p:nvPr/>
          </p:nvSpPr>
          <p:spPr>
            <a:xfrm>
              <a:off x="12162526" y="4523977"/>
              <a:ext cx="1088651" cy="227159"/>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导航灰底</a:t>
              </a:r>
              <a:endParaRPr/>
            </a:p>
          </p:txBody>
        </p:sp>
        <p:sp>
          <p:nvSpPr>
            <p:cNvPr id="20" name="Google Shape;20;p45"/>
            <p:cNvSpPr txBox="1"/>
            <p:nvPr/>
          </p:nvSpPr>
          <p:spPr>
            <a:xfrm>
              <a:off x="12457445" y="4812094"/>
              <a:ext cx="498816" cy="227125"/>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红</a:t>
              </a:r>
              <a:endParaRPr/>
            </a:p>
          </p:txBody>
        </p:sp>
        <p:sp>
          <p:nvSpPr>
            <p:cNvPr id="21" name="Google Shape;21;p45"/>
            <p:cNvSpPr txBox="1"/>
            <p:nvPr/>
          </p:nvSpPr>
          <p:spPr>
            <a:xfrm>
              <a:off x="12249538" y="5100196"/>
              <a:ext cx="914633" cy="227125"/>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表格/文字底色</a:t>
              </a:r>
              <a:endParaRPr/>
            </a:p>
          </p:txBody>
        </p:sp>
        <p:sp>
          <p:nvSpPr>
            <p:cNvPr id="22" name="Google Shape;22;p45"/>
            <p:cNvSpPr/>
            <p:nvPr/>
          </p:nvSpPr>
          <p:spPr>
            <a:xfrm>
              <a:off x="12246898" y="5485453"/>
              <a:ext cx="461833" cy="288000"/>
            </a:xfrm>
            <a:prstGeom prst="rect">
              <a:avLst/>
            </a:prstGeom>
            <a:solidFill>
              <a:srgbClr val="FFF2CC"/>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3" name="Google Shape;23;p45"/>
            <p:cNvSpPr/>
            <p:nvPr/>
          </p:nvSpPr>
          <p:spPr>
            <a:xfrm>
              <a:off x="12708730" y="5485453"/>
              <a:ext cx="458075" cy="288000"/>
            </a:xfrm>
            <a:prstGeom prst="rect">
              <a:avLst/>
            </a:prstGeom>
            <a:solidFill>
              <a:srgbClr val="FFD17D"/>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4" name="Google Shape;24;p45"/>
            <p:cNvSpPr txBox="1"/>
            <p:nvPr/>
          </p:nvSpPr>
          <p:spPr>
            <a:xfrm>
              <a:off x="12502813" y="5515891"/>
              <a:ext cx="408083" cy="227125"/>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备用</a:t>
              </a:r>
              <a:endParaRPr/>
            </a:p>
          </p:txBody>
        </p:sp>
        <p:sp>
          <p:nvSpPr>
            <p:cNvPr id="25" name="Google Shape;25;p45"/>
            <p:cNvSpPr/>
            <p:nvPr/>
          </p:nvSpPr>
          <p:spPr>
            <a:xfrm>
              <a:off x="12246898" y="5773453"/>
              <a:ext cx="919908" cy="288000"/>
            </a:xfrm>
            <a:prstGeom prst="rect">
              <a:avLst/>
            </a:prstGeom>
            <a:solidFill>
              <a:srgbClr val="8BC9A0"/>
            </a:solidFill>
            <a:ln>
              <a:noFill/>
            </a:ln>
          </p:spPr>
          <p:txBody>
            <a:bodyPr anchorCtr="0" anchor="ctr" bIns="45700" lIns="91425" spcFirstLastPara="1" rIns="91425" wrap="square" tIns="45700">
              <a:noAutofit/>
            </a:bodyPr>
            <a:lstStyle/>
            <a:p>
              <a:pPr indent="-285613" lvl="0" marL="342763" marR="0" rtl="0" algn="ctr">
                <a:lnSpc>
                  <a:spcPct val="100000"/>
                </a:lnSpc>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6" name="Google Shape;26;p45"/>
            <p:cNvSpPr txBox="1"/>
            <p:nvPr/>
          </p:nvSpPr>
          <p:spPr>
            <a:xfrm>
              <a:off x="12560520" y="5813738"/>
              <a:ext cx="292666" cy="227125"/>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绿</a:t>
              </a:r>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79">
          <p15:clr>
            <a:srgbClr val="F26B43"/>
          </p15:clr>
        </p15:guide>
        <p15:guide id="2" pos="7401">
          <p15:clr>
            <a:srgbClr val="F26B43"/>
          </p15:clr>
        </p15:guide>
        <p15:guide id="3" orient="horz" pos="2341">
          <p15:clr>
            <a:srgbClr val="F26B43"/>
          </p15:clr>
        </p15:guide>
        <p15:guide id="4" orient="horz" pos="4020">
          <p15:clr>
            <a:srgbClr val="F26B43"/>
          </p15:clr>
        </p15:guide>
        <p15:guide id="5" orient="horz" pos="777">
          <p15:clr>
            <a:srgbClr val="F26B43"/>
          </p15:clr>
        </p15:guide>
        <p15:guide id="6" pos="3840">
          <p15:clr>
            <a:srgbClr val="F26B43"/>
          </p15:clr>
        </p15:guide>
        <p15:guide id="7" orient="horz" pos="45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10.png"/><Relationship Id="rId9"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3.png"/></Relationships>
</file>

<file path=ppt/slides/_rels/slide23.xml.rels><?xml version="1.0" encoding="UTF-8" standalone="yes"?><Relationships xmlns="http://schemas.openxmlformats.org/package/2006/relationships"><Relationship Id="rId10" Type="http://schemas.openxmlformats.org/officeDocument/2006/relationships/image" Target="../media/image18.png"/><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19.png"/><Relationship Id="rId9" Type="http://schemas.openxmlformats.org/officeDocument/2006/relationships/image" Target="../media/image20.png"/><Relationship Id="rId5" Type="http://schemas.openxmlformats.org/officeDocument/2006/relationships/image" Target="../media/image2.png"/><Relationship Id="rId6" Type="http://schemas.openxmlformats.org/officeDocument/2006/relationships/image" Target="../media/image17.png"/><Relationship Id="rId7" Type="http://schemas.openxmlformats.org/officeDocument/2006/relationships/image" Target="../media/image15.png"/><Relationship Id="rId8"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 Id="rId3" Type="http://schemas.openxmlformats.org/officeDocument/2006/relationships/image" Target="../media/image2.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2.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 Id="rId3" Type="http://schemas.openxmlformats.org/officeDocument/2006/relationships/image" Target="../media/image2.png"/><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 Id="rId3" Type="http://schemas.openxmlformats.org/officeDocument/2006/relationships/image" Target="../media/image2.png"/><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1.xml"/><Relationship Id="rId3" Type="http://schemas.openxmlformats.org/officeDocument/2006/relationships/image" Target="../media/image2.pn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1" name="Shape 251"/>
        <p:cNvGrpSpPr/>
        <p:nvPr/>
      </p:nvGrpSpPr>
      <p:grpSpPr>
        <a:xfrm>
          <a:off x="0" y="0"/>
          <a:ext cx="0" cy="0"/>
          <a:chOff x="0" y="0"/>
          <a:chExt cx="0" cy="0"/>
        </a:xfrm>
      </p:grpSpPr>
      <p:sp>
        <p:nvSpPr>
          <p:cNvPr id="252" name="Google Shape;252;p1"/>
          <p:cNvSpPr txBox="1"/>
          <p:nvPr>
            <p:ph idx="1" type="body"/>
          </p:nvPr>
        </p:nvSpPr>
        <p:spPr>
          <a:xfrm>
            <a:off x="1007535" y="1803960"/>
            <a:ext cx="3024237"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t/>
            </a:r>
            <a:endParaRPr>
              <a:latin typeface="Arial"/>
              <a:ea typeface="Arial"/>
              <a:cs typeface="Arial"/>
              <a:sym typeface="Arial"/>
            </a:endParaRPr>
          </a:p>
        </p:txBody>
      </p:sp>
      <p:sp>
        <p:nvSpPr>
          <p:cNvPr id="253" name="Google Shape;253;p1"/>
          <p:cNvSpPr txBox="1"/>
          <p:nvPr>
            <p:ph idx="2" type="body"/>
          </p:nvPr>
        </p:nvSpPr>
        <p:spPr>
          <a:xfrm>
            <a:off x="4079776" y="1803960"/>
            <a:ext cx="2110008"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t/>
            </a:r>
            <a:endParaRPr>
              <a:latin typeface="Arial"/>
              <a:ea typeface="Arial"/>
              <a:cs typeface="Arial"/>
              <a:sym typeface="Arial"/>
            </a:endParaRPr>
          </a:p>
        </p:txBody>
      </p:sp>
      <p:sp>
        <p:nvSpPr>
          <p:cNvPr id="254" name="Google Shape;254;p1"/>
          <p:cNvSpPr txBox="1"/>
          <p:nvPr>
            <p:ph idx="3" type="body"/>
          </p:nvPr>
        </p:nvSpPr>
        <p:spPr>
          <a:xfrm>
            <a:off x="1007533" y="3089025"/>
            <a:ext cx="3071784"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rPr lang="en-US">
                <a:latin typeface="Arial"/>
                <a:ea typeface="Arial"/>
                <a:cs typeface="Arial"/>
                <a:sym typeface="Arial"/>
              </a:rPr>
              <a:t>Lu Yueyue/lwx445705</a:t>
            </a:r>
            <a:endParaRPr>
              <a:latin typeface="Arial"/>
              <a:ea typeface="Arial"/>
              <a:cs typeface="Arial"/>
              <a:sym typeface="Arial"/>
            </a:endParaRPr>
          </a:p>
        </p:txBody>
      </p:sp>
      <p:sp>
        <p:nvSpPr>
          <p:cNvPr id="255" name="Google Shape;255;p1"/>
          <p:cNvSpPr txBox="1"/>
          <p:nvPr>
            <p:ph idx="4" type="body"/>
          </p:nvPr>
        </p:nvSpPr>
        <p:spPr>
          <a:xfrm>
            <a:off x="4079776" y="3089025"/>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rPr lang="en-US">
                <a:latin typeface="Arial"/>
                <a:ea typeface="Arial"/>
                <a:cs typeface="Arial"/>
                <a:sym typeface="Arial"/>
              </a:rPr>
              <a:t>2020.03</a:t>
            </a:r>
            <a:endParaRPr>
              <a:latin typeface="Arial"/>
              <a:ea typeface="Arial"/>
              <a:cs typeface="Arial"/>
              <a:sym typeface="Arial"/>
            </a:endParaRPr>
          </a:p>
        </p:txBody>
      </p:sp>
      <p:sp>
        <p:nvSpPr>
          <p:cNvPr id="256" name="Google Shape;256;p1"/>
          <p:cNvSpPr txBox="1"/>
          <p:nvPr>
            <p:ph idx="5" type="body"/>
          </p:nvPr>
        </p:nvSpPr>
        <p:spPr>
          <a:xfrm>
            <a:off x="6239933" y="3089025"/>
            <a:ext cx="2928408"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t/>
            </a:r>
            <a:endParaRPr>
              <a:latin typeface="Arial"/>
              <a:ea typeface="Arial"/>
              <a:cs typeface="Arial"/>
              <a:sym typeface="Arial"/>
            </a:endParaRPr>
          </a:p>
        </p:txBody>
      </p:sp>
      <p:sp>
        <p:nvSpPr>
          <p:cNvPr id="257" name="Google Shape;257;p1"/>
          <p:cNvSpPr txBox="1"/>
          <p:nvPr>
            <p:ph idx="6" type="body"/>
          </p:nvPr>
        </p:nvSpPr>
        <p:spPr>
          <a:xfrm>
            <a:off x="9168341" y="3089025"/>
            <a:ext cx="2303992"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rPr lang="en-US"/>
              <a:t>New</a:t>
            </a:r>
            <a:endParaRPr/>
          </a:p>
        </p:txBody>
      </p:sp>
      <p:sp>
        <p:nvSpPr>
          <p:cNvPr id="258" name="Google Shape;258;p1"/>
          <p:cNvSpPr txBox="1"/>
          <p:nvPr>
            <p:ph idx="7" type="body"/>
          </p:nvPr>
        </p:nvSpPr>
        <p:spPr>
          <a:xfrm>
            <a:off x="1019436" y="3608189"/>
            <a:ext cx="3071784"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t/>
            </a:r>
            <a:endParaRPr>
              <a:latin typeface="Arial"/>
              <a:ea typeface="Arial"/>
              <a:cs typeface="Arial"/>
              <a:sym typeface="Arial"/>
            </a:endParaRPr>
          </a:p>
        </p:txBody>
      </p:sp>
      <p:sp>
        <p:nvSpPr>
          <p:cNvPr id="259" name="Google Shape;259;p1"/>
          <p:cNvSpPr txBox="1"/>
          <p:nvPr>
            <p:ph idx="8" type="body"/>
          </p:nvPr>
        </p:nvSpPr>
        <p:spPr>
          <a:xfrm>
            <a:off x="4091679" y="3608189"/>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latin typeface="Arial"/>
              <a:ea typeface="Arial"/>
              <a:cs typeface="Arial"/>
              <a:sym typeface="Arial"/>
            </a:endParaRPr>
          </a:p>
        </p:txBody>
      </p:sp>
      <p:sp>
        <p:nvSpPr>
          <p:cNvPr id="260" name="Google Shape;260;p1"/>
          <p:cNvSpPr txBox="1"/>
          <p:nvPr>
            <p:ph idx="9" type="body"/>
          </p:nvPr>
        </p:nvSpPr>
        <p:spPr>
          <a:xfrm>
            <a:off x="6251836" y="3608189"/>
            <a:ext cx="2928408"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t/>
            </a:r>
            <a:endParaRPr>
              <a:latin typeface="Arial"/>
              <a:ea typeface="Arial"/>
              <a:cs typeface="Arial"/>
              <a:sym typeface="Arial"/>
            </a:endParaRPr>
          </a:p>
        </p:txBody>
      </p:sp>
      <p:sp>
        <p:nvSpPr>
          <p:cNvPr id="261" name="Google Shape;261;p1"/>
          <p:cNvSpPr txBox="1"/>
          <p:nvPr>
            <p:ph idx="13" type="body"/>
          </p:nvPr>
        </p:nvSpPr>
        <p:spPr>
          <a:xfrm>
            <a:off x="9180244" y="3608189"/>
            <a:ext cx="2303992" cy="504887"/>
          </a:xfrm>
          <a:prstGeom prst="rect">
            <a:avLst/>
          </a:prstGeom>
          <a:noFill/>
          <a:ln>
            <a:noFill/>
          </a:ln>
        </p:spPr>
        <p:txBody>
          <a:bodyPr anchorCtr="0" anchor="ctr" bIns="40050" lIns="80125" spcFirstLastPara="1" rIns="80125" wrap="square" tIns="40050">
            <a:noAutofit/>
          </a:bodyPr>
          <a:lstStyle/>
          <a:p>
            <a:pPr indent="0" lvl="0" marL="0" rtl="0" algn="ctr">
              <a:lnSpc>
                <a:spcPct val="140000"/>
              </a:lnSpc>
              <a:spcBef>
                <a:spcPts val="0"/>
              </a:spcBef>
              <a:spcAft>
                <a:spcPts val="0"/>
              </a:spcAft>
              <a:buClr>
                <a:srgbClr val="808080"/>
              </a:buClr>
              <a:buSzPts val="960"/>
              <a:buNone/>
            </a:pPr>
            <a:r>
              <a:rPr lang="en-US"/>
              <a:t>Update</a:t>
            </a:r>
            <a:endParaRPr/>
          </a:p>
        </p:txBody>
      </p:sp>
      <p:sp>
        <p:nvSpPr>
          <p:cNvPr id="262" name="Google Shape;262;p1"/>
          <p:cNvSpPr txBox="1"/>
          <p:nvPr>
            <p:ph idx="14" type="body"/>
          </p:nvPr>
        </p:nvSpPr>
        <p:spPr>
          <a:xfrm>
            <a:off x="995796" y="4077072"/>
            <a:ext cx="3071784"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t/>
            </a:r>
            <a:endParaRPr>
              <a:latin typeface="Arial"/>
              <a:ea typeface="Arial"/>
              <a:cs typeface="Arial"/>
              <a:sym typeface="Arial"/>
            </a:endParaRPr>
          </a:p>
        </p:txBody>
      </p:sp>
      <p:sp>
        <p:nvSpPr>
          <p:cNvPr id="263" name="Google Shape;263;p1"/>
          <p:cNvSpPr txBox="1"/>
          <p:nvPr>
            <p:ph idx="15" type="body"/>
          </p:nvPr>
        </p:nvSpPr>
        <p:spPr>
          <a:xfrm>
            <a:off x="4068039" y="4077072"/>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latin typeface="Arial"/>
              <a:ea typeface="Arial"/>
              <a:cs typeface="Arial"/>
              <a:sym typeface="Arial"/>
            </a:endParaRPr>
          </a:p>
        </p:txBody>
      </p:sp>
      <p:sp>
        <p:nvSpPr>
          <p:cNvPr id="264" name="Google Shape;264;p1"/>
          <p:cNvSpPr txBox="1"/>
          <p:nvPr>
            <p:ph idx="16" type="body"/>
          </p:nvPr>
        </p:nvSpPr>
        <p:spPr>
          <a:xfrm>
            <a:off x="6228196" y="4077072"/>
            <a:ext cx="2928408"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t/>
            </a:r>
            <a:endParaRPr>
              <a:latin typeface="Arial"/>
              <a:ea typeface="Arial"/>
              <a:cs typeface="Arial"/>
              <a:sym typeface="Arial"/>
            </a:endParaRPr>
          </a:p>
        </p:txBody>
      </p:sp>
      <p:sp>
        <p:nvSpPr>
          <p:cNvPr id="265" name="Google Shape;265;p1"/>
          <p:cNvSpPr txBox="1"/>
          <p:nvPr>
            <p:ph idx="17" type="body"/>
          </p:nvPr>
        </p:nvSpPr>
        <p:spPr>
          <a:xfrm>
            <a:off x="9156604" y="4077072"/>
            <a:ext cx="2303992" cy="504887"/>
          </a:xfrm>
          <a:prstGeom prst="rect">
            <a:avLst/>
          </a:prstGeom>
          <a:noFill/>
          <a:ln>
            <a:noFill/>
          </a:ln>
        </p:spPr>
        <p:txBody>
          <a:bodyPr anchorCtr="0" anchor="ctr" bIns="40050" lIns="80125" spcFirstLastPara="1" rIns="80125" wrap="square" tIns="40050">
            <a:noAutofit/>
          </a:bodyPr>
          <a:lstStyle/>
          <a:p>
            <a:pPr indent="0" lvl="0" marL="0" rtl="0" algn="ctr">
              <a:lnSpc>
                <a:spcPct val="140000"/>
              </a:lnSpc>
              <a:spcBef>
                <a:spcPts val="0"/>
              </a:spcBef>
              <a:spcAft>
                <a:spcPts val="0"/>
              </a:spcAft>
              <a:buClr>
                <a:srgbClr val="808080"/>
              </a:buClr>
              <a:buSzPts val="960"/>
              <a:buNone/>
            </a:pPr>
            <a:r>
              <a:rPr lang="en-US"/>
              <a:t>Update</a:t>
            </a:r>
            <a:endParaRPr/>
          </a:p>
        </p:txBody>
      </p:sp>
      <p:sp>
        <p:nvSpPr>
          <p:cNvPr id="266" name="Google Shape;266;p1"/>
          <p:cNvSpPr txBox="1"/>
          <p:nvPr>
            <p:ph idx="18" type="body"/>
          </p:nvPr>
        </p:nvSpPr>
        <p:spPr>
          <a:xfrm>
            <a:off x="1019436" y="4581128"/>
            <a:ext cx="3071784"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t/>
            </a:r>
            <a:endParaRPr>
              <a:latin typeface="Arial"/>
              <a:ea typeface="Arial"/>
              <a:cs typeface="Arial"/>
              <a:sym typeface="Arial"/>
            </a:endParaRPr>
          </a:p>
        </p:txBody>
      </p:sp>
      <p:sp>
        <p:nvSpPr>
          <p:cNvPr id="267" name="Google Shape;267;p1"/>
          <p:cNvSpPr txBox="1"/>
          <p:nvPr>
            <p:ph idx="19" type="body"/>
          </p:nvPr>
        </p:nvSpPr>
        <p:spPr>
          <a:xfrm>
            <a:off x="4091679" y="4581128"/>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latin typeface="Arial"/>
              <a:ea typeface="Arial"/>
              <a:cs typeface="Arial"/>
              <a:sym typeface="Arial"/>
            </a:endParaRPr>
          </a:p>
        </p:txBody>
      </p:sp>
      <p:sp>
        <p:nvSpPr>
          <p:cNvPr id="268" name="Google Shape;268;p1"/>
          <p:cNvSpPr txBox="1"/>
          <p:nvPr>
            <p:ph idx="20" type="body"/>
          </p:nvPr>
        </p:nvSpPr>
        <p:spPr>
          <a:xfrm>
            <a:off x="6251836" y="4581128"/>
            <a:ext cx="2928408"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t/>
            </a:r>
            <a:endParaRPr>
              <a:latin typeface="Arial"/>
              <a:ea typeface="Arial"/>
              <a:cs typeface="Arial"/>
              <a:sym typeface="Arial"/>
            </a:endParaRPr>
          </a:p>
        </p:txBody>
      </p:sp>
      <p:sp>
        <p:nvSpPr>
          <p:cNvPr id="269" name="Google Shape;269;p1"/>
          <p:cNvSpPr txBox="1"/>
          <p:nvPr>
            <p:ph idx="21" type="body"/>
          </p:nvPr>
        </p:nvSpPr>
        <p:spPr>
          <a:xfrm>
            <a:off x="9180244" y="4581128"/>
            <a:ext cx="2303992" cy="504887"/>
          </a:xfrm>
          <a:prstGeom prst="rect">
            <a:avLst/>
          </a:prstGeom>
          <a:noFill/>
          <a:ln>
            <a:noFill/>
          </a:ln>
        </p:spPr>
        <p:txBody>
          <a:bodyPr anchorCtr="0" anchor="ctr" bIns="40050" lIns="80125" spcFirstLastPara="1" rIns="80125" wrap="square" tIns="40050">
            <a:noAutofit/>
          </a:bodyPr>
          <a:lstStyle/>
          <a:p>
            <a:pPr indent="0" lvl="0" marL="0" rtl="0" algn="ctr">
              <a:lnSpc>
                <a:spcPct val="140000"/>
              </a:lnSpc>
              <a:spcBef>
                <a:spcPts val="0"/>
              </a:spcBef>
              <a:spcAft>
                <a:spcPts val="0"/>
              </a:spcAft>
              <a:buClr>
                <a:srgbClr val="808080"/>
              </a:buClr>
              <a:buSzPts val="960"/>
              <a:buNone/>
            </a:pPr>
            <a:r>
              <a:rPr lang="en-US"/>
              <a:t>Update</a:t>
            </a:r>
            <a:endParaRPr/>
          </a:p>
        </p:txBody>
      </p:sp>
      <p:sp>
        <p:nvSpPr>
          <p:cNvPr id="270" name="Google Shape;270;p1"/>
          <p:cNvSpPr txBox="1"/>
          <p:nvPr>
            <p:ph idx="22" type="body"/>
          </p:nvPr>
        </p:nvSpPr>
        <p:spPr>
          <a:xfrm>
            <a:off x="995796" y="5049180"/>
            <a:ext cx="3071784"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t/>
            </a:r>
            <a:endParaRPr>
              <a:latin typeface="Arial"/>
              <a:ea typeface="Arial"/>
              <a:cs typeface="Arial"/>
              <a:sym typeface="Arial"/>
            </a:endParaRPr>
          </a:p>
        </p:txBody>
      </p:sp>
      <p:sp>
        <p:nvSpPr>
          <p:cNvPr id="271" name="Google Shape;271;p1"/>
          <p:cNvSpPr txBox="1"/>
          <p:nvPr>
            <p:ph idx="23" type="body"/>
          </p:nvPr>
        </p:nvSpPr>
        <p:spPr>
          <a:xfrm>
            <a:off x="4068039" y="5049180"/>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latin typeface="Arial"/>
              <a:ea typeface="Arial"/>
              <a:cs typeface="Arial"/>
              <a:sym typeface="Arial"/>
            </a:endParaRPr>
          </a:p>
        </p:txBody>
      </p:sp>
      <p:sp>
        <p:nvSpPr>
          <p:cNvPr id="272" name="Google Shape;272;p1"/>
          <p:cNvSpPr txBox="1"/>
          <p:nvPr>
            <p:ph idx="24" type="body"/>
          </p:nvPr>
        </p:nvSpPr>
        <p:spPr>
          <a:xfrm>
            <a:off x="6228196" y="5049180"/>
            <a:ext cx="2928408"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t/>
            </a:r>
            <a:endParaRPr>
              <a:latin typeface="Arial"/>
              <a:ea typeface="Arial"/>
              <a:cs typeface="Arial"/>
              <a:sym typeface="Arial"/>
            </a:endParaRPr>
          </a:p>
        </p:txBody>
      </p:sp>
      <p:sp>
        <p:nvSpPr>
          <p:cNvPr id="273" name="Google Shape;273;p1"/>
          <p:cNvSpPr txBox="1"/>
          <p:nvPr>
            <p:ph idx="25" type="body"/>
          </p:nvPr>
        </p:nvSpPr>
        <p:spPr>
          <a:xfrm>
            <a:off x="9156604" y="5049180"/>
            <a:ext cx="2303992" cy="504887"/>
          </a:xfrm>
          <a:prstGeom prst="rect">
            <a:avLst/>
          </a:prstGeom>
          <a:noFill/>
          <a:ln>
            <a:noFill/>
          </a:ln>
        </p:spPr>
        <p:txBody>
          <a:bodyPr anchorCtr="0" anchor="ctr" bIns="40050" lIns="80125" spcFirstLastPara="1" rIns="80125" wrap="square" tIns="40050">
            <a:noAutofit/>
          </a:bodyPr>
          <a:lstStyle/>
          <a:p>
            <a:pPr indent="0" lvl="0" marL="0" rtl="0" algn="ctr">
              <a:lnSpc>
                <a:spcPct val="140000"/>
              </a:lnSpc>
              <a:spcBef>
                <a:spcPts val="0"/>
              </a:spcBef>
              <a:spcAft>
                <a:spcPts val="0"/>
              </a:spcAft>
              <a:buClr>
                <a:srgbClr val="808080"/>
              </a:buClr>
              <a:buSzPts val="960"/>
              <a:buNone/>
            </a:pPr>
            <a:r>
              <a:rPr lang="en-US"/>
              <a:t>Update</a:t>
            </a:r>
            <a:endParaRPr/>
          </a:p>
        </p:txBody>
      </p:sp>
      <p:sp>
        <p:nvSpPr>
          <p:cNvPr id="274" name="Google Shape;274;p1"/>
          <p:cNvSpPr txBox="1"/>
          <p:nvPr>
            <p:ph idx="26" type="body"/>
          </p:nvPr>
        </p:nvSpPr>
        <p:spPr>
          <a:xfrm>
            <a:off x="1019436" y="5553236"/>
            <a:ext cx="3071784"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t/>
            </a:r>
            <a:endParaRPr>
              <a:latin typeface="Arial"/>
              <a:ea typeface="Arial"/>
              <a:cs typeface="Arial"/>
              <a:sym typeface="Arial"/>
            </a:endParaRPr>
          </a:p>
        </p:txBody>
      </p:sp>
      <p:sp>
        <p:nvSpPr>
          <p:cNvPr id="275" name="Google Shape;275;p1"/>
          <p:cNvSpPr txBox="1"/>
          <p:nvPr>
            <p:ph idx="27" type="body"/>
          </p:nvPr>
        </p:nvSpPr>
        <p:spPr>
          <a:xfrm>
            <a:off x="4091679" y="5553236"/>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latin typeface="Arial"/>
              <a:ea typeface="Arial"/>
              <a:cs typeface="Arial"/>
              <a:sym typeface="Arial"/>
            </a:endParaRPr>
          </a:p>
        </p:txBody>
      </p:sp>
      <p:sp>
        <p:nvSpPr>
          <p:cNvPr id="276" name="Google Shape;276;p1"/>
          <p:cNvSpPr txBox="1"/>
          <p:nvPr>
            <p:ph idx="28" type="body"/>
          </p:nvPr>
        </p:nvSpPr>
        <p:spPr>
          <a:xfrm>
            <a:off x="6251836" y="5553236"/>
            <a:ext cx="2928408" cy="504887"/>
          </a:xfrm>
          <a:prstGeom prst="rect">
            <a:avLst/>
          </a:prstGeom>
          <a:noFill/>
          <a:ln>
            <a:noFill/>
          </a:ln>
        </p:spPr>
        <p:txBody>
          <a:bodyPr anchorCtr="0" anchor="ctr" bIns="40050" lIns="80125" spcFirstLastPara="1" rIns="80125" wrap="square" tIns="40050">
            <a:noAutofit/>
          </a:bodyPr>
          <a:lstStyle/>
          <a:p>
            <a:pPr indent="0" lvl="0" marL="0" rtl="0" algn="ctr">
              <a:lnSpc>
                <a:spcPct val="100000"/>
              </a:lnSpc>
              <a:spcBef>
                <a:spcPts val="0"/>
              </a:spcBef>
              <a:spcAft>
                <a:spcPts val="0"/>
              </a:spcAft>
              <a:buSzPts val="960"/>
              <a:buNone/>
            </a:pPr>
            <a:r>
              <a:t/>
            </a:r>
            <a:endParaRPr>
              <a:latin typeface="Arial"/>
              <a:ea typeface="Arial"/>
              <a:cs typeface="Arial"/>
              <a:sym typeface="Arial"/>
            </a:endParaRPr>
          </a:p>
        </p:txBody>
      </p:sp>
      <p:sp>
        <p:nvSpPr>
          <p:cNvPr id="277" name="Google Shape;277;p1"/>
          <p:cNvSpPr txBox="1"/>
          <p:nvPr>
            <p:ph idx="29" type="body"/>
          </p:nvPr>
        </p:nvSpPr>
        <p:spPr>
          <a:xfrm>
            <a:off x="9180244" y="5553236"/>
            <a:ext cx="2303992" cy="504887"/>
          </a:xfrm>
          <a:prstGeom prst="rect">
            <a:avLst/>
          </a:prstGeom>
          <a:noFill/>
          <a:ln>
            <a:noFill/>
          </a:ln>
        </p:spPr>
        <p:txBody>
          <a:bodyPr anchorCtr="0" anchor="ctr" bIns="40050" lIns="80125" spcFirstLastPara="1" rIns="80125" wrap="square" tIns="40050">
            <a:noAutofit/>
          </a:bodyPr>
          <a:lstStyle/>
          <a:p>
            <a:pPr indent="0" lvl="0" marL="0" rtl="0" algn="ctr">
              <a:lnSpc>
                <a:spcPct val="140000"/>
              </a:lnSpc>
              <a:spcBef>
                <a:spcPts val="0"/>
              </a:spcBef>
              <a:spcAft>
                <a:spcPts val="0"/>
              </a:spcAft>
              <a:buClr>
                <a:srgbClr val="808080"/>
              </a:buClr>
              <a:buSzPts val="960"/>
              <a:buNone/>
            </a:pPr>
            <a:r>
              <a:rPr lang="en-US"/>
              <a:t>Update</a:t>
            </a:r>
            <a:endParaRPr/>
          </a:p>
        </p:txBody>
      </p:sp>
      <p:sp>
        <p:nvSpPr>
          <p:cNvPr id="278" name="Google Shape;278;p1"/>
          <p:cNvSpPr txBox="1"/>
          <p:nvPr/>
        </p:nvSpPr>
        <p:spPr>
          <a:xfrm>
            <a:off x="6228196" y="1825692"/>
            <a:ext cx="2888578" cy="504887"/>
          </a:xfrm>
          <a:prstGeom prst="rect">
            <a:avLst/>
          </a:prstGeom>
          <a:noFill/>
          <a:ln>
            <a:noFill/>
          </a:ln>
        </p:spPr>
        <p:txBody>
          <a:bodyPr anchorCtr="0" anchor="t" bIns="40050" lIns="80125" spcFirstLastPara="1" rIns="80125" wrap="square" tIns="40050">
            <a:noAutofit/>
          </a:bodyPr>
          <a:lstStyle/>
          <a:p>
            <a:pPr indent="0" lvl="0" marL="0" marR="0" rtl="0" algn="ctr">
              <a:lnSpc>
                <a:spcPct val="140000"/>
              </a:lnSpc>
              <a:spcBef>
                <a:spcPts val="0"/>
              </a:spcBef>
              <a:spcAft>
                <a:spcPts val="0"/>
              </a:spcAft>
              <a:buClr>
                <a:schemeClr val="dk1"/>
              </a:buClr>
              <a:buSzPts val="800"/>
              <a:buFont typeface="Noto Sans Symbols"/>
              <a:buNone/>
            </a:pPr>
            <a:r>
              <a:rPr b="0" i="0" lang="en-US" sz="1600" u="none" cap="none" strike="noStrike">
                <a:solidFill>
                  <a:schemeClr val="dk1"/>
                </a:solidFill>
                <a:latin typeface="Arial"/>
                <a:ea typeface="Arial"/>
                <a:cs typeface="Arial"/>
                <a:sym typeface="Arial"/>
              </a:rPr>
              <a:t>V5R2</a:t>
            </a:r>
            <a:endParaRPr b="0" i="0" sz="1600" u="none" cap="none" strike="noStrike">
              <a:solidFill>
                <a:schemeClr val="dk1"/>
              </a:solidFill>
              <a:latin typeface="Arial"/>
              <a:ea typeface="Arial"/>
              <a:cs typeface="Arial"/>
              <a:sym typeface="Arial"/>
            </a:endParaRPr>
          </a:p>
        </p:txBody>
      </p:sp>
      <p:sp>
        <p:nvSpPr>
          <p:cNvPr id="279" name="Google Shape;279;p1"/>
          <p:cNvSpPr txBox="1"/>
          <p:nvPr/>
        </p:nvSpPr>
        <p:spPr>
          <a:xfrm>
            <a:off x="9116775" y="1825692"/>
            <a:ext cx="2351079" cy="504887"/>
          </a:xfrm>
          <a:prstGeom prst="rect">
            <a:avLst/>
          </a:prstGeom>
          <a:noFill/>
          <a:ln>
            <a:noFill/>
          </a:ln>
        </p:spPr>
        <p:txBody>
          <a:bodyPr anchorCtr="0" anchor="t" bIns="40050" lIns="80125" spcFirstLastPara="1" rIns="80125" wrap="square" tIns="40050">
            <a:noAutofit/>
          </a:bodyPr>
          <a:lstStyle/>
          <a:p>
            <a:pPr indent="0" lvl="0" marL="0" marR="0" rtl="0" algn="ctr">
              <a:lnSpc>
                <a:spcPct val="140000"/>
              </a:lnSpc>
              <a:spcBef>
                <a:spcPts val="0"/>
              </a:spcBef>
              <a:spcAft>
                <a:spcPts val="0"/>
              </a:spcAft>
              <a:buClr>
                <a:schemeClr val="dk1"/>
              </a:buClr>
              <a:buSzPts val="800"/>
              <a:buFont typeface="Noto Sans Symbols"/>
              <a:buNone/>
            </a:pPr>
            <a:r>
              <a:rPr b="0" i="0" lang="en-US" sz="1600" u="none" cap="none" strike="noStrike">
                <a:solidFill>
                  <a:schemeClr val="dk1"/>
                </a:solidFill>
                <a:latin typeface="Arial"/>
                <a:ea typeface="Arial"/>
                <a:cs typeface="Arial"/>
                <a:sym typeface="Arial"/>
              </a:rPr>
              <a:t>V1R1</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
          <p:cNvSpPr txBox="1"/>
          <p:nvPr>
            <p:ph type="ctrTitle"/>
          </p:nvPr>
        </p:nvSpPr>
        <p:spPr>
          <a:xfrm>
            <a:off x="1031295" y="4957156"/>
            <a:ext cx="10441567" cy="831600"/>
          </a:xfrm>
          <a:prstGeom prst="rect">
            <a:avLst/>
          </a:prstGeom>
          <a:noFill/>
          <a:ln>
            <a:noFill/>
          </a:ln>
        </p:spPr>
        <p:txBody>
          <a:bodyPr anchorCtr="0" anchor="ctr" bIns="43900" lIns="87800" spcFirstLastPara="1" rIns="87800" wrap="square" tIns="43900">
            <a:noAutofit/>
          </a:bodyPr>
          <a:lstStyle/>
          <a:p>
            <a:pPr indent="0" lvl="0" marL="0" rtl="0" algn="l">
              <a:lnSpc>
                <a:spcPct val="90000"/>
              </a:lnSpc>
              <a:spcBef>
                <a:spcPts val="0"/>
              </a:spcBef>
              <a:spcAft>
                <a:spcPts val="0"/>
              </a:spcAft>
              <a:buClr>
                <a:srgbClr val="0070C0"/>
              </a:buClr>
              <a:buSzPts val="4300"/>
              <a:buFont typeface="Arial"/>
              <a:buNone/>
            </a:pPr>
            <a:r>
              <a:rPr lang="en-US"/>
              <a:t>Ethernet Switching Basics</a:t>
            </a:r>
            <a:endParaRPr/>
          </a:p>
        </p:txBody>
      </p:sp>
      <p:sp>
        <p:nvSpPr>
          <p:cNvPr id="285" name="Google Shape;285;p2"/>
          <p:cNvSpPr txBox="1"/>
          <p:nvPr>
            <p:ph idx="1" type="body"/>
          </p:nvPr>
        </p:nvSpPr>
        <p:spPr>
          <a:xfrm>
            <a:off x="1031295" y="5816120"/>
            <a:ext cx="6912000" cy="493200"/>
          </a:xfrm>
          <a:prstGeom prst="rect">
            <a:avLst/>
          </a:prstGeom>
          <a:noFill/>
          <a:ln>
            <a:noFill/>
          </a:ln>
        </p:spPr>
        <p:txBody>
          <a:bodyPr anchorCtr="0" anchor="t" bIns="40050" lIns="80125" spcFirstLastPara="1" rIns="80125" wrap="square" tIns="40050">
            <a:noAutofit/>
          </a:bodyPr>
          <a:lstStyle/>
          <a:p>
            <a:pPr indent="0" lvl="0" marL="0" rtl="0" algn="l">
              <a:lnSpc>
                <a:spcPct val="140000"/>
              </a:lnSpc>
              <a:spcBef>
                <a:spcPts val="0"/>
              </a:spcBef>
              <a:spcAft>
                <a:spcPts val="0"/>
              </a:spcAft>
              <a:buClr>
                <a:srgbClr val="0070C0"/>
              </a:buClr>
              <a:buSzPts val="1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
          <p:cNvSpPr txBox="1"/>
          <p:nvPr>
            <p:ph idx="1" type="body"/>
          </p:nvPr>
        </p:nvSpPr>
        <p:spPr>
          <a:xfrm>
            <a:off x="451878" y="1242453"/>
            <a:ext cx="11306175" cy="4679788"/>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50"/>
              <a:buChar char="●"/>
            </a:pPr>
            <a:r>
              <a:rPr lang="en-US">
                <a:latin typeface="Arial"/>
                <a:ea typeface="Arial"/>
                <a:cs typeface="Arial"/>
                <a:sym typeface="Arial"/>
              </a:rPr>
              <a:t>Data transmission on networks must comply with certain standards. Ethernet protocols define how data frames are transmitted over an Ethernet network. Understanding Ethernet protocols is the basis for fully understanding communication at the data link layer. An Ethernet switch is the main device for implementing data link layer communication. It is essential to understand how an Ethernet switch works.</a:t>
            </a:r>
            <a:endParaRPr/>
          </a:p>
          <a:p>
            <a:pPr indent="-302279" lvl="0" marL="302279" rtl="0" algn="just">
              <a:lnSpc>
                <a:spcPct val="140000"/>
              </a:lnSpc>
              <a:spcBef>
                <a:spcPts val="792"/>
              </a:spcBef>
              <a:spcAft>
                <a:spcPts val="0"/>
              </a:spcAft>
              <a:buClr>
                <a:schemeClr val="dk1"/>
              </a:buClr>
              <a:buSzPts val="1050"/>
              <a:buChar char="●"/>
            </a:pPr>
            <a:r>
              <a:rPr lang="en-US">
                <a:latin typeface="Arial"/>
                <a:ea typeface="Arial"/>
                <a:cs typeface="Arial"/>
                <a:sym typeface="Arial"/>
              </a:rPr>
              <a:t>T</a:t>
            </a:r>
            <a:r>
              <a:rPr lang="en-US"/>
              <a:t>his course describes the concept</a:t>
            </a:r>
            <a:r>
              <a:rPr lang="en-US">
                <a:latin typeface="Arial"/>
                <a:ea typeface="Arial"/>
                <a:cs typeface="Arial"/>
                <a:sym typeface="Arial"/>
              </a:rPr>
              <a:t>s related to Ethernet protocols, MAC address types, and working process and mechanism of Layer 2 switches.</a:t>
            </a:r>
            <a:endParaRPr/>
          </a:p>
          <a:p>
            <a:pPr indent="-232460" lvl="0" marL="302279" rtl="0" algn="just">
              <a:lnSpc>
                <a:spcPct val="140000"/>
              </a:lnSpc>
              <a:spcBef>
                <a:spcPts val="792"/>
              </a:spcBef>
              <a:spcAft>
                <a:spcPts val="0"/>
              </a:spcAft>
              <a:buClr>
                <a:schemeClr val="dk1"/>
              </a:buClr>
              <a:buSzPts val="1100"/>
              <a:buNone/>
            </a:pPr>
            <a:r>
              <a:t/>
            </a:r>
            <a:endParaRPr>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
          <p:cNvSpPr txBox="1"/>
          <p:nvPr>
            <p:ph idx="1" type="body"/>
          </p:nvPr>
        </p:nvSpPr>
        <p:spPr>
          <a:xfrm>
            <a:off x="451202" y="1233276"/>
            <a:ext cx="11306175" cy="4680000"/>
          </a:xfrm>
          <a:prstGeom prst="rect">
            <a:avLst/>
          </a:prstGeom>
          <a:noFill/>
          <a:ln>
            <a:noFill/>
          </a:ln>
        </p:spPr>
        <p:txBody>
          <a:bodyPr anchorCtr="0" anchor="t" bIns="40050" lIns="80125" spcFirstLastPara="1" rIns="80125" wrap="square" tIns="40050">
            <a:noAutofit/>
          </a:bodyPr>
          <a:lstStyle/>
          <a:p>
            <a:pPr indent="-301625" lvl="0" marL="301625" marR="0" rtl="0" algn="just">
              <a:lnSpc>
                <a:spcPct val="140000"/>
              </a:lnSpc>
              <a:spcBef>
                <a:spcPts val="0"/>
              </a:spcBef>
              <a:spcAft>
                <a:spcPts val="0"/>
              </a:spcAft>
              <a:buClr>
                <a:schemeClr val="dk1"/>
              </a:buClr>
              <a:buSzPts val="1100"/>
              <a:buFont typeface="Noto Sans Symbols"/>
              <a:buChar char="●"/>
            </a:pPr>
            <a:r>
              <a:rPr lang="en-US"/>
              <a:t>O</a:t>
            </a:r>
            <a:r>
              <a:rPr lang="en-US">
                <a:latin typeface="Arial"/>
                <a:ea typeface="Arial"/>
                <a:cs typeface="Arial"/>
                <a:sym typeface="Arial"/>
              </a:rPr>
              <a:t>n completion of this course, you will be able to:</a:t>
            </a:r>
            <a:endParaRPr/>
          </a:p>
          <a:p>
            <a:pPr indent="-320675" lvl="1" marL="654050" rtl="0" algn="just">
              <a:lnSpc>
                <a:spcPct val="140000"/>
              </a:lnSpc>
              <a:spcBef>
                <a:spcPts val="720"/>
              </a:spcBef>
              <a:spcAft>
                <a:spcPts val="0"/>
              </a:spcAft>
              <a:buClr>
                <a:schemeClr val="dk1"/>
              </a:buClr>
              <a:buSzPts val="950"/>
              <a:buChar char="🞐"/>
            </a:pPr>
            <a:r>
              <a:rPr lang="en-US">
                <a:latin typeface="Arial"/>
                <a:ea typeface="Arial"/>
                <a:cs typeface="Arial"/>
                <a:sym typeface="Arial"/>
              </a:rPr>
              <a:t>Describe the basic concepts of an Ethernet network.</a:t>
            </a:r>
            <a:endParaRPr/>
          </a:p>
          <a:p>
            <a:pPr indent="-320675" lvl="1" marL="654050" rtl="0" algn="just">
              <a:lnSpc>
                <a:spcPct val="140000"/>
              </a:lnSpc>
              <a:spcBef>
                <a:spcPts val="720"/>
              </a:spcBef>
              <a:spcAft>
                <a:spcPts val="0"/>
              </a:spcAft>
              <a:buClr>
                <a:schemeClr val="dk1"/>
              </a:buClr>
              <a:buSzPts val="950"/>
              <a:buChar char="🞐"/>
            </a:pPr>
            <a:r>
              <a:rPr lang="en-US">
                <a:latin typeface="Arial"/>
                <a:ea typeface="Arial"/>
                <a:cs typeface="Arial"/>
                <a:sym typeface="Arial"/>
              </a:rPr>
              <a:t>Distinguish MAC address types.</a:t>
            </a:r>
            <a:endParaRPr/>
          </a:p>
          <a:p>
            <a:pPr indent="-320675" lvl="1" marL="654050" rtl="0" algn="just">
              <a:lnSpc>
                <a:spcPct val="140000"/>
              </a:lnSpc>
              <a:spcBef>
                <a:spcPts val="720"/>
              </a:spcBef>
              <a:spcAft>
                <a:spcPts val="0"/>
              </a:spcAft>
              <a:buClr>
                <a:schemeClr val="dk1"/>
              </a:buClr>
              <a:buSzPts val="950"/>
              <a:buChar char="🞐"/>
            </a:pPr>
            <a:r>
              <a:rPr lang="en-US">
                <a:latin typeface="Arial"/>
                <a:ea typeface="Arial"/>
                <a:cs typeface="Arial"/>
                <a:sym typeface="Arial"/>
              </a:rPr>
              <a:t>Get familiar with the working process of a Layer 2 switch.</a:t>
            </a:r>
            <a:endParaRPr/>
          </a:p>
          <a:p>
            <a:pPr indent="-320675" lvl="1" marL="654050" rtl="0" algn="just">
              <a:lnSpc>
                <a:spcPct val="140000"/>
              </a:lnSpc>
              <a:spcBef>
                <a:spcPts val="720"/>
              </a:spcBef>
              <a:spcAft>
                <a:spcPts val="0"/>
              </a:spcAft>
              <a:buClr>
                <a:schemeClr val="dk1"/>
              </a:buClr>
              <a:buSzPts val="950"/>
              <a:buChar char="🞐"/>
            </a:pPr>
            <a:r>
              <a:rPr lang="en-US">
                <a:latin typeface="Arial"/>
                <a:ea typeface="Arial"/>
                <a:cs typeface="Arial"/>
                <a:sym typeface="Arial"/>
              </a:rPr>
              <a:t>Get familiar with the structure and generation process of a MAC address table.</a:t>
            </a:r>
            <a:endParaRPr/>
          </a:p>
          <a:p>
            <a:pPr indent="-231775" lvl="0" marL="301625" marR="0" rtl="0" algn="just">
              <a:lnSpc>
                <a:spcPct val="140000"/>
              </a:lnSpc>
              <a:spcBef>
                <a:spcPts val="660"/>
              </a:spcBef>
              <a:spcAft>
                <a:spcPts val="0"/>
              </a:spcAft>
              <a:buClr>
                <a:schemeClr val="dk1"/>
              </a:buClr>
              <a:buSzPts val="1100"/>
              <a:buFont typeface="Noto Sans Symbols"/>
              <a:buNone/>
            </a:pPr>
            <a:r>
              <a:t/>
            </a:r>
            <a:endParaRPr>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
          <p:cNvSpPr txBox="1"/>
          <p:nvPr>
            <p:ph idx="1" type="body"/>
          </p:nvPr>
        </p:nvSpPr>
        <p:spPr>
          <a:xfrm>
            <a:off x="454816" y="1233487"/>
            <a:ext cx="11307600" cy="4680000"/>
          </a:xfrm>
          <a:prstGeom prst="rect">
            <a:avLst/>
          </a:prstGeom>
          <a:noFill/>
          <a:ln>
            <a:noFill/>
          </a:ln>
        </p:spPr>
        <p:txBody>
          <a:bodyPr anchorCtr="0" anchor="t" bIns="40050" lIns="80125" spcFirstLastPara="1" rIns="80125" wrap="square" tIns="40050">
            <a:noAutofit/>
          </a:bodyPr>
          <a:lstStyle/>
          <a:p>
            <a:pPr indent="-457017" lvl="0" marL="457017" marR="0" rtl="0" algn="just">
              <a:lnSpc>
                <a:spcPct val="140000"/>
              </a:lnSpc>
              <a:spcBef>
                <a:spcPts val="0"/>
              </a:spcBef>
              <a:spcAft>
                <a:spcPts val="0"/>
              </a:spcAft>
              <a:buClr>
                <a:schemeClr val="dk1"/>
              </a:buClr>
              <a:buSzPts val="2100"/>
              <a:buFont typeface="Arial"/>
              <a:buAutoNum type="arabicPeriod"/>
            </a:pPr>
            <a:r>
              <a:rPr b="1" lang="en-US">
                <a:latin typeface="Arial"/>
                <a:ea typeface="Arial"/>
                <a:cs typeface="Arial"/>
                <a:sym typeface="Arial"/>
              </a:rPr>
              <a:t>Overview of Ethernet Protocols</a:t>
            </a:r>
            <a:endParaRPr/>
          </a:p>
          <a:p>
            <a:pPr indent="-457017" lvl="0" marL="457017" marR="0" rtl="0" algn="just">
              <a:lnSpc>
                <a:spcPct val="140000"/>
              </a:lnSpc>
              <a:spcBef>
                <a:spcPts val="630"/>
              </a:spcBef>
              <a:spcAft>
                <a:spcPts val="0"/>
              </a:spcAft>
              <a:buClr>
                <a:srgbClr val="7F7F7F"/>
              </a:buClr>
              <a:buSzPts val="2100"/>
              <a:buFont typeface="Arial"/>
              <a:buAutoNum type="arabicPeriod"/>
            </a:pPr>
            <a:r>
              <a:rPr lang="en-US">
                <a:solidFill>
                  <a:srgbClr val="7F7F7F"/>
                </a:solidFill>
                <a:latin typeface="Arial"/>
                <a:ea typeface="Arial"/>
                <a:cs typeface="Arial"/>
                <a:sym typeface="Arial"/>
              </a:rPr>
              <a:t>Overview of Ethernet Frames</a:t>
            </a:r>
            <a:endParaRPr/>
          </a:p>
          <a:p>
            <a:pPr indent="-457017" lvl="0" marL="457017" marR="0" rtl="0" algn="just">
              <a:lnSpc>
                <a:spcPct val="140000"/>
              </a:lnSpc>
              <a:spcBef>
                <a:spcPts val="630"/>
              </a:spcBef>
              <a:spcAft>
                <a:spcPts val="0"/>
              </a:spcAft>
              <a:buClr>
                <a:srgbClr val="7F7F7F"/>
              </a:buClr>
              <a:buSzPts val="2100"/>
              <a:buFont typeface="Arial"/>
              <a:buAutoNum type="arabicPeriod"/>
            </a:pPr>
            <a:r>
              <a:rPr lang="en-US">
                <a:solidFill>
                  <a:srgbClr val="7F7F7F"/>
                </a:solidFill>
                <a:latin typeface="Arial"/>
                <a:ea typeface="Arial"/>
                <a:cs typeface="Arial"/>
                <a:sym typeface="Arial"/>
              </a:rPr>
              <a:t>Overview of Ethernet Switches</a:t>
            </a:r>
            <a:endParaRPr/>
          </a:p>
          <a:p>
            <a:pPr indent="-457017" lvl="0" marL="457017" marR="0" rtl="0" algn="just">
              <a:lnSpc>
                <a:spcPct val="140000"/>
              </a:lnSpc>
              <a:spcBef>
                <a:spcPts val="630"/>
              </a:spcBef>
              <a:spcAft>
                <a:spcPts val="0"/>
              </a:spcAft>
              <a:buClr>
                <a:srgbClr val="7F7F7F"/>
              </a:buClr>
              <a:buSzPts val="2100"/>
              <a:buFont typeface="Arial"/>
              <a:buAutoNum type="arabicPeriod"/>
            </a:pPr>
            <a:r>
              <a:rPr lang="en-US">
                <a:solidFill>
                  <a:srgbClr val="7F7F7F"/>
                </a:solidFill>
                <a:latin typeface="Arial"/>
                <a:ea typeface="Arial"/>
                <a:cs typeface="Arial"/>
                <a:sym typeface="Arial"/>
              </a:rPr>
              <a:t>Process of Data Communication Within a Network Segment</a:t>
            </a:r>
            <a:endParaRPr/>
          </a:p>
          <a:p>
            <a:pPr indent="-317380" lvl="0" marL="457017" marR="0" rtl="0" algn="just">
              <a:lnSpc>
                <a:spcPct val="140000"/>
              </a:lnSpc>
              <a:spcBef>
                <a:spcPts val="660"/>
              </a:spcBef>
              <a:spcAft>
                <a:spcPts val="0"/>
              </a:spcAft>
              <a:buClr>
                <a:schemeClr val="dk1"/>
              </a:buClr>
              <a:buSzPts val="2199"/>
              <a:buFont typeface="Arial"/>
              <a:buNone/>
            </a:pPr>
            <a:r>
              <a:t/>
            </a:r>
            <a:endParaRPr>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6"/>
          <p:cNvSpPr/>
          <p:nvPr/>
        </p:nvSpPr>
        <p:spPr>
          <a:xfrm>
            <a:off x="6939151" y="3043452"/>
            <a:ext cx="4173089" cy="2977929"/>
          </a:xfrm>
          <a:prstGeom prst="ellipse">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400">
              <a:solidFill>
                <a:srgbClr val="1D1D1A"/>
              </a:solidFill>
              <a:latin typeface="Arial"/>
              <a:ea typeface="Arial"/>
              <a:cs typeface="Arial"/>
              <a:sym typeface="Arial"/>
            </a:endParaRPr>
          </a:p>
        </p:txBody>
      </p:sp>
      <p:sp>
        <p:nvSpPr>
          <p:cNvPr id="306" name="Google Shape;306;p6"/>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latin typeface="Arial"/>
                <a:ea typeface="Arial"/>
                <a:cs typeface="Arial"/>
                <a:sym typeface="Arial"/>
              </a:rPr>
              <a:t>Ethernet is the most common communication protocol standard used by existing local area networks (LANs). It defines the cable types and signal processing methods that are used on a LAN.</a:t>
            </a:r>
            <a:endParaRPr sz="1800">
              <a:latin typeface="Arial"/>
              <a:ea typeface="Arial"/>
              <a:cs typeface="Arial"/>
              <a:sym typeface="Arial"/>
            </a:endParaRPr>
          </a:p>
          <a:p>
            <a:pPr indent="-302279" lvl="0" marL="302279" rtl="0" algn="just">
              <a:lnSpc>
                <a:spcPct val="140000"/>
              </a:lnSpc>
              <a:spcBef>
                <a:spcPts val="792"/>
              </a:spcBef>
              <a:spcAft>
                <a:spcPts val="0"/>
              </a:spcAft>
              <a:buClr>
                <a:schemeClr val="dk1"/>
              </a:buClr>
              <a:buSzPts val="900"/>
              <a:buChar char="●"/>
            </a:pPr>
            <a:r>
              <a:rPr lang="en-US" sz="1800">
                <a:latin typeface="Arial"/>
                <a:ea typeface="Arial"/>
                <a:cs typeface="Arial"/>
                <a:sym typeface="Arial"/>
              </a:rPr>
              <a:t>An Ethernet network is a broadcast network built based on the carrier sense multiple access/collision detection (CSMA/CD) mechanism.</a:t>
            </a:r>
            <a:endParaRPr sz="1800">
              <a:latin typeface="Arial"/>
              <a:ea typeface="Arial"/>
              <a:cs typeface="Arial"/>
              <a:sym typeface="Arial"/>
            </a:endParaRPr>
          </a:p>
        </p:txBody>
      </p:sp>
      <p:sp>
        <p:nvSpPr>
          <p:cNvPr id="307" name="Google Shape;307;p6"/>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Ethernet Protocols</a:t>
            </a:r>
            <a:endParaRPr>
              <a:latin typeface="Arial"/>
              <a:ea typeface="Arial"/>
              <a:cs typeface="Arial"/>
              <a:sym typeface="Arial"/>
            </a:endParaRPr>
          </a:p>
        </p:txBody>
      </p:sp>
      <p:sp>
        <p:nvSpPr>
          <p:cNvPr id="308" name="Google Shape;308;p6"/>
          <p:cNvSpPr/>
          <p:nvPr/>
        </p:nvSpPr>
        <p:spPr>
          <a:xfrm>
            <a:off x="1314906" y="3117230"/>
            <a:ext cx="3924436" cy="2844738"/>
          </a:xfrm>
          <a:prstGeom prst="ellipse">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grpSp>
        <p:nvGrpSpPr>
          <p:cNvPr id="309" name="Google Shape;309;p6"/>
          <p:cNvGrpSpPr/>
          <p:nvPr/>
        </p:nvGrpSpPr>
        <p:grpSpPr>
          <a:xfrm>
            <a:off x="1706362" y="3369258"/>
            <a:ext cx="3296945" cy="2158986"/>
            <a:chOff x="3275479" y="2678966"/>
            <a:chExt cx="3296945" cy="2158986"/>
          </a:xfrm>
        </p:grpSpPr>
        <p:pic>
          <p:nvPicPr>
            <p:cNvPr descr="PC.png" id="310" name="Google Shape;310;p6"/>
            <p:cNvPicPr preferRelativeResize="0"/>
            <p:nvPr/>
          </p:nvPicPr>
          <p:blipFill rotWithShape="1">
            <a:blip r:embed="rId3">
              <a:alphaModFix/>
            </a:blip>
            <a:srcRect b="0" l="0" r="0" t="0"/>
            <a:stretch/>
          </p:blipFill>
          <p:spPr>
            <a:xfrm>
              <a:off x="3479081" y="2982063"/>
              <a:ext cx="609376" cy="468000"/>
            </a:xfrm>
            <a:prstGeom prst="rect">
              <a:avLst/>
            </a:prstGeom>
            <a:noFill/>
            <a:ln>
              <a:noFill/>
            </a:ln>
          </p:spPr>
        </p:pic>
        <p:pic>
          <p:nvPicPr>
            <p:cNvPr descr="PC.png" id="311" name="Google Shape;311;p6"/>
            <p:cNvPicPr preferRelativeResize="0"/>
            <p:nvPr/>
          </p:nvPicPr>
          <p:blipFill rotWithShape="1">
            <a:blip r:embed="rId3">
              <a:alphaModFix/>
            </a:blip>
            <a:srcRect b="0" l="0" r="0" t="0"/>
            <a:stretch/>
          </p:blipFill>
          <p:spPr>
            <a:xfrm>
              <a:off x="4273861" y="4062123"/>
              <a:ext cx="609376" cy="468000"/>
            </a:xfrm>
            <a:prstGeom prst="rect">
              <a:avLst/>
            </a:prstGeom>
            <a:noFill/>
            <a:ln>
              <a:noFill/>
            </a:ln>
          </p:spPr>
        </p:pic>
        <p:pic>
          <p:nvPicPr>
            <p:cNvPr descr="PC.png" id="312" name="Google Shape;312;p6"/>
            <p:cNvPicPr preferRelativeResize="0"/>
            <p:nvPr/>
          </p:nvPicPr>
          <p:blipFill rotWithShape="1">
            <a:blip r:embed="rId3">
              <a:alphaModFix/>
            </a:blip>
            <a:srcRect b="0" l="0" r="0" t="0"/>
            <a:stretch/>
          </p:blipFill>
          <p:spPr>
            <a:xfrm>
              <a:off x="5052579" y="2982063"/>
              <a:ext cx="609376" cy="468000"/>
            </a:xfrm>
            <a:prstGeom prst="rect">
              <a:avLst/>
            </a:prstGeom>
            <a:noFill/>
            <a:ln>
              <a:noFill/>
            </a:ln>
          </p:spPr>
        </p:pic>
        <p:cxnSp>
          <p:nvCxnSpPr>
            <p:cNvPr id="313" name="Google Shape;313;p6"/>
            <p:cNvCxnSpPr/>
            <p:nvPr/>
          </p:nvCxnSpPr>
          <p:spPr>
            <a:xfrm>
              <a:off x="3548488" y="3753036"/>
              <a:ext cx="2880000" cy="0"/>
            </a:xfrm>
            <a:prstGeom prst="straightConnector1">
              <a:avLst/>
            </a:prstGeom>
            <a:solidFill>
              <a:schemeClr val="accent1"/>
            </a:solidFill>
            <a:ln cap="flat" cmpd="sng" w="28575">
              <a:solidFill>
                <a:schemeClr val="dk1"/>
              </a:solidFill>
              <a:prstDash val="solid"/>
              <a:round/>
              <a:headEnd len="sm" w="sm" type="none"/>
              <a:tailEnd len="sm" w="sm" type="none"/>
            </a:ln>
          </p:spPr>
        </p:cxnSp>
        <p:cxnSp>
          <p:nvCxnSpPr>
            <p:cNvPr id="314" name="Google Shape;314;p6"/>
            <p:cNvCxnSpPr>
              <a:stCxn id="310" idx="2"/>
            </p:cNvCxnSpPr>
            <p:nvPr/>
          </p:nvCxnSpPr>
          <p:spPr>
            <a:xfrm>
              <a:off x="3783769" y="3450063"/>
              <a:ext cx="0" cy="2880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315" name="Google Shape;315;p6"/>
            <p:cNvCxnSpPr/>
            <p:nvPr/>
          </p:nvCxnSpPr>
          <p:spPr>
            <a:xfrm rot="10800000">
              <a:off x="4583832" y="3752342"/>
              <a:ext cx="0" cy="2880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316" name="Google Shape;316;p6"/>
            <p:cNvCxnSpPr>
              <a:stCxn id="312" idx="2"/>
            </p:cNvCxnSpPr>
            <p:nvPr/>
          </p:nvCxnSpPr>
          <p:spPr>
            <a:xfrm>
              <a:off x="5357267" y="3450063"/>
              <a:ext cx="0" cy="288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317" name="Google Shape;317;p6"/>
            <p:cNvSpPr/>
            <p:nvPr/>
          </p:nvSpPr>
          <p:spPr>
            <a:xfrm>
              <a:off x="3275479" y="2678966"/>
              <a:ext cx="11161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A</a:t>
              </a:r>
              <a:endParaRPr sz="1400">
                <a:solidFill>
                  <a:schemeClr val="dk1"/>
                </a:solidFill>
                <a:latin typeface="Arial"/>
                <a:ea typeface="Arial"/>
                <a:cs typeface="Arial"/>
                <a:sym typeface="Arial"/>
              </a:endParaRPr>
            </a:p>
          </p:txBody>
        </p:sp>
        <p:sp>
          <p:nvSpPr>
            <p:cNvPr id="318" name="Google Shape;318;p6"/>
            <p:cNvSpPr/>
            <p:nvPr/>
          </p:nvSpPr>
          <p:spPr>
            <a:xfrm>
              <a:off x="4664212" y="2678966"/>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B</a:t>
              </a:r>
              <a:endParaRPr sz="1400">
                <a:solidFill>
                  <a:schemeClr val="dk1"/>
                </a:solidFill>
                <a:latin typeface="Arial"/>
                <a:ea typeface="Arial"/>
                <a:cs typeface="Arial"/>
                <a:sym typeface="Arial"/>
              </a:endParaRPr>
            </a:p>
          </p:txBody>
        </p:sp>
        <p:pic>
          <p:nvPicPr>
            <p:cNvPr descr="PC.png" id="319" name="Google Shape;319;p6"/>
            <p:cNvPicPr preferRelativeResize="0"/>
            <p:nvPr/>
          </p:nvPicPr>
          <p:blipFill rotWithShape="1">
            <a:blip r:embed="rId3">
              <a:alphaModFix/>
            </a:blip>
            <a:srcRect b="0" l="0" r="0" t="0"/>
            <a:stretch/>
          </p:blipFill>
          <p:spPr>
            <a:xfrm>
              <a:off x="5702648" y="4062123"/>
              <a:ext cx="609376" cy="468000"/>
            </a:xfrm>
            <a:prstGeom prst="rect">
              <a:avLst/>
            </a:prstGeom>
            <a:noFill/>
            <a:ln>
              <a:noFill/>
            </a:ln>
          </p:spPr>
        </p:pic>
        <p:cxnSp>
          <p:nvCxnSpPr>
            <p:cNvPr id="320" name="Google Shape;320;p6"/>
            <p:cNvCxnSpPr/>
            <p:nvPr/>
          </p:nvCxnSpPr>
          <p:spPr>
            <a:xfrm rot="10800000">
              <a:off x="6012619" y="3752342"/>
              <a:ext cx="0" cy="288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321" name="Google Shape;321;p6"/>
            <p:cNvSpPr/>
            <p:nvPr/>
          </p:nvSpPr>
          <p:spPr>
            <a:xfrm>
              <a:off x="4016140" y="4530175"/>
              <a:ext cx="11161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C</a:t>
              </a:r>
              <a:endParaRPr sz="1400">
                <a:solidFill>
                  <a:schemeClr val="dk1"/>
                </a:solidFill>
                <a:latin typeface="Arial"/>
                <a:ea typeface="Arial"/>
                <a:cs typeface="Arial"/>
                <a:sym typeface="Arial"/>
              </a:endParaRPr>
            </a:p>
          </p:txBody>
        </p:sp>
        <p:sp>
          <p:nvSpPr>
            <p:cNvPr id="322" name="Google Shape;322;p6"/>
            <p:cNvSpPr/>
            <p:nvPr/>
          </p:nvSpPr>
          <p:spPr>
            <a:xfrm>
              <a:off x="5456300" y="4530175"/>
              <a:ext cx="11161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D</a:t>
              </a:r>
              <a:endParaRPr sz="1400">
                <a:solidFill>
                  <a:schemeClr val="dk1"/>
                </a:solidFill>
                <a:latin typeface="Arial"/>
                <a:ea typeface="Arial"/>
                <a:cs typeface="Arial"/>
                <a:sym typeface="Arial"/>
              </a:endParaRPr>
            </a:p>
          </p:txBody>
        </p:sp>
      </p:grpSp>
      <p:sp>
        <p:nvSpPr>
          <p:cNvPr id="323" name="Google Shape;323;p6"/>
          <p:cNvSpPr/>
          <p:nvPr/>
        </p:nvSpPr>
        <p:spPr>
          <a:xfrm>
            <a:off x="2160917" y="5998725"/>
            <a:ext cx="2232415" cy="23059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Early Ethernet</a:t>
            </a:r>
            <a:endParaRPr b="1" sz="1400">
              <a:solidFill>
                <a:schemeClr val="dk1"/>
              </a:solidFill>
              <a:latin typeface="Arial"/>
              <a:ea typeface="Arial"/>
              <a:cs typeface="Arial"/>
              <a:sym typeface="Arial"/>
            </a:endParaRPr>
          </a:p>
        </p:txBody>
      </p:sp>
      <p:grpSp>
        <p:nvGrpSpPr>
          <p:cNvPr id="324" name="Google Shape;324;p6"/>
          <p:cNvGrpSpPr/>
          <p:nvPr/>
        </p:nvGrpSpPr>
        <p:grpSpPr>
          <a:xfrm>
            <a:off x="7107988" y="3343643"/>
            <a:ext cx="3564396" cy="2504663"/>
            <a:chOff x="6888088" y="2960306"/>
            <a:chExt cx="3564396" cy="2504663"/>
          </a:xfrm>
        </p:grpSpPr>
        <p:sp>
          <p:nvSpPr>
            <p:cNvPr id="325" name="Google Shape;325;p6"/>
            <p:cNvSpPr/>
            <p:nvPr/>
          </p:nvSpPr>
          <p:spPr>
            <a:xfrm>
              <a:off x="6888088" y="4257092"/>
              <a:ext cx="82809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A</a:t>
              </a:r>
              <a:endParaRPr sz="1400">
                <a:solidFill>
                  <a:schemeClr val="dk1"/>
                </a:solidFill>
                <a:latin typeface="Arial"/>
                <a:ea typeface="Arial"/>
                <a:cs typeface="Arial"/>
                <a:sym typeface="Arial"/>
              </a:endParaRPr>
            </a:p>
          </p:txBody>
        </p:sp>
        <p:pic>
          <p:nvPicPr>
            <p:cNvPr descr="PC.png" id="326" name="Google Shape;326;p6"/>
            <p:cNvPicPr preferRelativeResize="0"/>
            <p:nvPr/>
          </p:nvPicPr>
          <p:blipFill rotWithShape="1">
            <a:blip r:embed="rId3">
              <a:alphaModFix/>
            </a:blip>
            <a:srcRect b="0" l="0" r="0" t="0"/>
            <a:stretch/>
          </p:blipFill>
          <p:spPr>
            <a:xfrm>
              <a:off x="6996100" y="3789040"/>
              <a:ext cx="609376" cy="468000"/>
            </a:xfrm>
            <a:prstGeom prst="rect">
              <a:avLst/>
            </a:prstGeom>
            <a:noFill/>
            <a:ln>
              <a:noFill/>
            </a:ln>
          </p:spPr>
        </p:pic>
        <p:cxnSp>
          <p:nvCxnSpPr>
            <p:cNvPr id="327" name="Google Shape;327;p6"/>
            <p:cNvCxnSpPr>
              <a:stCxn id="326" idx="0"/>
            </p:cNvCxnSpPr>
            <p:nvPr/>
          </p:nvCxnSpPr>
          <p:spPr>
            <a:xfrm flipH="1" rot="10800000">
              <a:off x="7300788" y="3182740"/>
              <a:ext cx="1293600" cy="606300"/>
            </a:xfrm>
            <a:prstGeom prst="straightConnector1">
              <a:avLst/>
            </a:prstGeom>
            <a:solidFill>
              <a:schemeClr val="accent1"/>
            </a:solidFill>
            <a:ln cap="flat" cmpd="sng" w="19050">
              <a:solidFill>
                <a:schemeClr val="dk1"/>
              </a:solidFill>
              <a:prstDash val="solid"/>
              <a:round/>
              <a:headEnd len="sm" w="sm" type="none"/>
              <a:tailEnd len="sm" w="sm" type="none"/>
            </a:ln>
          </p:spPr>
        </p:cxnSp>
        <p:pic>
          <p:nvPicPr>
            <p:cNvPr descr="PC.png" id="328" name="Google Shape;328;p6"/>
            <p:cNvPicPr preferRelativeResize="0"/>
            <p:nvPr/>
          </p:nvPicPr>
          <p:blipFill rotWithShape="1">
            <a:blip r:embed="rId3">
              <a:alphaModFix/>
            </a:blip>
            <a:srcRect b="0" l="0" r="0" t="0"/>
            <a:stretch/>
          </p:blipFill>
          <p:spPr>
            <a:xfrm>
              <a:off x="8004212" y="3789040"/>
              <a:ext cx="609376" cy="468000"/>
            </a:xfrm>
            <a:prstGeom prst="rect">
              <a:avLst/>
            </a:prstGeom>
            <a:noFill/>
            <a:ln>
              <a:noFill/>
            </a:ln>
          </p:spPr>
        </p:pic>
        <p:cxnSp>
          <p:nvCxnSpPr>
            <p:cNvPr id="329" name="Google Shape;329;p6"/>
            <p:cNvCxnSpPr>
              <a:stCxn id="328" idx="0"/>
              <a:endCxn id="330" idx="2"/>
            </p:cNvCxnSpPr>
            <p:nvPr/>
          </p:nvCxnSpPr>
          <p:spPr>
            <a:xfrm rot="10800000">
              <a:off x="8308900" y="3428440"/>
              <a:ext cx="0" cy="3606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331" name="Google Shape;331;p6"/>
            <p:cNvCxnSpPr>
              <a:stCxn id="332" idx="0"/>
              <a:endCxn id="330" idx="1"/>
            </p:cNvCxnSpPr>
            <p:nvPr/>
          </p:nvCxnSpPr>
          <p:spPr>
            <a:xfrm rot="10800000">
              <a:off x="8023599" y="3194440"/>
              <a:ext cx="1288500" cy="594600"/>
            </a:xfrm>
            <a:prstGeom prst="straightConnector1">
              <a:avLst/>
            </a:prstGeom>
            <a:solidFill>
              <a:schemeClr val="accent1"/>
            </a:solidFill>
            <a:ln cap="flat" cmpd="sng" w="19050">
              <a:solidFill>
                <a:schemeClr val="dk1"/>
              </a:solidFill>
              <a:prstDash val="solid"/>
              <a:round/>
              <a:headEnd len="sm" w="sm" type="none"/>
              <a:tailEnd len="sm" w="sm" type="none"/>
            </a:ln>
          </p:spPr>
        </p:cxnSp>
        <p:pic>
          <p:nvPicPr>
            <p:cNvPr descr="PC.png" id="333" name="Google Shape;333;p6"/>
            <p:cNvPicPr preferRelativeResize="0"/>
            <p:nvPr/>
          </p:nvPicPr>
          <p:blipFill rotWithShape="1">
            <a:blip r:embed="rId3">
              <a:alphaModFix/>
            </a:blip>
            <a:srcRect b="0" l="0" r="0" t="0"/>
            <a:stretch/>
          </p:blipFill>
          <p:spPr>
            <a:xfrm>
              <a:off x="8620451" y="4689140"/>
              <a:ext cx="609376" cy="468000"/>
            </a:xfrm>
            <a:prstGeom prst="rect">
              <a:avLst/>
            </a:prstGeom>
            <a:noFill/>
            <a:ln>
              <a:noFill/>
            </a:ln>
          </p:spPr>
        </p:pic>
        <p:cxnSp>
          <p:nvCxnSpPr>
            <p:cNvPr id="334" name="Google Shape;334;p6"/>
            <p:cNvCxnSpPr>
              <a:stCxn id="333" idx="0"/>
            </p:cNvCxnSpPr>
            <p:nvPr/>
          </p:nvCxnSpPr>
          <p:spPr>
            <a:xfrm flipH="1" rot="10800000">
              <a:off x="8925139" y="4092140"/>
              <a:ext cx="387000" cy="597000"/>
            </a:xfrm>
            <a:prstGeom prst="straightConnector1">
              <a:avLst/>
            </a:prstGeom>
            <a:solidFill>
              <a:schemeClr val="accent1"/>
            </a:solidFill>
            <a:ln cap="flat" cmpd="sng" w="19050">
              <a:solidFill>
                <a:schemeClr val="dk1"/>
              </a:solidFill>
              <a:prstDash val="solid"/>
              <a:round/>
              <a:headEnd len="sm" w="sm" type="none"/>
              <a:tailEnd len="sm" w="sm" type="none"/>
            </a:ln>
          </p:spPr>
        </p:cxnSp>
        <p:pic>
          <p:nvPicPr>
            <p:cNvPr descr="PC.png" id="335" name="Google Shape;335;p6"/>
            <p:cNvPicPr preferRelativeResize="0"/>
            <p:nvPr/>
          </p:nvPicPr>
          <p:blipFill rotWithShape="1">
            <a:blip r:embed="rId3">
              <a:alphaModFix/>
            </a:blip>
            <a:srcRect b="0" l="0" r="0" t="0"/>
            <a:stretch/>
          </p:blipFill>
          <p:spPr>
            <a:xfrm>
              <a:off x="9394371" y="4677424"/>
              <a:ext cx="609376" cy="468000"/>
            </a:xfrm>
            <a:prstGeom prst="rect">
              <a:avLst/>
            </a:prstGeom>
            <a:noFill/>
            <a:ln>
              <a:noFill/>
            </a:ln>
          </p:spPr>
        </p:pic>
        <p:cxnSp>
          <p:nvCxnSpPr>
            <p:cNvPr id="336" name="Google Shape;336;p6"/>
            <p:cNvCxnSpPr>
              <a:stCxn id="335" idx="0"/>
            </p:cNvCxnSpPr>
            <p:nvPr/>
          </p:nvCxnSpPr>
          <p:spPr>
            <a:xfrm rot="10800000">
              <a:off x="9312059" y="4092124"/>
              <a:ext cx="387000" cy="5853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337" name="Google Shape;337;p6"/>
            <p:cNvSpPr/>
            <p:nvPr/>
          </p:nvSpPr>
          <p:spPr>
            <a:xfrm>
              <a:off x="7896200" y="4257092"/>
              <a:ext cx="82809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B</a:t>
              </a:r>
              <a:endParaRPr sz="1400">
                <a:solidFill>
                  <a:schemeClr val="dk1"/>
                </a:solidFill>
                <a:latin typeface="Arial"/>
                <a:ea typeface="Arial"/>
                <a:cs typeface="Arial"/>
                <a:sym typeface="Arial"/>
              </a:endParaRPr>
            </a:p>
          </p:txBody>
        </p:sp>
        <p:sp>
          <p:nvSpPr>
            <p:cNvPr id="338" name="Google Shape;338;p6"/>
            <p:cNvSpPr/>
            <p:nvPr/>
          </p:nvSpPr>
          <p:spPr>
            <a:xfrm>
              <a:off x="8511093" y="5157192"/>
              <a:ext cx="82809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C</a:t>
              </a:r>
              <a:endParaRPr sz="1400">
                <a:solidFill>
                  <a:schemeClr val="dk1"/>
                </a:solidFill>
                <a:latin typeface="Arial"/>
                <a:ea typeface="Arial"/>
                <a:cs typeface="Arial"/>
                <a:sym typeface="Arial"/>
              </a:endParaRPr>
            </a:p>
          </p:txBody>
        </p:sp>
        <p:sp>
          <p:nvSpPr>
            <p:cNvPr id="339" name="Google Shape;339;p6"/>
            <p:cNvSpPr/>
            <p:nvPr/>
          </p:nvSpPr>
          <p:spPr>
            <a:xfrm>
              <a:off x="8508268" y="3049215"/>
              <a:ext cx="97210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 A</a:t>
              </a:r>
              <a:endParaRPr sz="1400">
                <a:solidFill>
                  <a:schemeClr val="dk1"/>
                </a:solidFill>
                <a:latin typeface="Arial"/>
                <a:ea typeface="Arial"/>
                <a:cs typeface="Arial"/>
                <a:sym typeface="Arial"/>
              </a:endParaRPr>
            </a:p>
          </p:txBody>
        </p:sp>
        <p:sp>
          <p:nvSpPr>
            <p:cNvPr id="340" name="Google Shape;340;p6"/>
            <p:cNvSpPr/>
            <p:nvPr/>
          </p:nvSpPr>
          <p:spPr>
            <a:xfrm>
              <a:off x="9480376" y="3841303"/>
              <a:ext cx="97210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 B</a:t>
              </a:r>
              <a:endParaRPr sz="1400">
                <a:solidFill>
                  <a:schemeClr val="dk1"/>
                </a:solidFill>
                <a:latin typeface="Arial"/>
                <a:ea typeface="Arial"/>
                <a:cs typeface="Arial"/>
                <a:sym typeface="Arial"/>
              </a:endParaRPr>
            </a:p>
          </p:txBody>
        </p:sp>
        <p:pic>
          <p:nvPicPr>
            <p:cNvPr id="330" name="Google Shape;330;p6"/>
            <p:cNvPicPr preferRelativeResize="0"/>
            <p:nvPr/>
          </p:nvPicPr>
          <p:blipFill rotWithShape="1">
            <a:blip r:embed="rId4">
              <a:alphaModFix/>
            </a:blip>
            <a:srcRect b="0" l="0" r="0" t="0"/>
            <a:stretch/>
          </p:blipFill>
          <p:spPr>
            <a:xfrm>
              <a:off x="8023534" y="2960306"/>
              <a:ext cx="570732" cy="468000"/>
            </a:xfrm>
            <a:prstGeom prst="rect">
              <a:avLst/>
            </a:prstGeom>
            <a:noFill/>
            <a:ln>
              <a:noFill/>
            </a:ln>
          </p:spPr>
        </p:pic>
        <p:sp>
          <p:nvSpPr>
            <p:cNvPr id="341" name="Google Shape;341;p6"/>
            <p:cNvSpPr/>
            <p:nvPr/>
          </p:nvSpPr>
          <p:spPr>
            <a:xfrm>
              <a:off x="9284987" y="5157192"/>
              <a:ext cx="82809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D</a:t>
              </a:r>
              <a:endParaRPr sz="1400">
                <a:solidFill>
                  <a:schemeClr val="dk1"/>
                </a:solidFill>
                <a:latin typeface="Arial"/>
                <a:ea typeface="Arial"/>
                <a:cs typeface="Arial"/>
                <a:sym typeface="Arial"/>
              </a:endParaRPr>
            </a:p>
          </p:txBody>
        </p:sp>
        <p:pic>
          <p:nvPicPr>
            <p:cNvPr id="332" name="Google Shape;332;p6"/>
            <p:cNvPicPr preferRelativeResize="0"/>
            <p:nvPr/>
          </p:nvPicPr>
          <p:blipFill rotWithShape="1">
            <a:blip r:embed="rId4">
              <a:alphaModFix/>
            </a:blip>
            <a:srcRect b="0" l="0" r="0" t="0"/>
            <a:stretch/>
          </p:blipFill>
          <p:spPr>
            <a:xfrm>
              <a:off x="9026733" y="3789040"/>
              <a:ext cx="570732" cy="468000"/>
            </a:xfrm>
            <a:prstGeom prst="rect">
              <a:avLst/>
            </a:prstGeom>
            <a:noFill/>
            <a:ln>
              <a:noFill/>
            </a:ln>
          </p:spPr>
        </p:pic>
      </p:grpSp>
      <p:sp>
        <p:nvSpPr>
          <p:cNvPr id="342" name="Google Shape;342;p6"/>
          <p:cNvSpPr/>
          <p:nvPr/>
        </p:nvSpPr>
        <p:spPr>
          <a:xfrm>
            <a:off x="7863422" y="5998725"/>
            <a:ext cx="1977282" cy="32554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Switch Networking</a:t>
            </a:r>
            <a:endParaRPr b="1" sz="1400">
              <a:solidFill>
                <a:schemeClr val="dk1"/>
              </a:solidFill>
              <a:latin typeface="Arial"/>
              <a:ea typeface="Arial"/>
              <a:cs typeface="Arial"/>
              <a:sym typeface="Arial"/>
            </a:endParaRPr>
          </a:p>
        </p:txBody>
      </p:sp>
      <p:sp>
        <p:nvSpPr>
          <p:cNvPr id="343" name="Google Shape;343;p6"/>
          <p:cNvSpPr/>
          <p:nvPr/>
        </p:nvSpPr>
        <p:spPr>
          <a:xfrm flipH="1" rot="-5400000">
            <a:off x="5585741" y="4017322"/>
            <a:ext cx="1080000" cy="1006879"/>
          </a:xfrm>
          <a:custGeom>
            <a:rect b="b" l="l" r="r" t="t"/>
            <a:pathLst>
              <a:path extrusionOk="0" h="724672" w="1082514">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a:gsLst>
              <a:gs pos="0">
                <a:srgbClr val="3FCDFF"/>
              </a:gs>
              <a:gs pos="15000">
                <a:srgbClr val="3FCDFF"/>
              </a:gs>
              <a:gs pos="100000">
                <a:srgbClr val="FFFFFF">
                  <a:alpha val="0"/>
                </a:srgbClr>
              </a:gs>
            </a:gsLst>
            <a:lin ang="16200000" scaled="0"/>
          </a:gradFill>
          <a:ln cap="flat" cmpd="sng" w="19050">
            <a:solidFill>
              <a:srgbClr val="3FCD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7"/>
          <p:cNvSpPr/>
          <p:nvPr/>
        </p:nvSpPr>
        <p:spPr>
          <a:xfrm>
            <a:off x="6809649" y="2353462"/>
            <a:ext cx="4173089" cy="2977929"/>
          </a:xfrm>
          <a:prstGeom prst="ellipse">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400">
              <a:solidFill>
                <a:srgbClr val="1D1D1A"/>
              </a:solidFill>
              <a:latin typeface="Arial"/>
              <a:ea typeface="Arial"/>
              <a:cs typeface="Arial"/>
              <a:sym typeface="Arial"/>
            </a:endParaRPr>
          </a:p>
        </p:txBody>
      </p:sp>
      <p:sp>
        <p:nvSpPr>
          <p:cNvPr id="349" name="Google Shape;349;p7"/>
          <p:cNvSpPr/>
          <p:nvPr/>
        </p:nvSpPr>
        <p:spPr>
          <a:xfrm>
            <a:off x="1168696" y="2353463"/>
            <a:ext cx="3924436" cy="2844738"/>
          </a:xfrm>
          <a:prstGeom prst="ellipse">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400">
              <a:solidFill>
                <a:srgbClr val="1D1D1A"/>
              </a:solidFill>
              <a:latin typeface="Arial"/>
              <a:ea typeface="Arial"/>
              <a:cs typeface="Arial"/>
              <a:sym typeface="Arial"/>
            </a:endParaRPr>
          </a:p>
        </p:txBody>
      </p:sp>
      <p:sp>
        <p:nvSpPr>
          <p:cNvPr id="350" name="Google Shape;350;p7"/>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800"/>
              <a:buChar char="●"/>
            </a:pPr>
            <a:r>
              <a:rPr lang="en-US" sz="1600"/>
              <a:t>A collision domain is a set of nodes connected to the same shared medium. All nodes in a collision domain compete for the same bandwidth. Packets (unicast, multicast, or broadcast) sent by a node can be received by other nodes.</a:t>
            </a:r>
            <a:endParaRPr/>
          </a:p>
          <a:p>
            <a:pPr indent="-251479" lvl="0" marL="302279" rtl="0" algn="just">
              <a:lnSpc>
                <a:spcPct val="140000"/>
              </a:lnSpc>
              <a:spcBef>
                <a:spcPts val="792"/>
              </a:spcBef>
              <a:spcAft>
                <a:spcPts val="0"/>
              </a:spcAft>
              <a:buClr>
                <a:schemeClr val="dk1"/>
              </a:buClr>
              <a:buSzPts val="800"/>
              <a:buNone/>
            </a:pPr>
            <a:r>
              <a:t/>
            </a:r>
            <a:endParaRPr sz="1600"/>
          </a:p>
          <a:p>
            <a:pPr indent="-251479" lvl="0" marL="302279" rtl="0" algn="just">
              <a:lnSpc>
                <a:spcPct val="140000"/>
              </a:lnSpc>
              <a:spcBef>
                <a:spcPts val="792"/>
              </a:spcBef>
              <a:spcAft>
                <a:spcPts val="0"/>
              </a:spcAft>
              <a:buClr>
                <a:schemeClr val="dk1"/>
              </a:buClr>
              <a:buSzPts val="800"/>
              <a:buNone/>
            </a:pPr>
            <a:r>
              <a:t/>
            </a:r>
            <a:endParaRPr sz="1600"/>
          </a:p>
        </p:txBody>
      </p:sp>
      <p:sp>
        <p:nvSpPr>
          <p:cNvPr id="351" name="Google Shape;351;p7"/>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Collision Domain</a:t>
            </a:r>
            <a:endParaRPr/>
          </a:p>
        </p:txBody>
      </p:sp>
      <p:grpSp>
        <p:nvGrpSpPr>
          <p:cNvPr id="352" name="Google Shape;352;p7"/>
          <p:cNvGrpSpPr/>
          <p:nvPr/>
        </p:nvGrpSpPr>
        <p:grpSpPr>
          <a:xfrm>
            <a:off x="1564740" y="2605491"/>
            <a:ext cx="3332113" cy="2158986"/>
            <a:chOff x="3240311" y="2678966"/>
            <a:chExt cx="3332113" cy="2158986"/>
          </a:xfrm>
        </p:grpSpPr>
        <p:pic>
          <p:nvPicPr>
            <p:cNvPr descr="PC.png" id="353" name="Google Shape;353;p7"/>
            <p:cNvPicPr preferRelativeResize="0"/>
            <p:nvPr/>
          </p:nvPicPr>
          <p:blipFill rotWithShape="1">
            <a:blip r:embed="rId3">
              <a:alphaModFix/>
            </a:blip>
            <a:srcRect b="0" l="0" r="0" t="0"/>
            <a:stretch/>
          </p:blipFill>
          <p:spPr>
            <a:xfrm>
              <a:off x="3479081" y="2982063"/>
              <a:ext cx="609376" cy="468000"/>
            </a:xfrm>
            <a:prstGeom prst="rect">
              <a:avLst/>
            </a:prstGeom>
            <a:solidFill>
              <a:srgbClr val="1AABE2">
                <a:alpha val="4705"/>
              </a:srgbClr>
            </a:solidFill>
            <a:ln>
              <a:noFill/>
            </a:ln>
          </p:spPr>
        </p:pic>
        <p:pic>
          <p:nvPicPr>
            <p:cNvPr descr="PC.png" id="354" name="Google Shape;354;p7"/>
            <p:cNvPicPr preferRelativeResize="0"/>
            <p:nvPr/>
          </p:nvPicPr>
          <p:blipFill rotWithShape="1">
            <a:blip r:embed="rId3">
              <a:alphaModFix/>
            </a:blip>
            <a:srcRect b="0" l="0" r="0" t="0"/>
            <a:stretch/>
          </p:blipFill>
          <p:spPr>
            <a:xfrm>
              <a:off x="4273861" y="4062123"/>
              <a:ext cx="609376" cy="468000"/>
            </a:xfrm>
            <a:prstGeom prst="rect">
              <a:avLst/>
            </a:prstGeom>
            <a:solidFill>
              <a:srgbClr val="1AABE2">
                <a:alpha val="4705"/>
              </a:srgbClr>
            </a:solidFill>
            <a:ln>
              <a:noFill/>
            </a:ln>
          </p:spPr>
        </p:pic>
        <p:pic>
          <p:nvPicPr>
            <p:cNvPr descr="PC.png" id="355" name="Google Shape;355;p7"/>
            <p:cNvPicPr preferRelativeResize="0"/>
            <p:nvPr/>
          </p:nvPicPr>
          <p:blipFill rotWithShape="1">
            <a:blip r:embed="rId3">
              <a:alphaModFix/>
            </a:blip>
            <a:srcRect b="0" l="0" r="0" t="0"/>
            <a:stretch/>
          </p:blipFill>
          <p:spPr>
            <a:xfrm>
              <a:off x="5052579" y="2982063"/>
              <a:ext cx="609376" cy="468000"/>
            </a:xfrm>
            <a:prstGeom prst="rect">
              <a:avLst/>
            </a:prstGeom>
            <a:solidFill>
              <a:srgbClr val="1AABE2">
                <a:alpha val="4705"/>
              </a:srgbClr>
            </a:solidFill>
            <a:ln>
              <a:noFill/>
            </a:ln>
          </p:spPr>
        </p:pic>
        <p:cxnSp>
          <p:nvCxnSpPr>
            <p:cNvPr id="356" name="Google Shape;356;p7"/>
            <p:cNvCxnSpPr/>
            <p:nvPr/>
          </p:nvCxnSpPr>
          <p:spPr>
            <a:xfrm>
              <a:off x="3548488" y="3753036"/>
              <a:ext cx="2880000" cy="0"/>
            </a:xfrm>
            <a:prstGeom prst="straightConnector1">
              <a:avLst/>
            </a:prstGeom>
            <a:solidFill>
              <a:schemeClr val="accent1"/>
            </a:solidFill>
            <a:ln>
              <a:noFill/>
            </a:ln>
          </p:spPr>
        </p:cxnSp>
        <p:cxnSp>
          <p:nvCxnSpPr>
            <p:cNvPr id="357" name="Google Shape;357;p7"/>
            <p:cNvCxnSpPr>
              <a:stCxn id="353" idx="2"/>
            </p:cNvCxnSpPr>
            <p:nvPr/>
          </p:nvCxnSpPr>
          <p:spPr>
            <a:xfrm>
              <a:off x="3783769" y="3450063"/>
              <a:ext cx="0" cy="288000"/>
            </a:xfrm>
            <a:prstGeom prst="straightConnector1">
              <a:avLst/>
            </a:prstGeom>
            <a:solidFill>
              <a:schemeClr val="accent1"/>
            </a:solidFill>
            <a:ln>
              <a:noFill/>
            </a:ln>
          </p:spPr>
        </p:cxnSp>
        <p:cxnSp>
          <p:nvCxnSpPr>
            <p:cNvPr id="358" name="Google Shape;358;p7"/>
            <p:cNvCxnSpPr/>
            <p:nvPr/>
          </p:nvCxnSpPr>
          <p:spPr>
            <a:xfrm rot="10800000">
              <a:off x="4583832" y="3752342"/>
              <a:ext cx="0" cy="288000"/>
            </a:xfrm>
            <a:prstGeom prst="straightConnector1">
              <a:avLst/>
            </a:prstGeom>
            <a:solidFill>
              <a:schemeClr val="accent1"/>
            </a:solidFill>
            <a:ln>
              <a:noFill/>
            </a:ln>
          </p:spPr>
        </p:cxnSp>
        <p:cxnSp>
          <p:nvCxnSpPr>
            <p:cNvPr id="359" name="Google Shape;359;p7"/>
            <p:cNvCxnSpPr>
              <a:stCxn id="355" idx="2"/>
            </p:cNvCxnSpPr>
            <p:nvPr/>
          </p:nvCxnSpPr>
          <p:spPr>
            <a:xfrm>
              <a:off x="5357267" y="3450063"/>
              <a:ext cx="0" cy="288000"/>
            </a:xfrm>
            <a:prstGeom prst="straightConnector1">
              <a:avLst/>
            </a:prstGeom>
            <a:solidFill>
              <a:schemeClr val="accent1"/>
            </a:solidFill>
            <a:ln>
              <a:noFill/>
            </a:ln>
          </p:spPr>
        </p:cxnSp>
        <p:sp>
          <p:nvSpPr>
            <p:cNvPr id="360" name="Google Shape;360;p7"/>
            <p:cNvSpPr/>
            <p:nvPr/>
          </p:nvSpPr>
          <p:spPr>
            <a:xfrm>
              <a:off x="3240311" y="2678966"/>
              <a:ext cx="11161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A</a:t>
              </a:r>
              <a:endParaRPr sz="1200">
                <a:solidFill>
                  <a:schemeClr val="dk1"/>
                </a:solidFill>
                <a:latin typeface="Arial"/>
                <a:ea typeface="Arial"/>
                <a:cs typeface="Arial"/>
                <a:sym typeface="Arial"/>
              </a:endParaRPr>
            </a:p>
          </p:txBody>
        </p:sp>
        <p:sp>
          <p:nvSpPr>
            <p:cNvPr id="361" name="Google Shape;361;p7"/>
            <p:cNvSpPr/>
            <p:nvPr/>
          </p:nvSpPr>
          <p:spPr>
            <a:xfrm>
              <a:off x="4664212" y="2678966"/>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B</a:t>
              </a:r>
              <a:endParaRPr sz="1200">
                <a:solidFill>
                  <a:schemeClr val="dk1"/>
                </a:solidFill>
                <a:latin typeface="Arial"/>
                <a:ea typeface="Arial"/>
                <a:cs typeface="Arial"/>
                <a:sym typeface="Arial"/>
              </a:endParaRPr>
            </a:p>
          </p:txBody>
        </p:sp>
        <p:pic>
          <p:nvPicPr>
            <p:cNvPr descr="PC.png" id="362" name="Google Shape;362;p7"/>
            <p:cNvPicPr preferRelativeResize="0"/>
            <p:nvPr/>
          </p:nvPicPr>
          <p:blipFill rotWithShape="1">
            <a:blip r:embed="rId3">
              <a:alphaModFix/>
            </a:blip>
            <a:srcRect b="0" l="0" r="0" t="0"/>
            <a:stretch/>
          </p:blipFill>
          <p:spPr>
            <a:xfrm>
              <a:off x="5702648" y="4062123"/>
              <a:ext cx="609376" cy="468000"/>
            </a:xfrm>
            <a:prstGeom prst="rect">
              <a:avLst/>
            </a:prstGeom>
            <a:solidFill>
              <a:srgbClr val="1AABE2">
                <a:alpha val="4705"/>
              </a:srgbClr>
            </a:solidFill>
            <a:ln>
              <a:noFill/>
            </a:ln>
          </p:spPr>
        </p:pic>
        <p:cxnSp>
          <p:nvCxnSpPr>
            <p:cNvPr id="363" name="Google Shape;363;p7"/>
            <p:cNvCxnSpPr/>
            <p:nvPr/>
          </p:nvCxnSpPr>
          <p:spPr>
            <a:xfrm rot="10800000">
              <a:off x="6012619" y="3752342"/>
              <a:ext cx="0" cy="288000"/>
            </a:xfrm>
            <a:prstGeom prst="straightConnector1">
              <a:avLst/>
            </a:prstGeom>
            <a:solidFill>
              <a:schemeClr val="accent1"/>
            </a:solidFill>
            <a:ln>
              <a:noFill/>
            </a:ln>
          </p:spPr>
        </p:cxnSp>
        <p:sp>
          <p:nvSpPr>
            <p:cNvPr id="364" name="Google Shape;364;p7"/>
            <p:cNvSpPr/>
            <p:nvPr/>
          </p:nvSpPr>
          <p:spPr>
            <a:xfrm>
              <a:off x="4016140" y="4530175"/>
              <a:ext cx="11161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C</a:t>
              </a:r>
              <a:endParaRPr sz="1200">
                <a:solidFill>
                  <a:schemeClr val="dk1"/>
                </a:solidFill>
                <a:latin typeface="Arial"/>
                <a:ea typeface="Arial"/>
                <a:cs typeface="Arial"/>
                <a:sym typeface="Arial"/>
              </a:endParaRPr>
            </a:p>
          </p:txBody>
        </p:sp>
        <p:sp>
          <p:nvSpPr>
            <p:cNvPr id="365" name="Google Shape;365;p7"/>
            <p:cNvSpPr/>
            <p:nvPr/>
          </p:nvSpPr>
          <p:spPr>
            <a:xfrm>
              <a:off x="5456300" y="4530175"/>
              <a:ext cx="11161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D</a:t>
              </a:r>
              <a:endParaRPr sz="1200">
                <a:solidFill>
                  <a:schemeClr val="dk1"/>
                </a:solidFill>
                <a:latin typeface="Arial"/>
                <a:ea typeface="Arial"/>
                <a:cs typeface="Arial"/>
                <a:sym typeface="Arial"/>
              </a:endParaRPr>
            </a:p>
          </p:txBody>
        </p:sp>
      </p:grpSp>
      <p:sp>
        <p:nvSpPr>
          <p:cNvPr id="366" name="Google Shape;366;p7"/>
          <p:cNvSpPr/>
          <p:nvPr/>
        </p:nvSpPr>
        <p:spPr>
          <a:xfrm>
            <a:off x="1997123" y="4663530"/>
            <a:ext cx="2232415" cy="46781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Early Ethernet</a:t>
            </a:r>
            <a:endParaRPr b="1" sz="1200">
              <a:solidFill>
                <a:schemeClr val="dk1"/>
              </a:solidFill>
              <a:latin typeface="Arial"/>
              <a:ea typeface="Arial"/>
              <a:cs typeface="Arial"/>
              <a:sym typeface="Arial"/>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One Collision Domain</a:t>
            </a:r>
            <a:endParaRPr b="1" sz="1200">
              <a:solidFill>
                <a:schemeClr val="dk1"/>
              </a:solidFill>
              <a:latin typeface="Arial"/>
              <a:ea typeface="Arial"/>
              <a:cs typeface="Arial"/>
              <a:sym typeface="Arial"/>
            </a:endParaRPr>
          </a:p>
        </p:txBody>
      </p:sp>
      <p:sp>
        <p:nvSpPr>
          <p:cNvPr id="367" name="Google Shape;367;p7"/>
          <p:cNvSpPr/>
          <p:nvPr/>
        </p:nvSpPr>
        <p:spPr>
          <a:xfrm>
            <a:off x="468316" y="5322600"/>
            <a:ext cx="5627683" cy="1072682"/>
          </a:xfrm>
          <a:prstGeom prst="roundRect">
            <a:avLst>
              <a:gd fmla="val 2303" name="adj"/>
            </a:avLst>
          </a:prstGeom>
          <a:noFill/>
          <a:ln>
            <a:noFill/>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On a traditional Ethernet network, multiple nodes on the same medium share the link bandwidth and compete for the right to use the link. As a result, collision occurs.</a:t>
            </a:r>
            <a:endParaRPr sz="14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The probability that collision occurs increases when more nodes are deployed on a shared medium.</a:t>
            </a:r>
            <a:endParaRPr sz="1400">
              <a:solidFill>
                <a:schemeClr val="dk1"/>
              </a:solidFill>
              <a:latin typeface="Arial"/>
              <a:ea typeface="Arial"/>
              <a:cs typeface="Arial"/>
              <a:sym typeface="Arial"/>
            </a:endParaRPr>
          </a:p>
        </p:txBody>
      </p:sp>
      <p:grpSp>
        <p:nvGrpSpPr>
          <p:cNvPr id="368" name="Google Shape;368;p7"/>
          <p:cNvGrpSpPr/>
          <p:nvPr/>
        </p:nvGrpSpPr>
        <p:grpSpPr>
          <a:xfrm>
            <a:off x="7266329" y="2532841"/>
            <a:ext cx="3564396" cy="2504663"/>
            <a:chOff x="6888088" y="2960306"/>
            <a:chExt cx="3564396" cy="2504663"/>
          </a:xfrm>
        </p:grpSpPr>
        <p:sp>
          <p:nvSpPr>
            <p:cNvPr id="369" name="Google Shape;369;p7"/>
            <p:cNvSpPr/>
            <p:nvPr/>
          </p:nvSpPr>
          <p:spPr>
            <a:xfrm>
              <a:off x="6888088" y="4257092"/>
              <a:ext cx="82809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A</a:t>
              </a:r>
              <a:endParaRPr sz="1200">
                <a:solidFill>
                  <a:schemeClr val="dk1"/>
                </a:solidFill>
                <a:latin typeface="Arial"/>
                <a:ea typeface="Arial"/>
                <a:cs typeface="Arial"/>
                <a:sym typeface="Arial"/>
              </a:endParaRPr>
            </a:p>
          </p:txBody>
        </p:sp>
        <p:pic>
          <p:nvPicPr>
            <p:cNvPr descr="PC.png" id="370" name="Google Shape;370;p7"/>
            <p:cNvPicPr preferRelativeResize="0"/>
            <p:nvPr/>
          </p:nvPicPr>
          <p:blipFill rotWithShape="1">
            <a:blip r:embed="rId3">
              <a:alphaModFix/>
            </a:blip>
            <a:srcRect b="0" l="0" r="0" t="0"/>
            <a:stretch/>
          </p:blipFill>
          <p:spPr>
            <a:xfrm>
              <a:off x="6996100" y="3789040"/>
              <a:ext cx="609376" cy="468000"/>
            </a:xfrm>
            <a:prstGeom prst="rect">
              <a:avLst/>
            </a:prstGeom>
            <a:noFill/>
            <a:ln>
              <a:noFill/>
            </a:ln>
          </p:spPr>
        </p:pic>
        <p:cxnSp>
          <p:nvCxnSpPr>
            <p:cNvPr id="371" name="Google Shape;371;p7"/>
            <p:cNvCxnSpPr>
              <a:stCxn id="370" idx="0"/>
            </p:cNvCxnSpPr>
            <p:nvPr/>
          </p:nvCxnSpPr>
          <p:spPr>
            <a:xfrm flipH="1" rot="10800000">
              <a:off x="7300788" y="3182740"/>
              <a:ext cx="1293600" cy="606300"/>
            </a:xfrm>
            <a:prstGeom prst="straightConnector1">
              <a:avLst/>
            </a:prstGeom>
            <a:solidFill>
              <a:schemeClr val="accent1"/>
            </a:solidFill>
            <a:ln cap="flat" cmpd="sng" w="19050">
              <a:solidFill>
                <a:schemeClr val="dk1"/>
              </a:solidFill>
              <a:prstDash val="solid"/>
              <a:round/>
              <a:headEnd len="sm" w="sm" type="none"/>
              <a:tailEnd len="sm" w="sm" type="none"/>
            </a:ln>
          </p:spPr>
        </p:cxnSp>
        <p:pic>
          <p:nvPicPr>
            <p:cNvPr descr="PC.png" id="372" name="Google Shape;372;p7"/>
            <p:cNvPicPr preferRelativeResize="0"/>
            <p:nvPr/>
          </p:nvPicPr>
          <p:blipFill rotWithShape="1">
            <a:blip r:embed="rId3">
              <a:alphaModFix/>
            </a:blip>
            <a:srcRect b="0" l="0" r="0" t="0"/>
            <a:stretch/>
          </p:blipFill>
          <p:spPr>
            <a:xfrm>
              <a:off x="8004212" y="3789040"/>
              <a:ext cx="609376" cy="468000"/>
            </a:xfrm>
            <a:prstGeom prst="rect">
              <a:avLst/>
            </a:prstGeom>
            <a:noFill/>
            <a:ln>
              <a:noFill/>
            </a:ln>
          </p:spPr>
        </p:pic>
        <p:cxnSp>
          <p:nvCxnSpPr>
            <p:cNvPr id="373" name="Google Shape;373;p7"/>
            <p:cNvCxnSpPr>
              <a:stCxn id="372" idx="0"/>
              <a:endCxn id="374" idx="2"/>
            </p:cNvCxnSpPr>
            <p:nvPr/>
          </p:nvCxnSpPr>
          <p:spPr>
            <a:xfrm rot="10800000">
              <a:off x="8308900" y="3428440"/>
              <a:ext cx="0" cy="3606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375" name="Google Shape;375;p7"/>
            <p:cNvCxnSpPr>
              <a:stCxn id="376" idx="0"/>
              <a:endCxn id="374" idx="1"/>
            </p:cNvCxnSpPr>
            <p:nvPr/>
          </p:nvCxnSpPr>
          <p:spPr>
            <a:xfrm rot="10800000">
              <a:off x="8023599" y="3194440"/>
              <a:ext cx="1288500" cy="594600"/>
            </a:xfrm>
            <a:prstGeom prst="straightConnector1">
              <a:avLst/>
            </a:prstGeom>
            <a:solidFill>
              <a:schemeClr val="accent1"/>
            </a:solidFill>
            <a:ln cap="flat" cmpd="sng" w="19050">
              <a:solidFill>
                <a:schemeClr val="dk1"/>
              </a:solidFill>
              <a:prstDash val="solid"/>
              <a:round/>
              <a:headEnd len="sm" w="sm" type="none"/>
              <a:tailEnd len="sm" w="sm" type="none"/>
            </a:ln>
          </p:spPr>
        </p:cxnSp>
        <p:pic>
          <p:nvPicPr>
            <p:cNvPr descr="PC.png" id="377" name="Google Shape;377;p7"/>
            <p:cNvPicPr preferRelativeResize="0"/>
            <p:nvPr/>
          </p:nvPicPr>
          <p:blipFill rotWithShape="1">
            <a:blip r:embed="rId3">
              <a:alphaModFix/>
            </a:blip>
            <a:srcRect b="0" l="0" r="0" t="0"/>
            <a:stretch/>
          </p:blipFill>
          <p:spPr>
            <a:xfrm>
              <a:off x="8620451" y="4689140"/>
              <a:ext cx="609376" cy="468000"/>
            </a:xfrm>
            <a:prstGeom prst="rect">
              <a:avLst/>
            </a:prstGeom>
            <a:noFill/>
            <a:ln>
              <a:noFill/>
            </a:ln>
          </p:spPr>
        </p:pic>
        <p:cxnSp>
          <p:nvCxnSpPr>
            <p:cNvPr id="378" name="Google Shape;378;p7"/>
            <p:cNvCxnSpPr>
              <a:stCxn id="377" idx="0"/>
            </p:cNvCxnSpPr>
            <p:nvPr/>
          </p:nvCxnSpPr>
          <p:spPr>
            <a:xfrm flipH="1" rot="10800000">
              <a:off x="8925139" y="4092140"/>
              <a:ext cx="387000" cy="597000"/>
            </a:xfrm>
            <a:prstGeom prst="straightConnector1">
              <a:avLst/>
            </a:prstGeom>
            <a:solidFill>
              <a:schemeClr val="accent1"/>
            </a:solidFill>
            <a:ln cap="flat" cmpd="sng" w="19050">
              <a:solidFill>
                <a:schemeClr val="dk1"/>
              </a:solidFill>
              <a:prstDash val="solid"/>
              <a:round/>
              <a:headEnd len="sm" w="sm" type="none"/>
              <a:tailEnd len="sm" w="sm" type="none"/>
            </a:ln>
          </p:spPr>
        </p:cxnSp>
        <p:pic>
          <p:nvPicPr>
            <p:cNvPr descr="PC.png" id="379" name="Google Shape;379;p7"/>
            <p:cNvPicPr preferRelativeResize="0"/>
            <p:nvPr/>
          </p:nvPicPr>
          <p:blipFill rotWithShape="1">
            <a:blip r:embed="rId3">
              <a:alphaModFix/>
            </a:blip>
            <a:srcRect b="0" l="0" r="0" t="0"/>
            <a:stretch/>
          </p:blipFill>
          <p:spPr>
            <a:xfrm>
              <a:off x="9394371" y="4677424"/>
              <a:ext cx="609376" cy="468000"/>
            </a:xfrm>
            <a:prstGeom prst="rect">
              <a:avLst/>
            </a:prstGeom>
            <a:noFill/>
            <a:ln>
              <a:noFill/>
            </a:ln>
          </p:spPr>
        </p:pic>
        <p:cxnSp>
          <p:nvCxnSpPr>
            <p:cNvPr id="380" name="Google Shape;380;p7"/>
            <p:cNvCxnSpPr>
              <a:stCxn id="379" idx="0"/>
            </p:cNvCxnSpPr>
            <p:nvPr/>
          </p:nvCxnSpPr>
          <p:spPr>
            <a:xfrm rot="10800000">
              <a:off x="9312059" y="4092124"/>
              <a:ext cx="387000" cy="5853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381" name="Google Shape;381;p7"/>
            <p:cNvSpPr/>
            <p:nvPr/>
          </p:nvSpPr>
          <p:spPr>
            <a:xfrm>
              <a:off x="7896200" y="4257092"/>
              <a:ext cx="82809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B</a:t>
              </a:r>
              <a:endParaRPr sz="1200">
                <a:solidFill>
                  <a:schemeClr val="dk1"/>
                </a:solidFill>
                <a:latin typeface="Arial"/>
                <a:ea typeface="Arial"/>
                <a:cs typeface="Arial"/>
                <a:sym typeface="Arial"/>
              </a:endParaRPr>
            </a:p>
          </p:txBody>
        </p:sp>
        <p:sp>
          <p:nvSpPr>
            <p:cNvPr id="382" name="Google Shape;382;p7"/>
            <p:cNvSpPr/>
            <p:nvPr/>
          </p:nvSpPr>
          <p:spPr>
            <a:xfrm>
              <a:off x="8511093" y="5157192"/>
              <a:ext cx="82809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C</a:t>
              </a:r>
              <a:endParaRPr sz="1200">
                <a:solidFill>
                  <a:schemeClr val="dk1"/>
                </a:solidFill>
                <a:latin typeface="Arial"/>
                <a:ea typeface="Arial"/>
                <a:cs typeface="Arial"/>
                <a:sym typeface="Arial"/>
              </a:endParaRPr>
            </a:p>
          </p:txBody>
        </p:sp>
        <p:sp>
          <p:nvSpPr>
            <p:cNvPr id="383" name="Google Shape;383;p7"/>
            <p:cNvSpPr/>
            <p:nvPr/>
          </p:nvSpPr>
          <p:spPr>
            <a:xfrm>
              <a:off x="8455515" y="3119552"/>
              <a:ext cx="97210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Switch A</a:t>
              </a:r>
              <a:endParaRPr sz="1200">
                <a:solidFill>
                  <a:schemeClr val="dk1"/>
                </a:solidFill>
                <a:latin typeface="Arial"/>
                <a:ea typeface="Arial"/>
                <a:cs typeface="Arial"/>
                <a:sym typeface="Arial"/>
              </a:endParaRPr>
            </a:p>
          </p:txBody>
        </p:sp>
        <p:sp>
          <p:nvSpPr>
            <p:cNvPr id="384" name="Google Shape;384;p7"/>
            <p:cNvSpPr/>
            <p:nvPr/>
          </p:nvSpPr>
          <p:spPr>
            <a:xfrm>
              <a:off x="9480376" y="3841303"/>
              <a:ext cx="97210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Switch B</a:t>
              </a:r>
              <a:endParaRPr sz="1200">
                <a:solidFill>
                  <a:schemeClr val="dk1"/>
                </a:solidFill>
                <a:latin typeface="Arial"/>
                <a:ea typeface="Arial"/>
                <a:cs typeface="Arial"/>
                <a:sym typeface="Arial"/>
              </a:endParaRPr>
            </a:p>
          </p:txBody>
        </p:sp>
        <p:pic>
          <p:nvPicPr>
            <p:cNvPr id="374" name="Google Shape;374;p7"/>
            <p:cNvPicPr preferRelativeResize="0"/>
            <p:nvPr/>
          </p:nvPicPr>
          <p:blipFill rotWithShape="1">
            <a:blip r:embed="rId4">
              <a:alphaModFix/>
            </a:blip>
            <a:srcRect b="0" l="0" r="0" t="0"/>
            <a:stretch/>
          </p:blipFill>
          <p:spPr>
            <a:xfrm>
              <a:off x="8023534" y="2960306"/>
              <a:ext cx="570732" cy="468000"/>
            </a:xfrm>
            <a:prstGeom prst="rect">
              <a:avLst/>
            </a:prstGeom>
            <a:noFill/>
            <a:ln>
              <a:noFill/>
            </a:ln>
          </p:spPr>
        </p:pic>
        <p:sp>
          <p:nvSpPr>
            <p:cNvPr id="385" name="Google Shape;385;p7"/>
            <p:cNvSpPr/>
            <p:nvPr/>
          </p:nvSpPr>
          <p:spPr>
            <a:xfrm>
              <a:off x="9284987" y="5157192"/>
              <a:ext cx="82809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D</a:t>
              </a:r>
              <a:endParaRPr sz="1200">
                <a:solidFill>
                  <a:schemeClr val="dk1"/>
                </a:solidFill>
                <a:latin typeface="Arial"/>
                <a:ea typeface="Arial"/>
                <a:cs typeface="Arial"/>
                <a:sym typeface="Arial"/>
              </a:endParaRPr>
            </a:p>
          </p:txBody>
        </p:sp>
        <p:pic>
          <p:nvPicPr>
            <p:cNvPr id="376" name="Google Shape;376;p7"/>
            <p:cNvPicPr preferRelativeResize="0"/>
            <p:nvPr/>
          </p:nvPicPr>
          <p:blipFill rotWithShape="1">
            <a:blip r:embed="rId4">
              <a:alphaModFix/>
            </a:blip>
            <a:srcRect b="0" l="0" r="0" t="0"/>
            <a:stretch/>
          </p:blipFill>
          <p:spPr>
            <a:xfrm>
              <a:off x="9026733" y="3789040"/>
              <a:ext cx="570732" cy="468000"/>
            </a:xfrm>
            <a:prstGeom prst="rect">
              <a:avLst/>
            </a:prstGeom>
            <a:noFill/>
            <a:ln>
              <a:noFill/>
            </a:ln>
          </p:spPr>
        </p:pic>
      </p:grpSp>
      <p:sp>
        <p:nvSpPr>
          <p:cNvPr id="386" name="Google Shape;386;p7"/>
          <p:cNvSpPr/>
          <p:nvPr/>
        </p:nvSpPr>
        <p:spPr>
          <a:xfrm>
            <a:off x="6236577" y="5322600"/>
            <a:ext cx="5367344" cy="1072682"/>
          </a:xfrm>
          <a:prstGeom prst="roundRect">
            <a:avLst>
              <a:gd fmla="val 2303"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The switch interfaces used to send and receive data are independent of each other and belong to different collision domains. Therefore, collisions do not occur between hosts (or networks) connected through switch interfaces.</a:t>
            </a:r>
            <a:endParaRPr/>
          </a:p>
        </p:txBody>
      </p:sp>
      <p:sp>
        <p:nvSpPr>
          <p:cNvPr id="387" name="Google Shape;387;p7"/>
          <p:cNvSpPr/>
          <p:nvPr/>
        </p:nvSpPr>
        <p:spPr>
          <a:xfrm>
            <a:off x="4324294" y="2320586"/>
            <a:ext cx="1814421" cy="400487"/>
          </a:xfrm>
          <a:prstGeom prst="wedgeRoundRectCallout">
            <a:avLst>
              <a:gd fmla="val -37205" name="adj1"/>
              <a:gd fmla="val 123600" name="adj2"/>
              <a:gd fmla="val 16667" name="adj3"/>
            </a:avLst>
          </a:prstGeom>
          <a:solidFill>
            <a:srgbClr val="FFFFCC"/>
          </a:solidFill>
          <a:ln cap="flat" cmpd="sng" w="12700">
            <a:solidFill>
              <a:srgbClr val="FFD17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Solution: CSMA/CD</a:t>
            </a:r>
            <a:endParaRPr/>
          </a:p>
        </p:txBody>
      </p:sp>
      <p:sp>
        <p:nvSpPr>
          <p:cNvPr id="388" name="Google Shape;388;p7"/>
          <p:cNvSpPr/>
          <p:nvPr/>
        </p:nvSpPr>
        <p:spPr>
          <a:xfrm>
            <a:off x="8939967" y="2013625"/>
            <a:ext cx="2474689" cy="396000"/>
          </a:xfrm>
          <a:prstGeom prst="wedgeRoundRectCallout">
            <a:avLst>
              <a:gd fmla="val -51371" name="adj1"/>
              <a:gd fmla="val 100688" name="adj2"/>
              <a:gd fmla="val 16667" name="adj3"/>
            </a:avLst>
          </a:prstGeom>
          <a:solidFill>
            <a:srgbClr val="FFFFCC"/>
          </a:solidFill>
          <a:ln cap="flat" cmpd="sng" w="12700">
            <a:solidFill>
              <a:srgbClr val="FFD17D"/>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Separating collision domains</a:t>
            </a:r>
            <a:endParaRPr sz="1400">
              <a:solidFill>
                <a:schemeClr val="dk1"/>
              </a:solidFill>
              <a:latin typeface="Arial"/>
              <a:ea typeface="Arial"/>
              <a:cs typeface="Arial"/>
              <a:sym typeface="Arial"/>
            </a:endParaRPr>
          </a:p>
        </p:txBody>
      </p:sp>
      <p:sp>
        <p:nvSpPr>
          <p:cNvPr id="389" name="Google Shape;389;p7"/>
          <p:cNvSpPr/>
          <p:nvPr/>
        </p:nvSpPr>
        <p:spPr>
          <a:xfrm>
            <a:off x="2422338" y="3287403"/>
            <a:ext cx="11161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rgbClr val="EC7061"/>
                </a:solidFill>
                <a:latin typeface="Arial"/>
                <a:ea typeface="Arial"/>
                <a:cs typeface="Arial"/>
                <a:sym typeface="Arial"/>
              </a:rPr>
              <a:t>Collision</a:t>
            </a:r>
            <a:endParaRPr/>
          </a:p>
        </p:txBody>
      </p:sp>
      <p:cxnSp>
        <p:nvCxnSpPr>
          <p:cNvPr id="390" name="Google Shape;390;p7"/>
          <p:cNvCxnSpPr/>
          <p:nvPr/>
        </p:nvCxnSpPr>
        <p:spPr>
          <a:xfrm>
            <a:off x="2317108" y="3373191"/>
            <a:ext cx="1022700" cy="208800"/>
          </a:xfrm>
          <a:prstGeom prst="bentConnector3">
            <a:avLst>
              <a:gd fmla="val 627" name="adj1"/>
            </a:avLst>
          </a:prstGeom>
          <a:noFill/>
          <a:ln cap="flat" cmpd="sng" w="28575">
            <a:solidFill>
              <a:srgbClr val="EC7061"/>
            </a:solidFill>
            <a:prstDash val="solid"/>
            <a:miter lim="800000"/>
            <a:headEnd len="sm" w="sm" type="none"/>
            <a:tailEnd len="med" w="med" type="triangle"/>
          </a:ln>
        </p:spPr>
      </p:cxnSp>
      <p:cxnSp>
        <p:nvCxnSpPr>
          <p:cNvPr id="391" name="Google Shape;391;p7"/>
          <p:cNvCxnSpPr/>
          <p:nvPr/>
        </p:nvCxnSpPr>
        <p:spPr>
          <a:xfrm rot="10800000">
            <a:off x="3325082" y="3755226"/>
            <a:ext cx="863400" cy="246000"/>
          </a:xfrm>
          <a:prstGeom prst="bentConnector3">
            <a:avLst>
              <a:gd fmla="val 990" name="adj1"/>
            </a:avLst>
          </a:prstGeom>
          <a:noFill/>
          <a:ln cap="flat" cmpd="sng" w="28575">
            <a:solidFill>
              <a:srgbClr val="EC7061"/>
            </a:solidFill>
            <a:prstDash val="solid"/>
            <a:miter lim="800000"/>
            <a:headEnd len="sm" w="sm" type="none"/>
            <a:tailEnd len="med" w="med" type="triangle"/>
          </a:ln>
        </p:spPr>
      </p:cxnSp>
      <p:grpSp>
        <p:nvGrpSpPr>
          <p:cNvPr id="392" name="Google Shape;392;p7"/>
          <p:cNvGrpSpPr/>
          <p:nvPr/>
        </p:nvGrpSpPr>
        <p:grpSpPr>
          <a:xfrm>
            <a:off x="1872917" y="3374188"/>
            <a:ext cx="2880000" cy="590279"/>
            <a:chOff x="2025317" y="3528988"/>
            <a:chExt cx="2880000" cy="590279"/>
          </a:xfrm>
        </p:grpSpPr>
        <p:cxnSp>
          <p:nvCxnSpPr>
            <p:cNvPr id="393" name="Google Shape;393;p7"/>
            <p:cNvCxnSpPr/>
            <p:nvPr/>
          </p:nvCxnSpPr>
          <p:spPr>
            <a:xfrm>
              <a:off x="2025317" y="3831961"/>
              <a:ext cx="2880000" cy="0"/>
            </a:xfrm>
            <a:prstGeom prst="straightConnector1">
              <a:avLst/>
            </a:prstGeom>
            <a:solidFill>
              <a:schemeClr val="accent1"/>
            </a:solidFill>
            <a:ln cap="flat" cmpd="sng" w="28575">
              <a:solidFill>
                <a:schemeClr val="dk1"/>
              </a:solidFill>
              <a:prstDash val="solid"/>
              <a:round/>
              <a:headEnd len="sm" w="sm" type="none"/>
              <a:tailEnd len="sm" w="sm" type="none"/>
            </a:ln>
          </p:spPr>
        </p:cxnSp>
        <p:cxnSp>
          <p:nvCxnSpPr>
            <p:cNvPr id="394" name="Google Shape;394;p7"/>
            <p:cNvCxnSpPr/>
            <p:nvPr/>
          </p:nvCxnSpPr>
          <p:spPr>
            <a:xfrm>
              <a:off x="2260598" y="3528988"/>
              <a:ext cx="0" cy="2880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395" name="Google Shape;395;p7"/>
            <p:cNvCxnSpPr/>
            <p:nvPr/>
          </p:nvCxnSpPr>
          <p:spPr>
            <a:xfrm rot="10800000">
              <a:off x="3060661" y="3831267"/>
              <a:ext cx="0" cy="2880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396" name="Google Shape;396;p7"/>
            <p:cNvCxnSpPr/>
            <p:nvPr/>
          </p:nvCxnSpPr>
          <p:spPr>
            <a:xfrm>
              <a:off x="3834096" y="3528988"/>
              <a:ext cx="0" cy="2880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397" name="Google Shape;397;p7"/>
            <p:cNvCxnSpPr/>
            <p:nvPr/>
          </p:nvCxnSpPr>
          <p:spPr>
            <a:xfrm rot="10800000">
              <a:off x="4489448" y="3831267"/>
              <a:ext cx="0" cy="288000"/>
            </a:xfrm>
            <a:prstGeom prst="straightConnector1">
              <a:avLst/>
            </a:prstGeom>
            <a:solidFill>
              <a:schemeClr val="accent1"/>
            </a:solidFill>
            <a:ln cap="flat" cmpd="sng" w="19050">
              <a:solidFill>
                <a:schemeClr val="dk1"/>
              </a:solidFill>
              <a:prstDash val="solid"/>
              <a:round/>
              <a:headEnd len="sm" w="sm" type="none"/>
              <a:tailEnd len="sm" w="sm" type="none"/>
            </a:ln>
          </p:spPr>
        </p:cxnSp>
      </p:grpSp>
      <p:cxnSp>
        <p:nvCxnSpPr>
          <p:cNvPr id="398" name="Google Shape;398;p7"/>
          <p:cNvCxnSpPr/>
          <p:nvPr/>
        </p:nvCxnSpPr>
        <p:spPr>
          <a:xfrm flipH="1" rot="10800000">
            <a:off x="7723217" y="2934631"/>
            <a:ext cx="575645" cy="272620"/>
          </a:xfrm>
          <a:prstGeom prst="straightConnector1">
            <a:avLst/>
          </a:prstGeom>
          <a:noFill/>
          <a:ln cap="flat" cmpd="sng" w="28575">
            <a:solidFill>
              <a:srgbClr val="00B0F0"/>
            </a:solidFill>
            <a:prstDash val="solid"/>
            <a:miter lim="800000"/>
            <a:headEnd len="med" w="med" type="triangle"/>
            <a:tailEnd len="med" w="med" type="triangle"/>
          </a:ln>
        </p:spPr>
      </p:cxnSp>
      <p:cxnSp>
        <p:nvCxnSpPr>
          <p:cNvPr id="399" name="Google Shape;399;p7"/>
          <p:cNvCxnSpPr/>
          <p:nvPr/>
        </p:nvCxnSpPr>
        <p:spPr>
          <a:xfrm rot="10800000">
            <a:off x="9122419" y="2934631"/>
            <a:ext cx="572834" cy="308636"/>
          </a:xfrm>
          <a:prstGeom prst="straightConnector1">
            <a:avLst/>
          </a:prstGeom>
          <a:noFill/>
          <a:ln cap="flat" cmpd="sng" w="28575">
            <a:solidFill>
              <a:srgbClr val="00B0F0"/>
            </a:solidFill>
            <a:prstDash val="solid"/>
            <a:miter lim="800000"/>
            <a:headEnd len="med" w="med" type="triangle"/>
            <a:tailEnd len="med" w="med" type="triangle"/>
          </a:ln>
        </p:spPr>
      </p:cxnSp>
      <p:cxnSp>
        <p:nvCxnSpPr>
          <p:cNvPr id="400" name="Google Shape;400;p7"/>
          <p:cNvCxnSpPr/>
          <p:nvPr/>
        </p:nvCxnSpPr>
        <p:spPr>
          <a:xfrm rot="10800000">
            <a:off x="8611583" y="3036021"/>
            <a:ext cx="0" cy="290374"/>
          </a:xfrm>
          <a:prstGeom prst="straightConnector1">
            <a:avLst/>
          </a:prstGeom>
          <a:noFill/>
          <a:ln cap="flat" cmpd="sng" w="28575">
            <a:solidFill>
              <a:srgbClr val="00B0F0"/>
            </a:solidFill>
            <a:prstDash val="solid"/>
            <a:miter lim="800000"/>
            <a:headEnd len="med" w="med" type="triangle"/>
            <a:tailEnd len="med" w="med" type="triangle"/>
          </a:ln>
        </p:spPr>
      </p:cxnSp>
      <p:cxnSp>
        <p:nvCxnSpPr>
          <p:cNvPr id="401" name="Google Shape;401;p7"/>
          <p:cNvCxnSpPr/>
          <p:nvPr/>
        </p:nvCxnSpPr>
        <p:spPr>
          <a:xfrm flipH="1" rot="10800000">
            <a:off x="9274399" y="3862998"/>
            <a:ext cx="203684" cy="286110"/>
          </a:xfrm>
          <a:prstGeom prst="straightConnector1">
            <a:avLst/>
          </a:prstGeom>
          <a:noFill/>
          <a:ln cap="flat" cmpd="sng" w="28575">
            <a:solidFill>
              <a:srgbClr val="00B0F0"/>
            </a:solidFill>
            <a:prstDash val="solid"/>
            <a:miter lim="800000"/>
            <a:headEnd len="med" w="med" type="triangle"/>
            <a:tailEnd len="med" w="med" type="triangle"/>
          </a:ln>
        </p:spPr>
      </p:cxnSp>
      <p:cxnSp>
        <p:nvCxnSpPr>
          <p:cNvPr id="402" name="Google Shape;402;p7"/>
          <p:cNvCxnSpPr/>
          <p:nvPr/>
        </p:nvCxnSpPr>
        <p:spPr>
          <a:xfrm rot="10800000">
            <a:off x="9893518" y="3862999"/>
            <a:ext cx="212256" cy="279000"/>
          </a:xfrm>
          <a:prstGeom prst="straightConnector1">
            <a:avLst/>
          </a:prstGeom>
          <a:noFill/>
          <a:ln cap="flat" cmpd="sng" w="28575">
            <a:solidFill>
              <a:srgbClr val="00B0F0"/>
            </a:solidFill>
            <a:prstDash val="solid"/>
            <a:miter lim="800000"/>
            <a:headEnd len="med" w="med" type="triangle"/>
            <a:tailEnd len="med" w="med" type="triangle"/>
          </a:ln>
        </p:spPr>
      </p:cxnSp>
      <p:sp>
        <p:nvSpPr>
          <p:cNvPr id="403" name="Google Shape;403;p7"/>
          <p:cNvSpPr/>
          <p:nvPr/>
        </p:nvSpPr>
        <p:spPr>
          <a:xfrm>
            <a:off x="7083116" y="4414260"/>
            <a:ext cx="2039303" cy="43870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Switch Networking</a:t>
            </a:r>
            <a:endParaRPr b="1" sz="1200">
              <a:solidFill>
                <a:schemeClr val="dk1"/>
              </a:solidFill>
              <a:latin typeface="Arial"/>
              <a:ea typeface="Arial"/>
              <a:cs typeface="Arial"/>
              <a:sym typeface="Arial"/>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Five Collision Domains</a:t>
            </a:r>
            <a:endParaRPr b="1" sz="12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8"/>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800"/>
              <a:buChar char="●"/>
            </a:pPr>
            <a:r>
              <a:rPr lang="en-US" sz="1600">
                <a:latin typeface="Arial"/>
                <a:ea typeface="Arial"/>
                <a:cs typeface="Arial"/>
                <a:sym typeface="Arial"/>
              </a:rPr>
              <a:t>The entire access scope of broadcast packets is called a Layer 2 broadcast domain, which is also called a broadcast domain. All hosts in the same broadcast domain can receive broadcast packets.</a:t>
            </a:r>
            <a:endParaRPr/>
          </a:p>
          <a:p>
            <a:pPr indent="-251479" lvl="0" marL="302279" rtl="0" algn="just">
              <a:lnSpc>
                <a:spcPct val="140000"/>
              </a:lnSpc>
              <a:spcBef>
                <a:spcPts val="792"/>
              </a:spcBef>
              <a:spcAft>
                <a:spcPts val="0"/>
              </a:spcAft>
              <a:buClr>
                <a:schemeClr val="dk1"/>
              </a:buClr>
              <a:buSzPts val="800"/>
              <a:buNone/>
            </a:pPr>
            <a:r>
              <a:t/>
            </a:r>
            <a:endParaRPr sz="1600">
              <a:latin typeface="Arial"/>
              <a:ea typeface="Arial"/>
              <a:cs typeface="Arial"/>
              <a:sym typeface="Arial"/>
            </a:endParaRPr>
          </a:p>
          <a:p>
            <a:pPr indent="-251479" lvl="0" marL="302279" rtl="0" algn="just">
              <a:lnSpc>
                <a:spcPct val="140000"/>
              </a:lnSpc>
              <a:spcBef>
                <a:spcPts val="792"/>
              </a:spcBef>
              <a:spcAft>
                <a:spcPts val="0"/>
              </a:spcAft>
              <a:buClr>
                <a:schemeClr val="dk1"/>
              </a:buClr>
              <a:buSzPts val="800"/>
              <a:buNone/>
            </a:pPr>
            <a:r>
              <a:t/>
            </a:r>
            <a:endParaRPr sz="1600">
              <a:latin typeface="Arial"/>
              <a:ea typeface="Arial"/>
              <a:cs typeface="Arial"/>
              <a:sym typeface="Arial"/>
            </a:endParaRPr>
          </a:p>
        </p:txBody>
      </p:sp>
      <p:sp>
        <p:nvSpPr>
          <p:cNvPr id="409" name="Google Shape;409;p8"/>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Broadcast Domain</a:t>
            </a:r>
            <a:endParaRPr>
              <a:latin typeface="Arial"/>
              <a:ea typeface="Arial"/>
              <a:cs typeface="Arial"/>
              <a:sym typeface="Arial"/>
            </a:endParaRPr>
          </a:p>
        </p:txBody>
      </p:sp>
      <p:sp>
        <p:nvSpPr>
          <p:cNvPr id="410" name="Google Shape;410;p8"/>
          <p:cNvSpPr/>
          <p:nvPr/>
        </p:nvSpPr>
        <p:spPr>
          <a:xfrm>
            <a:off x="1168696" y="2353463"/>
            <a:ext cx="3924436" cy="2844738"/>
          </a:xfrm>
          <a:prstGeom prst="ellipse">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400">
              <a:solidFill>
                <a:srgbClr val="1D1D1A"/>
              </a:solidFill>
              <a:latin typeface="Arial"/>
              <a:ea typeface="Arial"/>
              <a:cs typeface="Arial"/>
              <a:sym typeface="Arial"/>
            </a:endParaRPr>
          </a:p>
        </p:txBody>
      </p:sp>
      <p:grpSp>
        <p:nvGrpSpPr>
          <p:cNvPr id="411" name="Google Shape;411;p8"/>
          <p:cNvGrpSpPr/>
          <p:nvPr/>
        </p:nvGrpSpPr>
        <p:grpSpPr>
          <a:xfrm>
            <a:off x="1564740" y="2605491"/>
            <a:ext cx="3332113" cy="2158986"/>
            <a:chOff x="3240311" y="2678966"/>
            <a:chExt cx="3332113" cy="2158986"/>
          </a:xfrm>
        </p:grpSpPr>
        <p:pic>
          <p:nvPicPr>
            <p:cNvPr descr="PC.png" id="412" name="Google Shape;412;p8"/>
            <p:cNvPicPr preferRelativeResize="0"/>
            <p:nvPr/>
          </p:nvPicPr>
          <p:blipFill rotWithShape="1">
            <a:blip r:embed="rId3">
              <a:alphaModFix/>
            </a:blip>
            <a:srcRect b="0" l="0" r="0" t="0"/>
            <a:stretch/>
          </p:blipFill>
          <p:spPr>
            <a:xfrm>
              <a:off x="3479081" y="2982063"/>
              <a:ext cx="609376" cy="468000"/>
            </a:xfrm>
            <a:prstGeom prst="rect">
              <a:avLst/>
            </a:prstGeom>
            <a:noFill/>
            <a:ln>
              <a:noFill/>
            </a:ln>
          </p:spPr>
        </p:pic>
        <p:pic>
          <p:nvPicPr>
            <p:cNvPr descr="PC.png" id="413" name="Google Shape;413;p8"/>
            <p:cNvPicPr preferRelativeResize="0"/>
            <p:nvPr/>
          </p:nvPicPr>
          <p:blipFill rotWithShape="1">
            <a:blip r:embed="rId3">
              <a:alphaModFix/>
            </a:blip>
            <a:srcRect b="0" l="0" r="0" t="0"/>
            <a:stretch/>
          </p:blipFill>
          <p:spPr>
            <a:xfrm>
              <a:off x="4273861" y="4062123"/>
              <a:ext cx="609376" cy="468000"/>
            </a:xfrm>
            <a:prstGeom prst="rect">
              <a:avLst/>
            </a:prstGeom>
            <a:noFill/>
            <a:ln>
              <a:noFill/>
            </a:ln>
          </p:spPr>
        </p:pic>
        <p:pic>
          <p:nvPicPr>
            <p:cNvPr descr="PC.png" id="414" name="Google Shape;414;p8"/>
            <p:cNvPicPr preferRelativeResize="0"/>
            <p:nvPr/>
          </p:nvPicPr>
          <p:blipFill rotWithShape="1">
            <a:blip r:embed="rId3">
              <a:alphaModFix/>
            </a:blip>
            <a:srcRect b="0" l="0" r="0" t="0"/>
            <a:stretch/>
          </p:blipFill>
          <p:spPr>
            <a:xfrm>
              <a:off x="5052579" y="2982063"/>
              <a:ext cx="609376" cy="468000"/>
            </a:xfrm>
            <a:prstGeom prst="rect">
              <a:avLst/>
            </a:prstGeom>
            <a:noFill/>
            <a:ln>
              <a:noFill/>
            </a:ln>
          </p:spPr>
        </p:pic>
        <p:cxnSp>
          <p:nvCxnSpPr>
            <p:cNvPr id="415" name="Google Shape;415;p8"/>
            <p:cNvCxnSpPr/>
            <p:nvPr/>
          </p:nvCxnSpPr>
          <p:spPr>
            <a:xfrm>
              <a:off x="3548488" y="3753036"/>
              <a:ext cx="2880000" cy="0"/>
            </a:xfrm>
            <a:prstGeom prst="straightConnector1">
              <a:avLst/>
            </a:prstGeom>
            <a:solidFill>
              <a:schemeClr val="accent1"/>
            </a:solidFill>
            <a:ln cap="flat" cmpd="sng" w="28575">
              <a:solidFill>
                <a:schemeClr val="dk1"/>
              </a:solidFill>
              <a:prstDash val="solid"/>
              <a:round/>
              <a:headEnd len="sm" w="sm" type="none"/>
              <a:tailEnd len="sm" w="sm" type="none"/>
            </a:ln>
          </p:spPr>
        </p:cxnSp>
        <p:cxnSp>
          <p:nvCxnSpPr>
            <p:cNvPr id="416" name="Google Shape;416;p8"/>
            <p:cNvCxnSpPr>
              <a:stCxn id="412" idx="2"/>
            </p:cNvCxnSpPr>
            <p:nvPr/>
          </p:nvCxnSpPr>
          <p:spPr>
            <a:xfrm>
              <a:off x="3783769" y="3450063"/>
              <a:ext cx="0" cy="2880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417" name="Google Shape;417;p8"/>
            <p:cNvCxnSpPr/>
            <p:nvPr/>
          </p:nvCxnSpPr>
          <p:spPr>
            <a:xfrm rot="10800000">
              <a:off x="4583832" y="3752342"/>
              <a:ext cx="0" cy="2880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418" name="Google Shape;418;p8"/>
            <p:cNvCxnSpPr>
              <a:stCxn id="414" idx="2"/>
            </p:cNvCxnSpPr>
            <p:nvPr/>
          </p:nvCxnSpPr>
          <p:spPr>
            <a:xfrm>
              <a:off x="5357267" y="3450063"/>
              <a:ext cx="0" cy="288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419" name="Google Shape;419;p8"/>
            <p:cNvSpPr/>
            <p:nvPr/>
          </p:nvSpPr>
          <p:spPr>
            <a:xfrm>
              <a:off x="3240311" y="2678966"/>
              <a:ext cx="11161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A</a:t>
              </a:r>
              <a:endParaRPr sz="1200">
                <a:solidFill>
                  <a:schemeClr val="dk1"/>
                </a:solidFill>
                <a:latin typeface="Arial"/>
                <a:ea typeface="Arial"/>
                <a:cs typeface="Arial"/>
                <a:sym typeface="Arial"/>
              </a:endParaRPr>
            </a:p>
          </p:txBody>
        </p:sp>
        <p:sp>
          <p:nvSpPr>
            <p:cNvPr id="420" name="Google Shape;420;p8"/>
            <p:cNvSpPr/>
            <p:nvPr/>
          </p:nvSpPr>
          <p:spPr>
            <a:xfrm>
              <a:off x="4664212" y="2678966"/>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B</a:t>
              </a:r>
              <a:endParaRPr sz="1200">
                <a:solidFill>
                  <a:schemeClr val="dk1"/>
                </a:solidFill>
                <a:latin typeface="Arial"/>
                <a:ea typeface="Arial"/>
                <a:cs typeface="Arial"/>
                <a:sym typeface="Arial"/>
              </a:endParaRPr>
            </a:p>
          </p:txBody>
        </p:sp>
        <p:pic>
          <p:nvPicPr>
            <p:cNvPr descr="PC.png" id="421" name="Google Shape;421;p8"/>
            <p:cNvPicPr preferRelativeResize="0"/>
            <p:nvPr/>
          </p:nvPicPr>
          <p:blipFill rotWithShape="1">
            <a:blip r:embed="rId3">
              <a:alphaModFix/>
            </a:blip>
            <a:srcRect b="0" l="0" r="0" t="0"/>
            <a:stretch/>
          </p:blipFill>
          <p:spPr>
            <a:xfrm>
              <a:off x="5702648" y="4062123"/>
              <a:ext cx="609376" cy="468000"/>
            </a:xfrm>
            <a:prstGeom prst="rect">
              <a:avLst/>
            </a:prstGeom>
            <a:noFill/>
            <a:ln>
              <a:noFill/>
            </a:ln>
          </p:spPr>
        </p:pic>
        <p:cxnSp>
          <p:nvCxnSpPr>
            <p:cNvPr id="422" name="Google Shape;422;p8"/>
            <p:cNvCxnSpPr/>
            <p:nvPr/>
          </p:nvCxnSpPr>
          <p:spPr>
            <a:xfrm rot="10800000">
              <a:off x="6012619" y="3752342"/>
              <a:ext cx="0" cy="288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423" name="Google Shape;423;p8"/>
            <p:cNvSpPr/>
            <p:nvPr/>
          </p:nvSpPr>
          <p:spPr>
            <a:xfrm>
              <a:off x="4016140" y="4530175"/>
              <a:ext cx="11161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C</a:t>
              </a:r>
              <a:endParaRPr sz="1200">
                <a:solidFill>
                  <a:schemeClr val="dk1"/>
                </a:solidFill>
                <a:latin typeface="Arial"/>
                <a:ea typeface="Arial"/>
                <a:cs typeface="Arial"/>
                <a:sym typeface="Arial"/>
              </a:endParaRPr>
            </a:p>
          </p:txBody>
        </p:sp>
        <p:sp>
          <p:nvSpPr>
            <p:cNvPr id="424" name="Google Shape;424;p8"/>
            <p:cNvSpPr/>
            <p:nvPr/>
          </p:nvSpPr>
          <p:spPr>
            <a:xfrm>
              <a:off x="5456300" y="4530175"/>
              <a:ext cx="11161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D</a:t>
              </a:r>
              <a:endParaRPr sz="1200">
                <a:solidFill>
                  <a:schemeClr val="dk1"/>
                </a:solidFill>
                <a:latin typeface="Arial"/>
                <a:ea typeface="Arial"/>
                <a:cs typeface="Arial"/>
                <a:sym typeface="Arial"/>
              </a:endParaRPr>
            </a:p>
          </p:txBody>
        </p:sp>
        <p:sp>
          <p:nvSpPr>
            <p:cNvPr id="425" name="Google Shape;425;p8"/>
            <p:cNvSpPr/>
            <p:nvPr/>
          </p:nvSpPr>
          <p:spPr>
            <a:xfrm>
              <a:off x="4029033" y="3227565"/>
              <a:ext cx="1116124"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rgbClr val="EC7061"/>
                  </a:solidFill>
                  <a:latin typeface="Arial"/>
                  <a:ea typeface="Arial"/>
                  <a:cs typeface="Arial"/>
                  <a:sym typeface="Arial"/>
                </a:rPr>
                <a:t>Broadcast packet</a:t>
              </a:r>
              <a:endParaRPr sz="1200">
                <a:solidFill>
                  <a:srgbClr val="EC7061"/>
                </a:solidFill>
                <a:latin typeface="Arial"/>
                <a:ea typeface="Arial"/>
                <a:cs typeface="Arial"/>
                <a:sym typeface="Arial"/>
              </a:endParaRPr>
            </a:p>
          </p:txBody>
        </p:sp>
      </p:grpSp>
      <p:sp>
        <p:nvSpPr>
          <p:cNvPr id="426" name="Google Shape;426;p8"/>
          <p:cNvSpPr/>
          <p:nvPr/>
        </p:nvSpPr>
        <p:spPr>
          <a:xfrm>
            <a:off x="2111999" y="4659213"/>
            <a:ext cx="2029468" cy="38767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Early Ethernet</a:t>
            </a:r>
            <a:endParaRPr b="1" sz="1200">
              <a:solidFill>
                <a:schemeClr val="dk1"/>
              </a:solidFill>
              <a:latin typeface="Arial"/>
              <a:ea typeface="Arial"/>
              <a:cs typeface="Arial"/>
              <a:sym typeface="Arial"/>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One Broadcast Domain</a:t>
            </a:r>
            <a:endParaRPr b="1" sz="1200">
              <a:solidFill>
                <a:schemeClr val="dk1"/>
              </a:solidFill>
              <a:latin typeface="Arial"/>
              <a:ea typeface="Arial"/>
              <a:cs typeface="Arial"/>
              <a:sym typeface="Arial"/>
            </a:endParaRPr>
          </a:p>
        </p:txBody>
      </p:sp>
      <p:sp>
        <p:nvSpPr>
          <p:cNvPr id="427" name="Google Shape;427;p8"/>
          <p:cNvSpPr/>
          <p:nvPr/>
        </p:nvSpPr>
        <p:spPr>
          <a:xfrm>
            <a:off x="6809649" y="2353462"/>
            <a:ext cx="4173089" cy="2977929"/>
          </a:xfrm>
          <a:prstGeom prst="ellipse">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400">
              <a:solidFill>
                <a:srgbClr val="1D1D1A"/>
              </a:solidFill>
              <a:latin typeface="Arial"/>
              <a:ea typeface="Arial"/>
              <a:cs typeface="Arial"/>
              <a:sym typeface="Arial"/>
            </a:endParaRPr>
          </a:p>
        </p:txBody>
      </p:sp>
      <p:grpSp>
        <p:nvGrpSpPr>
          <p:cNvPr id="428" name="Google Shape;428;p8"/>
          <p:cNvGrpSpPr/>
          <p:nvPr/>
        </p:nvGrpSpPr>
        <p:grpSpPr>
          <a:xfrm>
            <a:off x="7266329" y="2532841"/>
            <a:ext cx="3564396" cy="2504663"/>
            <a:chOff x="6888088" y="2960306"/>
            <a:chExt cx="3564396" cy="2504663"/>
          </a:xfrm>
        </p:grpSpPr>
        <p:sp>
          <p:nvSpPr>
            <p:cNvPr id="429" name="Google Shape;429;p8"/>
            <p:cNvSpPr/>
            <p:nvPr/>
          </p:nvSpPr>
          <p:spPr>
            <a:xfrm>
              <a:off x="6888088" y="4257092"/>
              <a:ext cx="82809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A</a:t>
              </a:r>
              <a:endParaRPr sz="1200">
                <a:solidFill>
                  <a:schemeClr val="dk1"/>
                </a:solidFill>
                <a:latin typeface="Arial"/>
                <a:ea typeface="Arial"/>
                <a:cs typeface="Arial"/>
                <a:sym typeface="Arial"/>
              </a:endParaRPr>
            </a:p>
          </p:txBody>
        </p:sp>
        <p:pic>
          <p:nvPicPr>
            <p:cNvPr descr="PC.png" id="430" name="Google Shape;430;p8"/>
            <p:cNvPicPr preferRelativeResize="0"/>
            <p:nvPr/>
          </p:nvPicPr>
          <p:blipFill rotWithShape="1">
            <a:blip r:embed="rId3">
              <a:alphaModFix/>
            </a:blip>
            <a:srcRect b="0" l="0" r="0" t="0"/>
            <a:stretch/>
          </p:blipFill>
          <p:spPr>
            <a:xfrm>
              <a:off x="6996100" y="3789040"/>
              <a:ext cx="609376" cy="468000"/>
            </a:xfrm>
            <a:prstGeom prst="rect">
              <a:avLst/>
            </a:prstGeom>
            <a:noFill/>
            <a:ln>
              <a:noFill/>
            </a:ln>
          </p:spPr>
        </p:pic>
        <p:cxnSp>
          <p:nvCxnSpPr>
            <p:cNvPr id="431" name="Google Shape;431;p8"/>
            <p:cNvCxnSpPr>
              <a:stCxn id="430" idx="0"/>
            </p:cNvCxnSpPr>
            <p:nvPr/>
          </p:nvCxnSpPr>
          <p:spPr>
            <a:xfrm flipH="1" rot="10800000">
              <a:off x="7300788" y="3182740"/>
              <a:ext cx="1293600" cy="606300"/>
            </a:xfrm>
            <a:prstGeom prst="straightConnector1">
              <a:avLst/>
            </a:prstGeom>
            <a:solidFill>
              <a:schemeClr val="accent1"/>
            </a:solidFill>
            <a:ln cap="flat" cmpd="sng" w="19050">
              <a:solidFill>
                <a:schemeClr val="dk1"/>
              </a:solidFill>
              <a:prstDash val="solid"/>
              <a:round/>
              <a:headEnd len="sm" w="sm" type="none"/>
              <a:tailEnd len="sm" w="sm" type="none"/>
            </a:ln>
          </p:spPr>
        </p:cxnSp>
        <p:pic>
          <p:nvPicPr>
            <p:cNvPr descr="PC.png" id="432" name="Google Shape;432;p8"/>
            <p:cNvPicPr preferRelativeResize="0"/>
            <p:nvPr/>
          </p:nvPicPr>
          <p:blipFill rotWithShape="1">
            <a:blip r:embed="rId3">
              <a:alphaModFix/>
            </a:blip>
            <a:srcRect b="0" l="0" r="0" t="0"/>
            <a:stretch/>
          </p:blipFill>
          <p:spPr>
            <a:xfrm>
              <a:off x="8004212" y="3789040"/>
              <a:ext cx="609376" cy="468000"/>
            </a:xfrm>
            <a:prstGeom prst="rect">
              <a:avLst/>
            </a:prstGeom>
            <a:noFill/>
            <a:ln>
              <a:noFill/>
            </a:ln>
          </p:spPr>
        </p:pic>
        <p:cxnSp>
          <p:nvCxnSpPr>
            <p:cNvPr id="433" name="Google Shape;433;p8"/>
            <p:cNvCxnSpPr>
              <a:stCxn id="432" idx="0"/>
              <a:endCxn id="434" idx="2"/>
            </p:cNvCxnSpPr>
            <p:nvPr/>
          </p:nvCxnSpPr>
          <p:spPr>
            <a:xfrm rot="10800000">
              <a:off x="8308900" y="3428440"/>
              <a:ext cx="0" cy="3606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435" name="Google Shape;435;p8"/>
            <p:cNvCxnSpPr>
              <a:stCxn id="436" idx="0"/>
              <a:endCxn id="434" idx="1"/>
            </p:cNvCxnSpPr>
            <p:nvPr/>
          </p:nvCxnSpPr>
          <p:spPr>
            <a:xfrm rot="10800000">
              <a:off x="8023599" y="3194440"/>
              <a:ext cx="1288500" cy="594600"/>
            </a:xfrm>
            <a:prstGeom prst="straightConnector1">
              <a:avLst/>
            </a:prstGeom>
            <a:solidFill>
              <a:schemeClr val="accent1"/>
            </a:solidFill>
            <a:ln cap="flat" cmpd="sng" w="19050">
              <a:solidFill>
                <a:schemeClr val="dk1"/>
              </a:solidFill>
              <a:prstDash val="solid"/>
              <a:round/>
              <a:headEnd len="sm" w="sm" type="none"/>
              <a:tailEnd len="sm" w="sm" type="none"/>
            </a:ln>
          </p:spPr>
        </p:cxnSp>
        <p:pic>
          <p:nvPicPr>
            <p:cNvPr descr="PC.png" id="437" name="Google Shape;437;p8"/>
            <p:cNvPicPr preferRelativeResize="0"/>
            <p:nvPr/>
          </p:nvPicPr>
          <p:blipFill rotWithShape="1">
            <a:blip r:embed="rId3">
              <a:alphaModFix/>
            </a:blip>
            <a:srcRect b="0" l="0" r="0" t="0"/>
            <a:stretch/>
          </p:blipFill>
          <p:spPr>
            <a:xfrm>
              <a:off x="8620451" y="4689140"/>
              <a:ext cx="609376" cy="468000"/>
            </a:xfrm>
            <a:prstGeom prst="rect">
              <a:avLst/>
            </a:prstGeom>
            <a:noFill/>
            <a:ln>
              <a:noFill/>
            </a:ln>
          </p:spPr>
        </p:pic>
        <p:cxnSp>
          <p:nvCxnSpPr>
            <p:cNvPr id="438" name="Google Shape;438;p8"/>
            <p:cNvCxnSpPr>
              <a:stCxn id="437" idx="0"/>
            </p:cNvCxnSpPr>
            <p:nvPr/>
          </p:nvCxnSpPr>
          <p:spPr>
            <a:xfrm flipH="1" rot="10800000">
              <a:off x="8925139" y="4092140"/>
              <a:ext cx="387000" cy="597000"/>
            </a:xfrm>
            <a:prstGeom prst="straightConnector1">
              <a:avLst/>
            </a:prstGeom>
            <a:solidFill>
              <a:schemeClr val="accent1"/>
            </a:solidFill>
            <a:ln cap="flat" cmpd="sng" w="19050">
              <a:solidFill>
                <a:schemeClr val="dk1"/>
              </a:solidFill>
              <a:prstDash val="solid"/>
              <a:round/>
              <a:headEnd len="sm" w="sm" type="none"/>
              <a:tailEnd len="sm" w="sm" type="none"/>
            </a:ln>
          </p:spPr>
        </p:cxnSp>
        <p:pic>
          <p:nvPicPr>
            <p:cNvPr descr="PC.png" id="439" name="Google Shape;439;p8"/>
            <p:cNvPicPr preferRelativeResize="0"/>
            <p:nvPr/>
          </p:nvPicPr>
          <p:blipFill rotWithShape="1">
            <a:blip r:embed="rId3">
              <a:alphaModFix/>
            </a:blip>
            <a:srcRect b="0" l="0" r="0" t="0"/>
            <a:stretch/>
          </p:blipFill>
          <p:spPr>
            <a:xfrm>
              <a:off x="9394371" y="4677424"/>
              <a:ext cx="609376" cy="468000"/>
            </a:xfrm>
            <a:prstGeom prst="rect">
              <a:avLst/>
            </a:prstGeom>
            <a:noFill/>
            <a:ln>
              <a:noFill/>
            </a:ln>
          </p:spPr>
        </p:pic>
        <p:cxnSp>
          <p:nvCxnSpPr>
            <p:cNvPr id="440" name="Google Shape;440;p8"/>
            <p:cNvCxnSpPr>
              <a:stCxn id="439" idx="0"/>
            </p:cNvCxnSpPr>
            <p:nvPr/>
          </p:nvCxnSpPr>
          <p:spPr>
            <a:xfrm rot="10800000">
              <a:off x="9312059" y="4092124"/>
              <a:ext cx="387000" cy="5853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441" name="Google Shape;441;p8"/>
            <p:cNvSpPr/>
            <p:nvPr/>
          </p:nvSpPr>
          <p:spPr>
            <a:xfrm>
              <a:off x="7896200" y="4257092"/>
              <a:ext cx="82809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B</a:t>
              </a:r>
              <a:endParaRPr sz="1200">
                <a:solidFill>
                  <a:schemeClr val="dk1"/>
                </a:solidFill>
                <a:latin typeface="Arial"/>
                <a:ea typeface="Arial"/>
                <a:cs typeface="Arial"/>
                <a:sym typeface="Arial"/>
              </a:endParaRPr>
            </a:p>
          </p:txBody>
        </p:sp>
        <p:sp>
          <p:nvSpPr>
            <p:cNvPr id="442" name="Google Shape;442;p8"/>
            <p:cNvSpPr/>
            <p:nvPr/>
          </p:nvSpPr>
          <p:spPr>
            <a:xfrm>
              <a:off x="8511093" y="5157192"/>
              <a:ext cx="82809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C</a:t>
              </a:r>
              <a:endParaRPr sz="1200">
                <a:solidFill>
                  <a:schemeClr val="dk1"/>
                </a:solidFill>
                <a:latin typeface="Arial"/>
                <a:ea typeface="Arial"/>
                <a:cs typeface="Arial"/>
                <a:sym typeface="Arial"/>
              </a:endParaRPr>
            </a:p>
          </p:txBody>
        </p:sp>
        <p:sp>
          <p:nvSpPr>
            <p:cNvPr id="443" name="Google Shape;443;p8"/>
            <p:cNvSpPr/>
            <p:nvPr/>
          </p:nvSpPr>
          <p:spPr>
            <a:xfrm>
              <a:off x="8508268" y="3049215"/>
              <a:ext cx="97210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Switch A</a:t>
              </a:r>
              <a:endParaRPr sz="1200">
                <a:solidFill>
                  <a:schemeClr val="dk1"/>
                </a:solidFill>
                <a:latin typeface="Arial"/>
                <a:ea typeface="Arial"/>
                <a:cs typeface="Arial"/>
                <a:sym typeface="Arial"/>
              </a:endParaRPr>
            </a:p>
          </p:txBody>
        </p:sp>
        <p:sp>
          <p:nvSpPr>
            <p:cNvPr id="444" name="Google Shape;444;p8"/>
            <p:cNvSpPr/>
            <p:nvPr/>
          </p:nvSpPr>
          <p:spPr>
            <a:xfrm>
              <a:off x="9480376" y="3841303"/>
              <a:ext cx="97210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Switch B</a:t>
              </a:r>
              <a:endParaRPr sz="1200">
                <a:solidFill>
                  <a:schemeClr val="dk1"/>
                </a:solidFill>
                <a:latin typeface="Arial"/>
                <a:ea typeface="Arial"/>
                <a:cs typeface="Arial"/>
                <a:sym typeface="Arial"/>
              </a:endParaRPr>
            </a:p>
          </p:txBody>
        </p:sp>
        <p:pic>
          <p:nvPicPr>
            <p:cNvPr id="434" name="Google Shape;434;p8"/>
            <p:cNvPicPr preferRelativeResize="0"/>
            <p:nvPr/>
          </p:nvPicPr>
          <p:blipFill rotWithShape="1">
            <a:blip r:embed="rId4">
              <a:alphaModFix/>
            </a:blip>
            <a:srcRect b="0" l="0" r="0" t="0"/>
            <a:stretch/>
          </p:blipFill>
          <p:spPr>
            <a:xfrm>
              <a:off x="8023534" y="2960306"/>
              <a:ext cx="570732" cy="468000"/>
            </a:xfrm>
            <a:prstGeom prst="rect">
              <a:avLst/>
            </a:prstGeom>
            <a:noFill/>
            <a:ln>
              <a:noFill/>
            </a:ln>
          </p:spPr>
        </p:pic>
        <p:sp>
          <p:nvSpPr>
            <p:cNvPr id="445" name="Google Shape;445;p8"/>
            <p:cNvSpPr/>
            <p:nvPr/>
          </p:nvSpPr>
          <p:spPr>
            <a:xfrm>
              <a:off x="9284987" y="5157192"/>
              <a:ext cx="82809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Host D</a:t>
              </a:r>
              <a:endParaRPr sz="1200">
                <a:solidFill>
                  <a:schemeClr val="dk1"/>
                </a:solidFill>
                <a:latin typeface="Arial"/>
                <a:ea typeface="Arial"/>
                <a:cs typeface="Arial"/>
                <a:sym typeface="Arial"/>
              </a:endParaRPr>
            </a:p>
          </p:txBody>
        </p:sp>
        <p:pic>
          <p:nvPicPr>
            <p:cNvPr id="436" name="Google Shape;436;p8"/>
            <p:cNvPicPr preferRelativeResize="0"/>
            <p:nvPr/>
          </p:nvPicPr>
          <p:blipFill rotWithShape="1">
            <a:blip r:embed="rId4">
              <a:alphaModFix/>
            </a:blip>
            <a:srcRect b="0" l="0" r="0" t="0"/>
            <a:stretch/>
          </p:blipFill>
          <p:spPr>
            <a:xfrm>
              <a:off x="9026733" y="3789040"/>
              <a:ext cx="570732" cy="468000"/>
            </a:xfrm>
            <a:prstGeom prst="rect">
              <a:avLst/>
            </a:prstGeom>
            <a:noFill/>
            <a:ln>
              <a:noFill/>
            </a:ln>
          </p:spPr>
        </p:pic>
      </p:grpSp>
      <p:sp>
        <p:nvSpPr>
          <p:cNvPr id="446" name="Google Shape;446;p8"/>
          <p:cNvSpPr/>
          <p:nvPr/>
        </p:nvSpPr>
        <p:spPr>
          <a:xfrm>
            <a:off x="7085896" y="4400921"/>
            <a:ext cx="2039337" cy="45908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Switch Networking</a:t>
            </a:r>
            <a:endParaRPr b="1" sz="1200">
              <a:solidFill>
                <a:schemeClr val="dk1"/>
              </a:solidFill>
              <a:latin typeface="Arial"/>
              <a:ea typeface="Arial"/>
              <a:cs typeface="Arial"/>
              <a:sym typeface="Arial"/>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One Broadcast Domain</a:t>
            </a:r>
            <a:endParaRPr b="1" sz="1200">
              <a:solidFill>
                <a:schemeClr val="dk1"/>
              </a:solidFill>
              <a:latin typeface="Arial"/>
              <a:ea typeface="Arial"/>
              <a:cs typeface="Arial"/>
              <a:sym typeface="Arial"/>
            </a:endParaRPr>
          </a:p>
        </p:txBody>
      </p:sp>
      <p:cxnSp>
        <p:nvCxnSpPr>
          <p:cNvPr id="447" name="Google Shape;447;p8"/>
          <p:cNvCxnSpPr/>
          <p:nvPr/>
        </p:nvCxnSpPr>
        <p:spPr>
          <a:xfrm>
            <a:off x="2315580" y="3376556"/>
            <a:ext cx="0" cy="288032"/>
          </a:xfrm>
          <a:prstGeom prst="straightConnector1">
            <a:avLst/>
          </a:prstGeom>
          <a:solidFill>
            <a:schemeClr val="accent1"/>
          </a:solidFill>
          <a:ln cap="flat" cmpd="sng" w="38100">
            <a:solidFill>
              <a:srgbClr val="EC7061"/>
            </a:solidFill>
            <a:prstDash val="solid"/>
            <a:round/>
            <a:headEnd len="sm" w="sm" type="none"/>
            <a:tailEnd len="med" w="med" type="triangle"/>
          </a:ln>
        </p:spPr>
      </p:cxnSp>
      <p:cxnSp>
        <p:nvCxnSpPr>
          <p:cNvPr id="448" name="Google Shape;448;p8"/>
          <p:cNvCxnSpPr/>
          <p:nvPr/>
        </p:nvCxnSpPr>
        <p:spPr>
          <a:xfrm>
            <a:off x="2739729" y="3700592"/>
            <a:ext cx="0" cy="288032"/>
          </a:xfrm>
          <a:prstGeom prst="straightConnector1">
            <a:avLst/>
          </a:prstGeom>
          <a:solidFill>
            <a:schemeClr val="accent1"/>
          </a:solidFill>
          <a:ln cap="flat" cmpd="sng" w="25400">
            <a:solidFill>
              <a:srgbClr val="00B0F0"/>
            </a:solidFill>
            <a:prstDash val="solid"/>
            <a:round/>
            <a:headEnd len="sm" w="sm" type="none"/>
            <a:tailEnd len="med" w="med" type="triangle"/>
          </a:ln>
        </p:spPr>
      </p:cxnSp>
      <p:cxnSp>
        <p:nvCxnSpPr>
          <p:cNvPr id="449" name="Google Shape;449;p8"/>
          <p:cNvCxnSpPr/>
          <p:nvPr/>
        </p:nvCxnSpPr>
        <p:spPr>
          <a:xfrm>
            <a:off x="4179889" y="3700592"/>
            <a:ext cx="0" cy="288032"/>
          </a:xfrm>
          <a:prstGeom prst="straightConnector1">
            <a:avLst/>
          </a:prstGeom>
          <a:solidFill>
            <a:schemeClr val="accent1"/>
          </a:solidFill>
          <a:ln cap="flat" cmpd="sng" w="25400">
            <a:solidFill>
              <a:srgbClr val="00B0F0"/>
            </a:solidFill>
            <a:prstDash val="solid"/>
            <a:round/>
            <a:headEnd len="sm" w="sm" type="none"/>
            <a:tailEnd len="med" w="med" type="triangle"/>
          </a:ln>
        </p:spPr>
      </p:cxnSp>
      <p:cxnSp>
        <p:nvCxnSpPr>
          <p:cNvPr id="450" name="Google Shape;450;p8"/>
          <p:cNvCxnSpPr/>
          <p:nvPr/>
        </p:nvCxnSpPr>
        <p:spPr>
          <a:xfrm>
            <a:off x="3899756" y="3376556"/>
            <a:ext cx="0" cy="288032"/>
          </a:xfrm>
          <a:prstGeom prst="straightConnector1">
            <a:avLst/>
          </a:prstGeom>
          <a:solidFill>
            <a:schemeClr val="accent1"/>
          </a:solidFill>
          <a:ln cap="flat" cmpd="sng" w="25400">
            <a:solidFill>
              <a:srgbClr val="00B0F0"/>
            </a:solidFill>
            <a:prstDash val="solid"/>
            <a:round/>
            <a:headEnd len="med" w="med" type="triangle"/>
            <a:tailEnd len="sm" w="sm" type="none"/>
          </a:ln>
        </p:spPr>
      </p:cxnSp>
      <p:cxnSp>
        <p:nvCxnSpPr>
          <p:cNvPr id="451" name="Google Shape;451;p8"/>
          <p:cNvCxnSpPr/>
          <p:nvPr/>
        </p:nvCxnSpPr>
        <p:spPr>
          <a:xfrm>
            <a:off x="8591676" y="3036475"/>
            <a:ext cx="0" cy="288032"/>
          </a:xfrm>
          <a:prstGeom prst="straightConnector1">
            <a:avLst/>
          </a:prstGeom>
          <a:solidFill>
            <a:schemeClr val="accent1"/>
          </a:solidFill>
          <a:ln cap="flat" cmpd="sng" w="25400">
            <a:solidFill>
              <a:srgbClr val="00B0F0"/>
            </a:solidFill>
            <a:prstDash val="solid"/>
            <a:round/>
            <a:headEnd len="sm" w="sm" type="none"/>
            <a:tailEnd len="med" w="med" type="triangle"/>
          </a:ln>
        </p:spPr>
      </p:cxnSp>
      <p:cxnSp>
        <p:nvCxnSpPr>
          <p:cNvPr id="452" name="Google Shape;452;p8"/>
          <p:cNvCxnSpPr/>
          <p:nvPr/>
        </p:nvCxnSpPr>
        <p:spPr>
          <a:xfrm flipH="1">
            <a:off x="7907600" y="2994417"/>
            <a:ext cx="362850" cy="150070"/>
          </a:xfrm>
          <a:prstGeom prst="straightConnector1">
            <a:avLst/>
          </a:prstGeom>
          <a:solidFill>
            <a:schemeClr val="accent1"/>
          </a:solidFill>
          <a:ln cap="flat" cmpd="sng" w="38100">
            <a:solidFill>
              <a:srgbClr val="EC7061"/>
            </a:solidFill>
            <a:prstDash val="solid"/>
            <a:round/>
            <a:headEnd len="med" w="med" type="triangle"/>
            <a:tailEnd len="sm" w="sm" type="none"/>
          </a:ln>
        </p:spPr>
      </p:cxnSp>
      <p:cxnSp>
        <p:nvCxnSpPr>
          <p:cNvPr id="453" name="Google Shape;453;p8"/>
          <p:cNvCxnSpPr/>
          <p:nvPr/>
        </p:nvCxnSpPr>
        <p:spPr>
          <a:xfrm>
            <a:off x="9119470" y="3020039"/>
            <a:ext cx="372306" cy="160452"/>
          </a:xfrm>
          <a:prstGeom prst="straightConnector1">
            <a:avLst/>
          </a:prstGeom>
          <a:solidFill>
            <a:schemeClr val="accent1"/>
          </a:solidFill>
          <a:ln cap="flat" cmpd="sng" w="25400">
            <a:solidFill>
              <a:srgbClr val="00B0F0"/>
            </a:solidFill>
            <a:prstDash val="solid"/>
            <a:round/>
            <a:headEnd len="sm" w="sm" type="none"/>
            <a:tailEnd len="med" w="med" type="triangle"/>
          </a:ln>
        </p:spPr>
      </p:cxnSp>
      <p:cxnSp>
        <p:nvCxnSpPr>
          <p:cNvPr id="454" name="Google Shape;454;p8"/>
          <p:cNvCxnSpPr/>
          <p:nvPr/>
        </p:nvCxnSpPr>
        <p:spPr>
          <a:xfrm flipH="1">
            <a:off x="9279469" y="3873985"/>
            <a:ext cx="135033" cy="254537"/>
          </a:xfrm>
          <a:prstGeom prst="straightConnector1">
            <a:avLst/>
          </a:prstGeom>
          <a:solidFill>
            <a:schemeClr val="accent1"/>
          </a:solidFill>
          <a:ln cap="flat" cmpd="sng" w="25400">
            <a:solidFill>
              <a:srgbClr val="00B0F0"/>
            </a:solidFill>
            <a:prstDash val="solid"/>
            <a:round/>
            <a:headEnd len="sm" w="sm" type="none"/>
            <a:tailEnd len="med" w="med" type="triangle"/>
          </a:ln>
        </p:spPr>
      </p:cxnSp>
      <p:cxnSp>
        <p:nvCxnSpPr>
          <p:cNvPr id="455" name="Google Shape;455;p8"/>
          <p:cNvCxnSpPr/>
          <p:nvPr/>
        </p:nvCxnSpPr>
        <p:spPr>
          <a:xfrm>
            <a:off x="9954848" y="3864567"/>
            <a:ext cx="162022" cy="271927"/>
          </a:xfrm>
          <a:prstGeom prst="straightConnector1">
            <a:avLst/>
          </a:prstGeom>
          <a:solidFill>
            <a:schemeClr val="accent1"/>
          </a:solidFill>
          <a:ln cap="flat" cmpd="sng" w="25400">
            <a:solidFill>
              <a:srgbClr val="00B0F0"/>
            </a:solidFill>
            <a:prstDash val="solid"/>
            <a:round/>
            <a:headEnd len="sm" w="sm" type="none"/>
            <a:tailEnd len="med" w="med" type="triangle"/>
          </a:ln>
        </p:spPr>
      </p:cxnSp>
      <p:sp>
        <p:nvSpPr>
          <p:cNvPr id="456" name="Google Shape;456;p8"/>
          <p:cNvSpPr/>
          <p:nvPr/>
        </p:nvSpPr>
        <p:spPr>
          <a:xfrm>
            <a:off x="7031726" y="2877218"/>
            <a:ext cx="1116124"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rgbClr val="EC7061"/>
                </a:solidFill>
                <a:latin typeface="Arial"/>
                <a:ea typeface="Arial"/>
                <a:cs typeface="Arial"/>
                <a:sym typeface="Arial"/>
              </a:rPr>
              <a:t>Broadcast packet</a:t>
            </a:r>
            <a:endParaRPr sz="1200">
              <a:solidFill>
                <a:srgbClr val="EC7061"/>
              </a:solidFill>
              <a:latin typeface="Arial"/>
              <a:ea typeface="Arial"/>
              <a:cs typeface="Arial"/>
              <a:sym typeface="Arial"/>
            </a:endParaRPr>
          </a:p>
        </p:txBody>
      </p:sp>
      <p:sp>
        <p:nvSpPr>
          <p:cNvPr id="457" name="Google Shape;457;p8"/>
          <p:cNvSpPr/>
          <p:nvPr/>
        </p:nvSpPr>
        <p:spPr>
          <a:xfrm>
            <a:off x="468316" y="5331392"/>
            <a:ext cx="5627683" cy="1072682"/>
          </a:xfrm>
          <a:prstGeom prst="roundRect">
            <a:avLst>
              <a:gd fmla="val 2303" name="adj"/>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None/>
            </a:pPr>
            <a:r>
              <a:rPr lang="en-US" sz="1400">
                <a:solidFill>
                  <a:schemeClr val="dk1"/>
                </a:solidFill>
                <a:latin typeface="Arial"/>
                <a:ea typeface="Arial"/>
                <a:cs typeface="Arial"/>
                <a:sym typeface="Arial"/>
              </a:rPr>
              <a:t>On a traditional Ethernet network, multiple nodes on the same medium share a link. The broadcast packets sent by a device can be received by all the other devices.</a:t>
            </a:r>
            <a:endParaRPr sz="1400">
              <a:solidFill>
                <a:schemeClr val="dk1"/>
              </a:solidFill>
              <a:latin typeface="Arial"/>
              <a:ea typeface="Arial"/>
              <a:cs typeface="Arial"/>
              <a:sym typeface="Arial"/>
            </a:endParaRPr>
          </a:p>
        </p:txBody>
      </p:sp>
      <p:sp>
        <p:nvSpPr>
          <p:cNvPr id="458" name="Google Shape;458;p8"/>
          <p:cNvSpPr/>
          <p:nvPr/>
        </p:nvSpPr>
        <p:spPr>
          <a:xfrm>
            <a:off x="6430296" y="5331392"/>
            <a:ext cx="5303795" cy="1072682"/>
          </a:xfrm>
          <a:prstGeom prst="roundRect">
            <a:avLst>
              <a:gd fmla="val 2303" name="adj"/>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None/>
            </a:pPr>
            <a:r>
              <a:rPr lang="en-US" sz="1400">
                <a:solidFill>
                  <a:schemeClr val="dk1"/>
                </a:solidFill>
                <a:latin typeface="Arial"/>
                <a:ea typeface="Arial"/>
                <a:cs typeface="Arial"/>
                <a:sym typeface="Arial"/>
              </a:rPr>
              <a:t>A switch forwards broadcast packets to all interfaces. Therefore, the nodes connected to all interfaces of the switch belong to the same broadcast domain.</a:t>
            </a:r>
            <a:endParaRPr sz="14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9"/>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latin typeface="Arial"/>
                <a:ea typeface="Arial"/>
                <a:cs typeface="Arial"/>
                <a:sym typeface="Arial"/>
              </a:rPr>
              <a:t>A network interface card (NIC) is a key component that connects a network device (such as a computer, a switch, or a router) to an external network.</a:t>
            </a:r>
            <a:endParaRPr sz="1800">
              <a:latin typeface="Arial"/>
              <a:ea typeface="Arial"/>
              <a:cs typeface="Arial"/>
              <a:sym typeface="Arial"/>
            </a:endParaRPr>
          </a:p>
        </p:txBody>
      </p:sp>
      <p:sp>
        <p:nvSpPr>
          <p:cNvPr id="464" name="Google Shape;464;p9"/>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Ethernet NIC</a:t>
            </a:r>
            <a:endParaRPr>
              <a:latin typeface="Arial"/>
              <a:ea typeface="Arial"/>
              <a:cs typeface="Arial"/>
              <a:sym typeface="Arial"/>
            </a:endParaRPr>
          </a:p>
        </p:txBody>
      </p:sp>
      <p:grpSp>
        <p:nvGrpSpPr>
          <p:cNvPr id="465" name="Google Shape;465;p9"/>
          <p:cNvGrpSpPr/>
          <p:nvPr/>
        </p:nvGrpSpPr>
        <p:grpSpPr>
          <a:xfrm>
            <a:off x="1655233" y="2105663"/>
            <a:ext cx="5370970" cy="1671754"/>
            <a:chOff x="1665122" y="2209499"/>
            <a:chExt cx="5370970" cy="1671754"/>
          </a:xfrm>
        </p:grpSpPr>
        <p:pic>
          <p:nvPicPr>
            <p:cNvPr descr="PC.png" id="466" name="Google Shape;466;p9"/>
            <p:cNvPicPr preferRelativeResize="0"/>
            <p:nvPr/>
          </p:nvPicPr>
          <p:blipFill rotWithShape="1">
            <a:blip r:embed="rId3">
              <a:alphaModFix/>
            </a:blip>
            <a:srcRect b="0" l="0" r="0" t="0"/>
            <a:stretch/>
          </p:blipFill>
          <p:spPr>
            <a:xfrm>
              <a:off x="1839201" y="2708992"/>
              <a:ext cx="843751" cy="648000"/>
            </a:xfrm>
            <a:prstGeom prst="rect">
              <a:avLst/>
            </a:prstGeom>
            <a:noFill/>
            <a:ln>
              <a:noFill/>
            </a:ln>
          </p:spPr>
        </p:pic>
        <p:sp>
          <p:nvSpPr>
            <p:cNvPr id="467" name="Google Shape;467;p9"/>
            <p:cNvSpPr/>
            <p:nvPr/>
          </p:nvSpPr>
          <p:spPr>
            <a:xfrm>
              <a:off x="1665122" y="3358033"/>
              <a:ext cx="1176251"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Computer</a:t>
              </a:r>
              <a:endParaRPr/>
            </a:p>
          </p:txBody>
        </p:sp>
        <p:cxnSp>
          <p:nvCxnSpPr>
            <p:cNvPr id="468" name="Google Shape;468;p9"/>
            <p:cNvCxnSpPr>
              <a:stCxn id="466" idx="3"/>
            </p:cNvCxnSpPr>
            <p:nvPr/>
          </p:nvCxnSpPr>
          <p:spPr>
            <a:xfrm>
              <a:off x="2682952" y="3032992"/>
              <a:ext cx="920400" cy="900"/>
            </a:xfrm>
            <a:prstGeom prst="straightConnector1">
              <a:avLst/>
            </a:prstGeom>
            <a:solidFill>
              <a:schemeClr val="accent1"/>
            </a:solidFill>
            <a:ln cap="flat" cmpd="sng" w="28575">
              <a:solidFill>
                <a:schemeClr val="dk1"/>
              </a:solidFill>
              <a:prstDash val="solid"/>
              <a:round/>
              <a:headEnd len="sm" w="sm" type="none"/>
              <a:tailEnd len="sm" w="sm" type="none"/>
            </a:ln>
          </p:spPr>
        </p:cxnSp>
        <p:sp>
          <p:nvSpPr>
            <p:cNvPr id="469" name="Google Shape;469;p9"/>
            <p:cNvSpPr/>
            <p:nvPr/>
          </p:nvSpPr>
          <p:spPr>
            <a:xfrm>
              <a:off x="2523277" y="2924250"/>
              <a:ext cx="216024" cy="216718"/>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70" name="Google Shape;470;p9"/>
            <p:cNvSpPr/>
            <p:nvPr/>
          </p:nvSpPr>
          <p:spPr>
            <a:xfrm>
              <a:off x="3608125" y="2533400"/>
              <a:ext cx="2487875" cy="1227943"/>
            </a:xfrm>
            <a:prstGeom prst="rect">
              <a:avLst/>
            </a:prstGeom>
            <a:noFill/>
            <a:ln cap="flat" cmpd="sng" w="12700">
              <a:solidFill>
                <a:srgbClr val="7F7F7F"/>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grpSp>
          <p:nvGrpSpPr>
            <p:cNvPr id="471" name="Google Shape;471;p9"/>
            <p:cNvGrpSpPr/>
            <p:nvPr/>
          </p:nvGrpSpPr>
          <p:grpSpPr>
            <a:xfrm>
              <a:off x="3921746" y="2708920"/>
              <a:ext cx="738082" cy="791394"/>
              <a:chOff x="3755740" y="2924944"/>
              <a:chExt cx="738082" cy="791394"/>
            </a:xfrm>
          </p:grpSpPr>
          <p:sp>
            <p:nvSpPr>
              <p:cNvPr id="472" name="Google Shape;472;p9"/>
              <p:cNvSpPr/>
              <p:nvPr/>
            </p:nvSpPr>
            <p:spPr>
              <a:xfrm>
                <a:off x="3800745" y="2924944"/>
                <a:ext cx="648072" cy="791394"/>
              </a:xfrm>
              <a:prstGeom prst="rect">
                <a:avLst/>
              </a:prstGeom>
              <a:solidFill>
                <a:srgbClr val="1AABE2">
                  <a:alpha val="4705"/>
                </a:srgbClr>
              </a:solidFill>
              <a:ln cap="flat" cmpd="sng" w="9525">
                <a:solidFill>
                  <a:srgbClr val="1AABE2"/>
                </a:solidFill>
                <a:prstDash val="dash"/>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473" name="Google Shape;473;p9"/>
              <p:cNvSpPr/>
              <p:nvPr/>
            </p:nvSpPr>
            <p:spPr>
              <a:xfrm>
                <a:off x="3755740" y="3089809"/>
                <a:ext cx="738082" cy="46166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rgbClr val="1D1D1A"/>
                    </a:solidFill>
                    <a:latin typeface="Arial"/>
                    <a:ea typeface="Arial"/>
                    <a:cs typeface="Arial"/>
                    <a:sym typeface="Arial"/>
                  </a:rPr>
                  <a:t>TCP/IP</a:t>
                </a:r>
                <a:endParaRPr/>
              </a:p>
              <a:p>
                <a:pPr indent="0" lvl="0" marL="0" marR="0" rtl="0" algn="ctr">
                  <a:spcBef>
                    <a:spcPts val="0"/>
                  </a:spcBef>
                  <a:spcAft>
                    <a:spcPts val="0"/>
                  </a:spcAft>
                  <a:buNone/>
                </a:pPr>
                <a:r>
                  <a:rPr lang="en-US" sz="1200">
                    <a:solidFill>
                      <a:srgbClr val="1D1D1A"/>
                    </a:solidFill>
                    <a:latin typeface="Arial"/>
                    <a:ea typeface="Arial"/>
                    <a:cs typeface="Arial"/>
                    <a:sym typeface="Arial"/>
                  </a:rPr>
                  <a:t>Network layer</a:t>
                </a:r>
                <a:endParaRPr/>
              </a:p>
            </p:txBody>
          </p:sp>
        </p:grpSp>
        <p:sp>
          <p:nvSpPr>
            <p:cNvPr id="474" name="Google Shape;474;p9"/>
            <p:cNvSpPr/>
            <p:nvPr/>
          </p:nvSpPr>
          <p:spPr>
            <a:xfrm>
              <a:off x="4321661" y="2209499"/>
              <a:ext cx="1089121"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Computer</a:t>
              </a:r>
              <a:endParaRPr/>
            </a:p>
          </p:txBody>
        </p:sp>
        <p:cxnSp>
          <p:nvCxnSpPr>
            <p:cNvPr id="475" name="Google Shape;475;p9"/>
            <p:cNvCxnSpPr/>
            <p:nvPr/>
          </p:nvCxnSpPr>
          <p:spPr>
            <a:xfrm rot="10800000">
              <a:off x="4695832" y="2852936"/>
              <a:ext cx="1980000" cy="0"/>
            </a:xfrm>
            <a:prstGeom prst="straightConnector1">
              <a:avLst/>
            </a:prstGeom>
            <a:solidFill>
              <a:schemeClr val="accent1"/>
            </a:solidFill>
            <a:ln cap="flat" cmpd="sng" w="19050">
              <a:solidFill>
                <a:srgbClr val="00B0F0"/>
              </a:solidFill>
              <a:prstDash val="solid"/>
              <a:round/>
              <a:headEnd len="sm" w="sm" type="none"/>
              <a:tailEnd len="med" w="med" type="triangle"/>
            </a:ln>
          </p:spPr>
        </p:cxnSp>
        <p:cxnSp>
          <p:nvCxnSpPr>
            <p:cNvPr id="476" name="Google Shape;476;p9"/>
            <p:cNvCxnSpPr/>
            <p:nvPr/>
          </p:nvCxnSpPr>
          <p:spPr>
            <a:xfrm rot="10800000">
              <a:off x="4695832" y="3356992"/>
              <a:ext cx="1980000" cy="0"/>
            </a:xfrm>
            <a:prstGeom prst="straightConnector1">
              <a:avLst/>
            </a:prstGeom>
            <a:solidFill>
              <a:schemeClr val="accent1"/>
            </a:solidFill>
            <a:ln cap="flat" cmpd="sng" w="19050">
              <a:solidFill>
                <a:srgbClr val="00B0F0"/>
              </a:solidFill>
              <a:prstDash val="solid"/>
              <a:round/>
              <a:headEnd len="med" w="med" type="triangle"/>
              <a:tailEnd len="sm" w="sm" type="none"/>
            </a:ln>
          </p:spPr>
        </p:cxnSp>
        <p:sp>
          <p:nvSpPr>
            <p:cNvPr id="477" name="Google Shape;477;p9"/>
            <p:cNvSpPr/>
            <p:nvPr/>
          </p:nvSpPr>
          <p:spPr>
            <a:xfrm>
              <a:off x="4857850" y="2587698"/>
              <a:ext cx="522058" cy="216023"/>
            </a:xfrm>
            <a:prstGeom prst="rect">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478" name="Google Shape;478;p9"/>
            <p:cNvSpPr/>
            <p:nvPr/>
          </p:nvSpPr>
          <p:spPr>
            <a:xfrm>
              <a:off x="4754399" y="2557935"/>
              <a:ext cx="720080"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Packet</a:t>
              </a:r>
              <a:endParaRPr sz="1200">
                <a:solidFill>
                  <a:schemeClr val="dk1"/>
                </a:solidFill>
                <a:latin typeface="Arial"/>
                <a:ea typeface="Arial"/>
                <a:cs typeface="Arial"/>
                <a:sym typeface="Arial"/>
              </a:endParaRPr>
            </a:p>
          </p:txBody>
        </p:sp>
        <p:sp>
          <p:nvSpPr>
            <p:cNvPr id="479" name="Google Shape;479;p9"/>
            <p:cNvSpPr/>
            <p:nvPr/>
          </p:nvSpPr>
          <p:spPr>
            <a:xfrm>
              <a:off x="5991976" y="2575937"/>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Bit Stream</a:t>
              </a:r>
              <a:endParaRPr sz="1200">
                <a:solidFill>
                  <a:schemeClr val="dk1"/>
                </a:solidFill>
                <a:latin typeface="Arial"/>
                <a:ea typeface="Arial"/>
                <a:cs typeface="Arial"/>
                <a:sym typeface="Arial"/>
              </a:endParaRPr>
            </a:p>
          </p:txBody>
        </p:sp>
        <p:sp>
          <p:nvSpPr>
            <p:cNvPr id="480" name="Google Shape;480;p9"/>
            <p:cNvSpPr/>
            <p:nvPr/>
          </p:nvSpPr>
          <p:spPr>
            <a:xfrm>
              <a:off x="5991976" y="3356992"/>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Bit Stream</a:t>
              </a:r>
              <a:endParaRPr sz="1200">
                <a:solidFill>
                  <a:schemeClr val="dk1"/>
                </a:solidFill>
                <a:latin typeface="Arial"/>
                <a:ea typeface="Arial"/>
                <a:cs typeface="Arial"/>
                <a:sym typeface="Arial"/>
              </a:endParaRPr>
            </a:p>
          </p:txBody>
        </p:sp>
        <p:sp>
          <p:nvSpPr>
            <p:cNvPr id="481" name="Google Shape;481;p9"/>
            <p:cNvSpPr/>
            <p:nvPr/>
          </p:nvSpPr>
          <p:spPr>
            <a:xfrm>
              <a:off x="4769803" y="3417968"/>
              <a:ext cx="522058" cy="216023"/>
            </a:xfrm>
            <a:prstGeom prst="rect">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482" name="Google Shape;482;p9"/>
            <p:cNvSpPr/>
            <p:nvPr/>
          </p:nvSpPr>
          <p:spPr>
            <a:xfrm>
              <a:off x="4666352" y="3388205"/>
              <a:ext cx="720080"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Packet</a:t>
              </a:r>
              <a:endParaRPr sz="1200">
                <a:solidFill>
                  <a:schemeClr val="dk1"/>
                </a:solidFill>
                <a:latin typeface="Arial"/>
                <a:ea typeface="Arial"/>
                <a:cs typeface="Arial"/>
                <a:sym typeface="Arial"/>
              </a:endParaRPr>
            </a:p>
          </p:txBody>
        </p:sp>
        <p:sp>
          <p:nvSpPr>
            <p:cNvPr id="483" name="Google Shape;483;p9"/>
            <p:cNvSpPr/>
            <p:nvPr/>
          </p:nvSpPr>
          <p:spPr>
            <a:xfrm>
              <a:off x="5487920" y="2695418"/>
              <a:ext cx="540060" cy="791394"/>
            </a:xfrm>
            <a:prstGeom prst="rect">
              <a:avLst/>
            </a:prstGeom>
            <a:solidFill>
              <a:srgbClr val="FFFFCC"/>
            </a:solidFill>
            <a:ln cap="flat" cmpd="sng" w="12700">
              <a:solidFill>
                <a:srgbClr val="FFD17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37500"/>
                </a:lnSpc>
                <a:spcBef>
                  <a:spcPts val="0"/>
                </a:spcBef>
                <a:spcAft>
                  <a:spcPts val="0"/>
                </a:spcAft>
                <a:buNone/>
              </a:pPr>
              <a:r>
                <a:t/>
              </a:r>
              <a:endParaRPr sz="1600">
                <a:solidFill>
                  <a:srgbClr val="EC7061"/>
                </a:solidFill>
                <a:latin typeface="Arial"/>
                <a:ea typeface="Arial"/>
                <a:cs typeface="Arial"/>
                <a:sym typeface="Arial"/>
              </a:endParaRPr>
            </a:p>
          </p:txBody>
        </p:sp>
        <p:sp>
          <p:nvSpPr>
            <p:cNvPr id="484" name="Google Shape;484;p9"/>
            <p:cNvSpPr/>
            <p:nvPr/>
          </p:nvSpPr>
          <p:spPr>
            <a:xfrm>
              <a:off x="5487920" y="2952616"/>
              <a:ext cx="540060"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NIC</a:t>
              </a:r>
              <a:endParaRPr/>
            </a:p>
          </p:txBody>
        </p:sp>
      </p:grpSp>
      <p:grpSp>
        <p:nvGrpSpPr>
          <p:cNvPr id="485" name="Google Shape;485;p9"/>
          <p:cNvGrpSpPr/>
          <p:nvPr/>
        </p:nvGrpSpPr>
        <p:grpSpPr>
          <a:xfrm>
            <a:off x="1253706" y="3917466"/>
            <a:ext cx="5773142" cy="2414533"/>
            <a:chOff x="1262950" y="3991765"/>
            <a:chExt cx="5773142" cy="2414533"/>
          </a:xfrm>
        </p:grpSpPr>
        <p:sp>
          <p:nvSpPr>
            <p:cNvPr id="486" name="Google Shape;486;p9"/>
            <p:cNvSpPr/>
            <p:nvPr/>
          </p:nvSpPr>
          <p:spPr>
            <a:xfrm>
              <a:off x="3608125" y="4320636"/>
              <a:ext cx="2487875" cy="2085662"/>
            </a:xfrm>
            <a:prstGeom prst="rect">
              <a:avLst/>
            </a:prstGeom>
            <a:noFill/>
            <a:ln cap="flat" cmpd="sng" w="12700">
              <a:solidFill>
                <a:srgbClr val="7F7F7F"/>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grpSp>
          <p:nvGrpSpPr>
            <p:cNvPr id="487" name="Google Shape;487;p9"/>
            <p:cNvGrpSpPr/>
            <p:nvPr/>
          </p:nvGrpSpPr>
          <p:grpSpPr>
            <a:xfrm>
              <a:off x="1262950" y="3991765"/>
              <a:ext cx="5773142" cy="2276614"/>
              <a:chOff x="1262950" y="3991765"/>
              <a:chExt cx="5773142" cy="2276614"/>
            </a:xfrm>
          </p:grpSpPr>
          <p:grpSp>
            <p:nvGrpSpPr>
              <p:cNvPr id="488" name="Google Shape;488;p9"/>
              <p:cNvGrpSpPr/>
              <p:nvPr/>
            </p:nvGrpSpPr>
            <p:grpSpPr>
              <a:xfrm>
                <a:off x="1262950" y="4885491"/>
                <a:ext cx="2328126" cy="955777"/>
                <a:chOff x="1897321" y="3393068"/>
                <a:chExt cx="2328126" cy="955777"/>
              </a:xfrm>
            </p:grpSpPr>
            <p:cxnSp>
              <p:nvCxnSpPr>
                <p:cNvPr id="489" name="Google Shape;489;p9"/>
                <p:cNvCxnSpPr/>
                <p:nvPr/>
              </p:nvCxnSpPr>
              <p:spPr>
                <a:xfrm>
                  <a:off x="1897321" y="3716338"/>
                  <a:ext cx="612000" cy="730"/>
                </a:xfrm>
                <a:prstGeom prst="straightConnector1">
                  <a:avLst/>
                </a:prstGeom>
                <a:solidFill>
                  <a:schemeClr val="accent1"/>
                </a:solidFill>
                <a:ln cap="flat" cmpd="sng" w="28575">
                  <a:solidFill>
                    <a:schemeClr val="dk1"/>
                  </a:solidFill>
                  <a:prstDash val="solid"/>
                  <a:round/>
                  <a:headEnd len="sm" w="sm" type="none"/>
                  <a:tailEnd len="sm" w="sm" type="none"/>
                </a:ln>
              </p:spPr>
            </p:cxnSp>
            <p:pic>
              <p:nvPicPr>
                <p:cNvPr id="490" name="Google Shape;490;p9"/>
                <p:cNvPicPr preferRelativeResize="0"/>
                <p:nvPr/>
              </p:nvPicPr>
              <p:blipFill rotWithShape="1">
                <a:blip r:embed="rId4">
                  <a:alphaModFix/>
                </a:blip>
                <a:srcRect b="0" l="0" r="0" t="0"/>
                <a:stretch/>
              </p:blipFill>
              <p:spPr>
                <a:xfrm>
                  <a:off x="2531603" y="3393068"/>
                  <a:ext cx="790244" cy="648000"/>
                </a:xfrm>
                <a:prstGeom prst="rect">
                  <a:avLst/>
                </a:prstGeom>
                <a:noFill/>
                <a:ln>
                  <a:noFill/>
                </a:ln>
              </p:spPr>
            </p:pic>
            <p:cxnSp>
              <p:nvCxnSpPr>
                <p:cNvPr id="491" name="Google Shape;491;p9"/>
                <p:cNvCxnSpPr>
                  <a:endCxn id="490" idx="3"/>
                </p:cNvCxnSpPr>
                <p:nvPr/>
              </p:nvCxnSpPr>
              <p:spPr>
                <a:xfrm flipH="1">
                  <a:off x="3321847" y="3716468"/>
                  <a:ext cx="903600" cy="600"/>
                </a:xfrm>
                <a:prstGeom prst="straightConnector1">
                  <a:avLst/>
                </a:prstGeom>
                <a:solidFill>
                  <a:schemeClr val="accent1"/>
                </a:solidFill>
                <a:ln cap="flat" cmpd="sng" w="28575">
                  <a:solidFill>
                    <a:schemeClr val="dk1"/>
                  </a:solidFill>
                  <a:prstDash val="solid"/>
                  <a:round/>
                  <a:headEnd len="sm" w="sm" type="none"/>
                  <a:tailEnd len="sm" w="sm" type="none"/>
                </a:ln>
              </p:spPr>
            </p:cxnSp>
            <p:sp>
              <p:nvSpPr>
                <p:cNvPr id="492" name="Google Shape;492;p9"/>
                <p:cNvSpPr/>
                <p:nvPr/>
              </p:nvSpPr>
              <p:spPr>
                <a:xfrm>
                  <a:off x="2459596" y="4041068"/>
                  <a:ext cx="97210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Switch</a:t>
                  </a:r>
                  <a:endParaRPr/>
                </a:p>
              </p:txBody>
            </p:sp>
            <p:sp>
              <p:nvSpPr>
                <p:cNvPr id="493" name="Google Shape;493;p9"/>
                <p:cNvSpPr/>
                <p:nvPr/>
              </p:nvSpPr>
              <p:spPr>
                <a:xfrm>
                  <a:off x="3215680" y="3607979"/>
                  <a:ext cx="216024" cy="216718"/>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rgbClr val="000000"/>
                    </a:solidFill>
                    <a:latin typeface="Arial"/>
                    <a:ea typeface="Arial"/>
                    <a:cs typeface="Arial"/>
                    <a:sym typeface="Arial"/>
                  </a:endParaRPr>
                </a:p>
              </p:txBody>
            </p:sp>
          </p:grpSp>
          <p:sp>
            <p:nvSpPr>
              <p:cNvPr id="494" name="Google Shape;494;p9"/>
              <p:cNvSpPr/>
              <p:nvPr/>
            </p:nvSpPr>
            <p:spPr>
              <a:xfrm>
                <a:off x="3670960" y="4438273"/>
                <a:ext cx="1013462" cy="371073"/>
              </a:xfrm>
              <a:prstGeom prst="rect">
                <a:avLst/>
              </a:prstGeom>
              <a:solidFill>
                <a:srgbClr val="1AABE2">
                  <a:alpha val="4705"/>
                </a:srgbClr>
              </a:solidFill>
              <a:ln cap="flat" cmpd="sng" w="9525">
                <a:solidFill>
                  <a:srgbClr val="1AABE2"/>
                </a:solidFill>
                <a:prstDash val="dash"/>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495" name="Google Shape;495;p9"/>
              <p:cNvSpPr/>
              <p:nvPr/>
            </p:nvSpPr>
            <p:spPr>
              <a:xfrm>
                <a:off x="3619977" y="4391262"/>
                <a:ext cx="1109134" cy="415883"/>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None/>
                </a:pPr>
                <a:r>
                  <a:rPr lang="en-US" sz="900">
                    <a:solidFill>
                      <a:schemeClr val="dk1"/>
                    </a:solidFill>
                    <a:latin typeface="Arial"/>
                    <a:ea typeface="Arial"/>
                    <a:cs typeface="Arial"/>
                    <a:sym typeface="Arial"/>
                  </a:rPr>
                  <a:t>Other NICs that transfer data to the local host</a:t>
                </a:r>
                <a:endParaRPr/>
              </a:p>
            </p:txBody>
          </p:sp>
          <p:sp>
            <p:nvSpPr>
              <p:cNvPr id="496" name="Google Shape;496;p9"/>
              <p:cNvSpPr/>
              <p:nvPr/>
            </p:nvSpPr>
            <p:spPr>
              <a:xfrm>
                <a:off x="4453583" y="3991765"/>
                <a:ext cx="90010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a:t>
                </a:r>
                <a:endParaRPr/>
              </a:p>
            </p:txBody>
          </p:sp>
          <p:cxnSp>
            <p:nvCxnSpPr>
              <p:cNvPr id="497" name="Google Shape;497;p9"/>
              <p:cNvCxnSpPr/>
              <p:nvPr/>
            </p:nvCxnSpPr>
            <p:spPr>
              <a:xfrm rot="10800000">
                <a:off x="4695832" y="4678107"/>
                <a:ext cx="1980000" cy="0"/>
              </a:xfrm>
              <a:prstGeom prst="straightConnector1">
                <a:avLst/>
              </a:prstGeom>
              <a:solidFill>
                <a:schemeClr val="accent1"/>
              </a:solidFill>
              <a:ln cap="flat" cmpd="sng" w="19050">
                <a:solidFill>
                  <a:srgbClr val="00B0F0"/>
                </a:solidFill>
                <a:prstDash val="solid"/>
                <a:round/>
                <a:headEnd len="sm" w="sm" type="none"/>
                <a:tailEnd len="med" w="med" type="triangle"/>
              </a:ln>
            </p:spPr>
          </p:cxnSp>
          <p:cxnSp>
            <p:nvCxnSpPr>
              <p:cNvPr id="498" name="Google Shape;498;p9"/>
              <p:cNvCxnSpPr/>
              <p:nvPr/>
            </p:nvCxnSpPr>
            <p:spPr>
              <a:xfrm rot="10800000">
                <a:off x="4695832" y="5002143"/>
                <a:ext cx="1980000" cy="0"/>
              </a:xfrm>
              <a:prstGeom prst="straightConnector1">
                <a:avLst/>
              </a:prstGeom>
              <a:solidFill>
                <a:schemeClr val="accent1"/>
              </a:solidFill>
              <a:ln cap="flat" cmpd="sng" w="19050">
                <a:solidFill>
                  <a:srgbClr val="00B0F0"/>
                </a:solidFill>
                <a:prstDash val="solid"/>
                <a:round/>
                <a:headEnd len="med" w="med" type="triangle"/>
                <a:tailEnd len="sm" w="sm" type="none"/>
              </a:ln>
            </p:spPr>
          </p:cxnSp>
          <p:sp>
            <p:nvSpPr>
              <p:cNvPr id="499" name="Google Shape;499;p9"/>
              <p:cNvSpPr/>
              <p:nvPr/>
            </p:nvSpPr>
            <p:spPr>
              <a:xfrm>
                <a:off x="5991976" y="4401108"/>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Bit Stream</a:t>
                </a:r>
                <a:endParaRPr sz="1200">
                  <a:solidFill>
                    <a:schemeClr val="dk1"/>
                  </a:solidFill>
                  <a:latin typeface="Arial"/>
                  <a:ea typeface="Arial"/>
                  <a:cs typeface="Arial"/>
                  <a:sym typeface="Arial"/>
                </a:endParaRPr>
              </a:p>
            </p:txBody>
          </p:sp>
          <p:sp>
            <p:nvSpPr>
              <p:cNvPr id="500" name="Google Shape;500;p9"/>
              <p:cNvSpPr/>
              <p:nvPr/>
            </p:nvSpPr>
            <p:spPr>
              <a:xfrm>
                <a:off x="5991976" y="4977172"/>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Bit Stream</a:t>
                </a:r>
                <a:endParaRPr sz="1200">
                  <a:solidFill>
                    <a:schemeClr val="dk1"/>
                  </a:solidFill>
                  <a:latin typeface="Arial"/>
                  <a:ea typeface="Arial"/>
                  <a:cs typeface="Arial"/>
                  <a:sym typeface="Arial"/>
                </a:endParaRPr>
              </a:p>
            </p:txBody>
          </p:sp>
          <p:sp>
            <p:nvSpPr>
              <p:cNvPr id="501" name="Google Shape;501;p9"/>
              <p:cNvSpPr/>
              <p:nvPr/>
            </p:nvSpPr>
            <p:spPr>
              <a:xfrm>
                <a:off x="3670960" y="4869160"/>
                <a:ext cx="1013462" cy="370800"/>
              </a:xfrm>
              <a:prstGeom prst="rect">
                <a:avLst/>
              </a:prstGeom>
              <a:solidFill>
                <a:srgbClr val="1AABE2">
                  <a:alpha val="4705"/>
                </a:srgbClr>
              </a:solidFill>
              <a:ln cap="flat" cmpd="sng" w="9525">
                <a:solidFill>
                  <a:srgbClr val="1AABE2"/>
                </a:solidFill>
                <a:prstDash val="dash"/>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502" name="Google Shape;502;p9"/>
              <p:cNvSpPr/>
              <p:nvPr/>
            </p:nvSpPr>
            <p:spPr>
              <a:xfrm>
                <a:off x="3619977" y="4884855"/>
                <a:ext cx="1109134" cy="289068"/>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None/>
                </a:pPr>
                <a:r>
                  <a:rPr lang="en-US" sz="900">
                    <a:solidFill>
                      <a:schemeClr val="dk1"/>
                    </a:solidFill>
                    <a:latin typeface="Arial"/>
                    <a:ea typeface="Arial"/>
                    <a:cs typeface="Arial"/>
                    <a:sym typeface="Arial"/>
                  </a:rPr>
                  <a:t>Other NICs on the local host</a:t>
                </a:r>
                <a:endParaRPr/>
              </a:p>
            </p:txBody>
          </p:sp>
          <p:sp>
            <p:nvSpPr>
              <p:cNvPr id="503" name="Google Shape;503;p9"/>
              <p:cNvSpPr/>
              <p:nvPr/>
            </p:nvSpPr>
            <p:spPr>
              <a:xfrm>
                <a:off x="3670960" y="5410381"/>
                <a:ext cx="1013462" cy="370800"/>
              </a:xfrm>
              <a:prstGeom prst="rect">
                <a:avLst/>
              </a:prstGeom>
              <a:solidFill>
                <a:srgbClr val="1AABE2">
                  <a:alpha val="4705"/>
                </a:srgbClr>
              </a:solidFill>
              <a:ln cap="flat" cmpd="sng" w="9525">
                <a:solidFill>
                  <a:srgbClr val="1AABE2"/>
                </a:solidFill>
                <a:prstDash val="dash"/>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504" name="Google Shape;504;p9"/>
              <p:cNvSpPr/>
              <p:nvPr/>
            </p:nvSpPr>
            <p:spPr>
              <a:xfrm>
                <a:off x="3619977" y="5364532"/>
                <a:ext cx="1109134" cy="41665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None/>
                </a:pPr>
                <a:r>
                  <a:rPr lang="en-US" sz="900">
                    <a:solidFill>
                      <a:schemeClr val="dk1"/>
                    </a:solidFill>
                    <a:latin typeface="Arial"/>
                    <a:ea typeface="Arial"/>
                    <a:cs typeface="Arial"/>
                    <a:sym typeface="Arial"/>
                  </a:rPr>
                  <a:t>Other NICs that transfer data to the local host</a:t>
                </a:r>
                <a:endParaRPr/>
              </a:p>
            </p:txBody>
          </p:sp>
          <p:cxnSp>
            <p:nvCxnSpPr>
              <p:cNvPr id="505" name="Google Shape;505;p9"/>
              <p:cNvCxnSpPr/>
              <p:nvPr/>
            </p:nvCxnSpPr>
            <p:spPr>
              <a:xfrm rot="10800000">
                <a:off x="4695832" y="5666242"/>
                <a:ext cx="1980000" cy="0"/>
              </a:xfrm>
              <a:prstGeom prst="straightConnector1">
                <a:avLst/>
              </a:prstGeom>
              <a:solidFill>
                <a:schemeClr val="accent1"/>
              </a:solidFill>
              <a:ln cap="flat" cmpd="sng" w="19050">
                <a:solidFill>
                  <a:srgbClr val="00B0F0"/>
                </a:solidFill>
                <a:prstDash val="solid"/>
                <a:round/>
                <a:headEnd len="sm" w="sm" type="none"/>
                <a:tailEnd len="med" w="med" type="triangle"/>
              </a:ln>
            </p:spPr>
          </p:cxnSp>
          <p:cxnSp>
            <p:nvCxnSpPr>
              <p:cNvPr id="506" name="Google Shape;506;p9"/>
              <p:cNvCxnSpPr/>
              <p:nvPr/>
            </p:nvCxnSpPr>
            <p:spPr>
              <a:xfrm rot="10800000">
                <a:off x="4695832" y="5990278"/>
                <a:ext cx="1980000" cy="0"/>
              </a:xfrm>
              <a:prstGeom prst="straightConnector1">
                <a:avLst/>
              </a:prstGeom>
              <a:solidFill>
                <a:schemeClr val="accent1"/>
              </a:solidFill>
              <a:ln cap="flat" cmpd="sng" w="19050">
                <a:solidFill>
                  <a:srgbClr val="00B0F0"/>
                </a:solidFill>
                <a:prstDash val="solid"/>
                <a:round/>
                <a:headEnd len="med" w="med" type="triangle"/>
                <a:tailEnd len="sm" w="sm" type="none"/>
              </a:ln>
            </p:spPr>
          </p:cxnSp>
          <p:sp>
            <p:nvSpPr>
              <p:cNvPr id="507" name="Google Shape;507;p9"/>
              <p:cNvSpPr/>
              <p:nvPr/>
            </p:nvSpPr>
            <p:spPr>
              <a:xfrm>
                <a:off x="3670960" y="5841268"/>
                <a:ext cx="1013462" cy="370800"/>
              </a:xfrm>
              <a:prstGeom prst="rect">
                <a:avLst/>
              </a:prstGeom>
              <a:solidFill>
                <a:srgbClr val="1AABE2">
                  <a:alpha val="4705"/>
                </a:srgbClr>
              </a:solidFill>
              <a:ln cap="flat" cmpd="sng" w="9525">
                <a:solidFill>
                  <a:srgbClr val="1AABE2"/>
                </a:solidFill>
                <a:prstDash val="dash"/>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508" name="Google Shape;508;p9"/>
              <p:cNvSpPr/>
              <p:nvPr/>
            </p:nvSpPr>
            <p:spPr>
              <a:xfrm>
                <a:off x="3611185" y="5848170"/>
                <a:ext cx="1109134" cy="295605"/>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None/>
                </a:pPr>
                <a:r>
                  <a:rPr lang="en-US" sz="900">
                    <a:solidFill>
                      <a:schemeClr val="dk1"/>
                    </a:solidFill>
                    <a:latin typeface="Arial"/>
                    <a:ea typeface="Arial"/>
                    <a:cs typeface="Arial"/>
                    <a:sym typeface="Arial"/>
                  </a:rPr>
                  <a:t>Other NICs on the local host</a:t>
                </a:r>
                <a:endParaRPr/>
              </a:p>
            </p:txBody>
          </p:sp>
          <p:sp>
            <p:nvSpPr>
              <p:cNvPr id="509" name="Google Shape;509;p9"/>
              <p:cNvSpPr/>
              <p:nvPr/>
            </p:nvSpPr>
            <p:spPr>
              <a:xfrm>
                <a:off x="5991976" y="5409220"/>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Bit Stream</a:t>
                </a:r>
                <a:endParaRPr sz="1200">
                  <a:solidFill>
                    <a:schemeClr val="dk1"/>
                  </a:solidFill>
                  <a:latin typeface="Arial"/>
                  <a:ea typeface="Arial"/>
                  <a:cs typeface="Arial"/>
                  <a:sym typeface="Arial"/>
                </a:endParaRPr>
              </a:p>
            </p:txBody>
          </p:sp>
          <p:sp>
            <p:nvSpPr>
              <p:cNvPr id="510" name="Google Shape;510;p9"/>
              <p:cNvSpPr/>
              <p:nvPr/>
            </p:nvSpPr>
            <p:spPr>
              <a:xfrm>
                <a:off x="5991976" y="5985284"/>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Bit Stream</a:t>
                </a:r>
                <a:endParaRPr sz="1200">
                  <a:solidFill>
                    <a:schemeClr val="dk1"/>
                  </a:solidFill>
                  <a:latin typeface="Arial"/>
                  <a:ea typeface="Arial"/>
                  <a:cs typeface="Arial"/>
                  <a:sym typeface="Arial"/>
                </a:endParaRPr>
              </a:p>
            </p:txBody>
          </p:sp>
          <p:sp>
            <p:nvSpPr>
              <p:cNvPr id="511" name="Google Shape;511;p9"/>
              <p:cNvSpPr/>
              <p:nvPr/>
            </p:nvSpPr>
            <p:spPr>
              <a:xfrm>
                <a:off x="4896383" y="4414320"/>
                <a:ext cx="523517" cy="216023"/>
              </a:xfrm>
              <a:prstGeom prst="rect">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512" name="Google Shape;512;p9"/>
              <p:cNvSpPr/>
              <p:nvPr/>
            </p:nvSpPr>
            <p:spPr>
              <a:xfrm>
                <a:off x="4793585" y="4383019"/>
                <a:ext cx="720080"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Frame</a:t>
                </a:r>
                <a:endParaRPr sz="1200">
                  <a:solidFill>
                    <a:schemeClr val="dk1"/>
                  </a:solidFill>
                  <a:latin typeface="Arial"/>
                  <a:ea typeface="Arial"/>
                  <a:cs typeface="Arial"/>
                  <a:sym typeface="Arial"/>
                </a:endParaRPr>
              </a:p>
            </p:txBody>
          </p:sp>
          <p:sp>
            <p:nvSpPr>
              <p:cNvPr id="513" name="Google Shape;513;p9"/>
              <p:cNvSpPr/>
              <p:nvPr/>
            </p:nvSpPr>
            <p:spPr>
              <a:xfrm>
                <a:off x="4896383" y="5396010"/>
                <a:ext cx="523517" cy="216023"/>
              </a:xfrm>
              <a:prstGeom prst="rect">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514" name="Google Shape;514;p9"/>
              <p:cNvSpPr/>
              <p:nvPr/>
            </p:nvSpPr>
            <p:spPr>
              <a:xfrm>
                <a:off x="4803844" y="5373216"/>
                <a:ext cx="720080"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Frame</a:t>
                </a:r>
                <a:endParaRPr sz="1200">
                  <a:solidFill>
                    <a:schemeClr val="dk1"/>
                  </a:solidFill>
                  <a:latin typeface="Arial"/>
                  <a:ea typeface="Arial"/>
                  <a:cs typeface="Arial"/>
                  <a:sym typeface="Arial"/>
                </a:endParaRPr>
              </a:p>
            </p:txBody>
          </p:sp>
          <p:sp>
            <p:nvSpPr>
              <p:cNvPr id="515" name="Google Shape;515;p9"/>
              <p:cNvSpPr/>
              <p:nvPr/>
            </p:nvSpPr>
            <p:spPr>
              <a:xfrm>
                <a:off x="4749838" y="5035970"/>
                <a:ext cx="491164" cy="216023"/>
              </a:xfrm>
              <a:prstGeom prst="rect">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516" name="Google Shape;516;p9"/>
              <p:cNvSpPr/>
              <p:nvPr/>
            </p:nvSpPr>
            <p:spPr>
              <a:xfrm>
                <a:off x="4635380" y="5005502"/>
                <a:ext cx="720080"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Frame</a:t>
                </a:r>
                <a:endParaRPr sz="1200">
                  <a:solidFill>
                    <a:schemeClr val="dk1"/>
                  </a:solidFill>
                  <a:latin typeface="Arial"/>
                  <a:ea typeface="Arial"/>
                  <a:cs typeface="Arial"/>
                  <a:sym typeface="Arial"/>
                </a:endParaRPr>
              </a:p>
            </p:txBody>
          </p:sp>
          <p:sp>
            <p:nvSpPr>
              <p:cNvPr id="517" name="Google Shape;517;p9"/>
              <p:cNvSpPr/>
              <p:nvPr/>
            </p:nvSpPr>
            <p:spPr>
              <a:xfrm>
                <a:off x="4749838" y="6022826"/>
                <a:ext cx="491164" cy="216023"/>
              </a:xfrm>
              <a:prstGeom prst="rect">
                <a:avLst/>
              </a:prstGeom>
              <a:solidFill>
                <a:srgbClr val="1AABE2">
                  <a:alpha val="4705"/>
                </a:srgbClr>
              </a:solidFill>
              <a:ln cap="flat" cmpd="sng" w="12700">
                <a:solidFill>
                  <a:srgbClr val="1AABE2">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518" name="Google Shape;518;p9"/>
              <p:cNvSpPr/>
              <p:nvPr/>
            </p:nvSpPr>
            <p:spPr>
              <a:xfrm>
                <a:off x="4644381" y="5991380"/>
                <a:ext cx="720080"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Frame</a:t>
                </a:r>
                <a:endParaRPr sz="1200">
                  <a:solidFill>
                    <a:schemeClr val="dk1"/>
                  </a:solidFill>
                  <a:latin typeface="Arial"/>
                  <a:ea typeface="Arial"/>
                  <a:cs typeface="Arial"/>
                  <a:sym typeface="Arial"/>
                </a:endParaRPr>
              </a:p>
            </p:txBody>
          </p:sp>
          <p:sp>
            <p:nvSpPr>
              <p:cNvPr id="519" name="Google Shape;519;p9"/>
              <p:cNvSpPr/>
              <p:nvPr/>
            </p:nvSpPr>
            <p:spPr>
              <a:xfrm>
                <a:off x="5487920" y="4520589"/>
                <a:ext cx="540060" cy="589566"/>
              </a:xfrm>
              <a:prstGeom prst="rect">
                <a:avLst/>
              </a:prstGeom>
              <a:solidFill>
                <a:srgbClr val="FFFFCC"/>
              </a:solidFill>
              <a:ln cap="flat" cmpd="sng" w="12700">
                <a:solidFill>
                  <a:srgbClr val="FFD17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37500"/>
                  </a:lnSpc>
                  <a:spcBef>
                    <a:spcPts val="0"/>
                  </a:spcBef>
                  <a:spcAft>
                    <a:spcPts val="0"/>
                  </a:spcAft>
                  <a:buNone/>
                </a:pPr>
                <a:r>
                  <a:t/>
                </a:r>
                <a:endParaRPr sz="1600">
                  <a:solidFill>
                    <a:srgbClr val="EC7061"/>
                  </a:solidFill>
                  <a:latin typeface="Arial"/>
                  <a:ea typeface="Arial"/>
                  <a:cs typeface="Arial"/>
                  <a:sym typeface="Arial"/>
                </a:endParaRPr>
              </a:p>
            </p:txBody>
          </p:sp>
          <p:sp>
            <p:nvSpPr>
              <p:cNvPr id="520" name="Google Shape;520;p9"/>
              <p:cNvSpPr/>
              <p:nvPr/>
            </p:nvSpPr>
            <p:spPr>
              <a:xfrm>
                <a:off x="5487920" y="4678107"/>
                <a:ext cx="540060"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NIC</a:t>
                </a:r>
                <a:endParaRPr/>
              </a:p>
            </p:txBody>
          </p:sp>
          <p:sp>
            <p:nvSpPr>
              <p:cNvPr id="521" name="Google Shape;521;p9"/>
              <p:cNvSpPr/>
              <p:nvPr/>
            </p:nvSpPr>
            <p:spPr>
              <a:xfrm>
                <a:off x="5487920" y="5492697"/>
                <a:ext cx="540060" cy="589566"/>
              </a:xfrm>
              <a:prstGeom prst="rect">
                <a:avLst/>
              </a:prstGeom>
              <a:solidFill>
                <a:srgbClr val="FFFFCC"/>
              </a:solidFill>
              <a:ln cap="flat" cmpd="sng" w="12700">
                <a:solidFill>
                  <a:srgbClr val="FFD17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37500"/>
                  </a:lnSpc>
                  <a:spcBef>
                    <a:spcPts val="0"/>
                  </a:spcBef>
                  <a:spcAft>
                    <a:spcPts val="0"/>
                  </a:spcAft>
                  <a:buNone/>
                </a:pPr>
                <a:r>
                  <a:t/>
                </a:r>
                <a:endParaRPr sz="1600">
                  <a:solidFill>
                    <a:srgbClr val="EC7061"/>
                  </a:solidFill>
                  <a:latin typeface="Arial"/>
                  <a:ea typeface="Arial"/>
                  <a:cs typeface="Arial"/>
                  <a:sym typeface="Arial"/>
                </a:endParaRPr>
              </a:p>
            </p:txBody>
          </p:sp>
          <p:sp>
            <p:nvSpPr>
              <p:cNvPr id="522" name="Google Shape;522;p9"/>
              <p:cNvSpPr/>
              <p:nvPr/>
            </p:nvSpPr>
            <p:spPr>
              <a:xfrm>
                <a:off x="5487920" y="5650215"/>
                <a:ext cx="540060"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NIC</a:t>
                </a:r>
                <a:endParaRPr/>
              </a:p>
            </p:txBody>
          </p:sp>
        </p:grpSp>
      </p:grpSp>
      <p:sp>
        <p:nvSpPr>
          <p:cNvPr id="523" name="Google Shape;523;p9"/>
          <p:cNvSpPr/>
          <p:nvPr/>
        </p:nvSpPr>
        <p:spPr>
          <a:xfrm>
            <a:off x="7614106" y="2477639"/>
            <a:ext cx="4241507" cy="2053389"/>
          </a:xfrm>
          <a:prstGeom prst="roundRect">
            <a:avLst>
              <a:gd fmla="val 2303" name="adj"/>
            </a:avLst>
          </a:prstGeom>
          <a:noFill/>
          <a:ln>
            <a:noFill/>
          </a:ln>
        </p:spPr>
        <p:txBody>
          <a:bodyPr anchorCtr="0" anchor="ctr" bIns="45700" lIns="91425" spcFirstLastPara="1" rIns="91425" wrap="square" tIns="45700">
            <a:noAutofit/>
          </a:bodyPr>
          <a:lstStyle/>
          <a:p>
            <a:pPr indent="-285750" lvl="0" marL="285750" marR="0" rtl="0" algn="l">
              <a:lnSpc>
                <a:spcPct val="125000"/>
              </a:lnSpc>
              <a:spcBef>
                <a:spcPts val="0"/>
              </a:spcBef>
              <a:spcAft>
                <a:spcPts val="0"/>
              </a:spcAft>
              <a:buClr>
                <a:schemeClr val="dk1"/>
              </a:buClr>
              <a:buSzPts val="1600"/>
              <a:buFont typeface="Arial"/>
              <a:buChar char="•"/>
            </a:pPr>
            <a:r>
              <a:rPr b="1" lang="en-US" sz="1600">
                <a:solidFill>
                  <a:schemeClr val="dk1"/>
                </a:solidFill>
                <a:latin typeface="Arial"/>
                <a:ea typeface="Arial"/>
                <a:cs typeface="Arial"/>
                <a:sym typeface="Arial"/>
              </a:rPr>
              <a:t>Network Port</a:t>
            </a:r>
            <a:endParaRPr b="1" sz="1600">
              <a:solidFill>
                <a:schemeClr val="dk1"/>
              </a:solidFill>
              <a:latin typeface="Arial"/>
              <a:ea typeface="Arial"/>
              <a:cs typeface="Arial"/>
              <a:sym typeface="Arial"/>
            </a:endParaRPr>
          </a:p>
          <a:p>
            <a:pPr indent="-179388" lvl="0" marL="466725" marR="0" rtl="0" algn="l">
              <a:lnSpc>
                <a:spcPct val="125000"/>
              </a:lnSpc>
              <a:spcBef>
                <a:spcPts val="600"/>
              </a:spcBef>
              <a:spcAft>
                <a:spcPts val="0"/>
              </a:spcAft>
              <a:buClr>
                <a:schemeClr val="dk1"/>
              </a:buClr>
              <a:buSzPts val="1600"/>
              <a:buFont typeface="Arial"/>
              <a:buChar char="▫"/>
            </a:pPr>
            <a:r>
              <a:rPr lang="en-US" sz="1600">
                <a:solidFill>
                  <a:schemeClr val="dk1"/>
                </a:solidFill>
                <a:latin typeface="Arial"/>
                <a:ea typeface="Arial"/>
                <a:cs typeface="Arial"/>
                <a:sym typeface="Arial"/>
              </a:rPr>
              <a:t>A network port is also called a network interface, interface, or port.</a:t>
            </a:r>
            <a:endParaRPr sz="1600">
              <a:solidFill>
                <a:schemeClr val="dk1"/>
              </a:solidFill>
              <a:latin typeface="Arial"/>
              <a:ea typeface="Arial"/>
              <a:cs typeface="Arial"/>
              <a:sym typeface="Arial"/>
            </a:endParaRPr>
          </a:p>
          <a:p>
            <a:pPr indent="-285750" lvl="0" marL="285750" marR="0" rtl="0" algn="l">
              <a:lnSpc>
                <a:spcPct val="125000"/>
              </a:lnSpc>
              <a:spcBef>
                <a:spcPts val="600"/>
              </a:spcBef>
              <a:spcAft>
                <a:spcPts val="0"/>
              </a:spcAft>
              <a:buClr>
                <a:schemeClr val="dk1"/>
              </a:buClr>
              <a:buSzPts val="1600"/>
              <a:buFont typeface="Arial"/>
              <a:buChar char="•"/>
            </a:pPr>
            <a:r>
              <a:rPr b="1" lang="en-US" sz="1600">
                <a:solidFill>
                  <a:schemeClr val="dk1"/>
                </a:solidFill>
                <a:latin typeface="Arial"/>
                <a:ea typeface="Arial"/>
                <a:cs typeface="Arial"/>
                <a:sym typeface="Arial"/>
              </a:rPr>
              <a:t>NIC</a:t>
            </a:r>
            <a:endParaRPr b="1" sz="1600">
              <a:solidFill>
                <a:schemeClr val="dk1"/>
              </a:solidFill>
              <a:latin typeface="Arial"/>
              <a:ea typeface="Arial"/>
              <a:cs typeface="Arial"/>
              <a:sym typeface="Arial"/>
            </a:endParaRPr>
          </a:p>
          <a:p>
            <a:pPr indent="-179388" lvl="0" marL="466725" marR="0" rtl="0" algn="l">
              <a:lnSpc>
                <a:spcPct val="125000"/>
              </a:lnSpc>
              <a:spcBef>
                <a:spcPts val="600"/>
              </a:spcBef>
              <a:spcAft>
                <a:spcPts val="0"/>
              </a:spcAft>
              <a:buClr>
                <a:schemeClr val="dk1"/>
              </a:buClr>
              <a:buSzPts val="1600"/>
              <a:buFont typeface="Arial"/>
              <a:buChar char="▫"/>
            </a:pPr>
            <a:r>
              <a:rPr lang="en-US" sz="1600">
                <a:solidFill>
                  <a:schemeClr val="dk1"/>
                </a:solidFill>
                <a:latin typeface="Arial"/>
                <a:ea typeface="Arial"/>
                <a:cs typeface="Arial"/>
                <a:sym typeface="Arial"/>
              </a:rPr>
              <a:t>Each network port corresponds to a NIC.</a:t>
            </a:r>
            <a:endParaRPr sz="1600">
              <a:solidFill>
                <a:schemeClr val="dk1"/>
              </a:solidFill>
              <a:latin typeface="Arial"/>
              <a:ea typeface="Arial"/>
              <a:cs typeface="Arial"/>
              <a:sym typeface="Arial"/>
            </a:endParaRPr>
          </a:p>
          <a:p>
            <a:pPr indent="-179388" lvl="0" marL="466725" marR="0" rtl="0" algn="l">
              <a:lnSpc>
                <a:spcPct val="125000"/>
              </a:lnSpc>
              <a:spcBef>
                <a:spcPts val="600"/>
              </a:spcBef>
              <a:spcAft>
                <a:spcPts val="0"/>
              </a:spcAft>
              <a:buClr>
                <a:schemeClr val="dk1"/>
              </a:buClr>
              <a:buSzPts val="1600"/>
              <a:buFont typeface="Arial"/>
              <a:buChar char="▫"/>
            </a:pPr>
            <a:r>
              <a:rPr lang="en-US" sz="1600">
                <a:solidFill>
                  <a:schemeClr val="dk1"/>
                </a:solidFill>
                <a:latin typeface="Arial"/>
                <a:ea typeface="Arial"/>
                <a:cs typeface="Arial"/>
                <a:sym typeface="Arial"/>
              </a:rPr>
              <a:t>A computer or switch forwards data through a NIC.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10"/>
          <p:cNvSpPr txBox="1"/>
          <p:nvPr>
            <p:ph idx="1" type="body"/>
          </p:nvPr>
        </p:nvSpPr>
        <p:spPr>
          <a:xfrm>
            <a:off x="454816" y="1233487"/>
            <a:ext cx="11307600" cy="4680000"/>
          </a:xfrm>
          <a:prstGeom prst="rect">
            <a:avLst/>
          </a:prstGeom>
          <a:noFill/>
          <a:ln>
            <a:noFill/>
          </a:ln>
        </p:spPr>
        <p:txBody>
          <a:bodyPr anchorCtr="0" anchor="t" bIns="40050" lIns="80125" spcFirstLastPara="1" rIns="80125" wrap="square" tIns="40050">
            <a:noAutofit/>
          </a:bodyPr>
          <a:lstStyle/>
          <a:p>
            <a:pPr indent="-457017" lvl="0" marL="457017" marR="0" rtl="0" algn="just">
              <a:lnSpc>
                <a:spcPct val="140000"/>
              </a:lnSpc>
              <a:spcBef>
                <a:spcPts val="0"/>
              </a:spcBef>
              <a:spcAft>
                <a:spcPts val="0"/>
              </a:spcAft>
              <a:buClr>
                <a:srgbClr val="7F7F7F"/>
              </a:buClr>
              <a:buSzPts val="2100"/>
              <a:buFont typeface="Arial"/>
              <a:buAutoNum type="arabicPeriod"/>
            </a:pPr>
            <a:r>
              <a:rPr lang="en-US">
                <a:solidFill>
                  <a:srgbClr val="7F7F7F"/>
                </a:solidFill>
                <a:latin typeface="Arial"/>
                <a:ea typeface="Arial"/>
                <a:cs typeface="Arial"/>
                <a:sym typeface="Arial"/>
              </a:rPr>
              <a:t>Overview of Ethernet Protocols</a:t>
            </a:r>
            <a:endParaRPr/>
          </a:p>
          <a:p>
            <a:pPr indent="-457017" lvl="0" marL="457017" marR="0" rtl="0" algn="just">
              <a:lnSpc>
                <a:spcPct val="140000"/>
              </a:lnSpc>
              <a:spcBef>
                <a:spcPts val="630"/>
              </a:spcBef>
              <a:spcAft>
                <a:spcPts val="0"/>
              </a:spcAft>
              <a:buClr>
                <a:schemeClr val="dk1"/>
              </a:buClr>
              <a:buSzPts val="2100"/>
              <a:buFont typeface="Arial"/>
              <a:buAutoNum type="arabicPeriod"/>
            </a:pPr>
            <a:r>
              <a:rPr b="1" lang="en-US">
                <a:latin typeface="Arial"/>
                <a:ea typeface="Arial"/>
                <a:cs typeface="Arial"/>
                <a:sym typeface="Arial"/>
              </a:rPr>
              <a:t>Overview of Ethernet Frames</a:t>
            </a:r>
            <a:endParaRPr/>
          </a:p>
          <a:p>
            <a:pPr indent="-457017" lvl="0" marL="457017" marR="0" rtl="0" algn="just">
              <a:lnSpc>
                <a:spcPct val="140000"/>
              </a:lnSpc>
              <a:spcBef>
                <a:spcPts val="630"/>
              </a:spcBef>
              <a:spcAft>
                <a:spcPts val="0"/>
              </a:spcAft>
              <a:buClr>
                <a:srgbClr val="7F7F7F"/>
              </a:buClr>
              <a:buSzPts val="2100"/>
              <a:buFont typeface="Arial"/>
              <a:buAutoNum type="arabicPeriod"/>
            </a:pPr>
            <a:r>
              <a:rPr lang="en-US">
                <a:solidFill>
                  <a:srgbClr val="7F7F7F"/>
                </a:solidFill>
                <a:latin typeface="Arial"/>
                <a:ea typeface="Arial"/>
                <a:cs typeface="Arial"/>
                <a:sym typeface="Arial"/>
              </a:rPr>
              <a:t>Overview of Ethernet Switches</a:t>
            </a:r>
            <a:endParaRPr/>
          </a:p>
          <a:p>
            <a:pPr indent="-457017" lvl="0" marL="457017" marR="0" rtl="0" algn="just">
              <a:lnSpc>
                <a:spcPct val="140000"/>
              </a:lnSpc>
              <a:spcBef>
                <a:spcPts val="630"/>
              </a:spcBef>
              <a:spcAft>
                <a:spcPts val="0"/>
              </a:spcAft>
              <a:buClr>
                <a:srgbClr val="7F7F7F"/>
              </a:buClr>
              <a:buSzPts val="2100"/>
              <a:buFont typeface="Arial"/>
              <a:buAutoNum type="arabicPeriod"/>
            </a:pPr>
            <a:r>
              <a:rPr lang="en-US">
                <a:solidFill>
                  <a:srgbClr val="7F7F7F"/>
                </a:solidFill>
                <a:latin typeface="Arial"/>
                <a:ea typeface="Arial"/>
                <a:cs typeface="Arial"/>
                <a:sym typeface="Arial"/>
              </a:rPr>
              <a:t>Process of Data Communication Within a Network Segment</a:t>
            </a:r>
            <a:endParaRPr>
              <a:solidFill>
                <a:srgbClr val="7F7F7F"/>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11"/>
          <p:cNvSpPr/>
          <p:nvPr/>
        </p:nvSpPr>
        <p:spPr>
          <a:xfrm flipH="1">
            <a:off x="6658330" y="4576470"/>
            <a:ext cx="1627846" cy="329789"/>
          </a:xfrm>
          <a:custGeom>
            <a:rect b="b" l="l" r="r" t="t"/>
            <a:pathLst>
              <a:path extrusionOk="0" h="862528" w="5108633">
                <a:moveTo>
                  <a:pt x="0" y="862528"/>
                </a:moveTo>
                <a:lnTo>
                  <a:pt x="324437" y="0"/>
                </a:lnTo>
                <a:lnTo>
                  <a:pt x="3516924" y="0"/>
                </a:lnTo>
                <a:lnTo>
                  <a:pt x="5108633" y="861325"/>
                </a:lnTo>
                <a:lnTo>
                  <a:pt x="0" y="862528"/>
                </a:lnTo>
                <a:close/>
              </a:path>
            </a:pathLst>
          </a:custGeom>
          <a:gradFill>
            <a:gsLst>
              <a:gs pos="0">
                <a:srgbClr val="99DFF9"/>
              </a:gs>
              <a:gs pos="100000">
                <a:srgbClr val="F4FB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4" name="Google Shape;534;p11"/>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00"/>
              <a:buChar char="●"/>
            </a:pPr>
            <a:r>
              <a:rPr lang="en-US" sz="2000">
                <a:latin typeface="Arial"/>
                <a:ea typeface="Arial"/>
                <a:cs typeface="Arial"/>
                <a:sym typeface="Arial"/>
              </a:rPr>
              <a:t>The frames used by Ethernet technology are referred to as Ethernet frames.</a:t>
            </a:r>
            <a:endParaRPr sz="2000">
              <a:latin typeface="Arial"/>
              <a:ea typeface="Arial"/>
              <a:cs typeface="Arial"/>
              <a:sym typeface="Arial"/>
            </a:endParaRPr>
          </a:p>
          <a:p>
            <a:pPr indent="-302279" lvl="0" marL="302279" rtl="0" algn="just">
              <a:lnSpc>
                <a:spcPct val="140000"/>
              </a:lnSpc>
              <a:spcBef>
                <a:spcPts val="792"/>
              </a:spcBef>
              <a:spcAft>
                <a:spcPts val="0"/>
              </a:spcAft>
              <a:buClr>
                <a:schemeClr val="dk1"/>
              </a:buClr>
              <a:buSzPts val="1000"/>
              <a:buChar char="●"/>
            </a:pPr>
            <a:r>
              <a:rPr lang="en-US" sz="2000">
                <a:latin typeface="Arial"/>
                <a:ea typeface="Arial"/>
                <a:cs typeface="Arial"/>
                <a:sym typeface="Arial"/>
              </a:rPr>
              <a:t>Ethernet frames are in two formats: Ethernet_II and IEEE 802.3.</a:t>
            </a:r>
            <a:endParaRPr sz="2000">
              <a:latin typeface="Arial"/>
              <a:ea typeface="Arial"/>
              <a:cs typeface="Arial"/>
              <a:sym typeface="Arial"/>
            </a:endParaRPr>
          </a:p>
        </p:txBody>
      </p:sp>
      <p:sp>
        <p:nvSpPr>
          <p:cNvPr id="535" name="Google Shape;535;p11"/>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Ethernet Frame Format</a:t>
            </a:r>
            <a:endParaRPr>
              <a:latin typeface="Arial"/>
              <a:ea typeface="Arial"/>
              <a:cs typeface="Arial"/>
              <a:sym typeface="Arial"/>
            </a:endParaRPr>
          </a:p>
        </p:txBody>
      </p:sp>
      <p:sp>
        <p:nvSpPr>
          <p:cNvPr id="536" name="Google Shape;536;p11"/>
          <p:cNvSpPr txBox="1"/>
          <p:nvPr/>
        </p:nvSpPr>
        <p:spPr>
          <a:xfrm>
            <a:off x="791009" y="3464314"/>
            <a:ext cx="1761982"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Ethernet_II format</a:t>
            </a:r>
            <a:endParaRPr sz="1400">
              <a:solidFill>
                <a:schemeClr val="dk1"/>
              </a:solidFill>
              <a:latin typeface="Arial"/>
              <a:ea typeface="Arial"/>
              <a:cs typeface="Arial"/>
              <a:sym typeface="Arial"/>
            </a:endParaRPr>
          </a:p>
        </p:txBody>
      </p:sp>
      <p:graphicFrame>
        <p:nvGraphicFramePr>
          <p:cNvPr id="537" name="Google Shape;537;p11"/>
          <p:cNvGraphicFramePr/>
          <p:nvPr/>
        </p:nvGraphicFramePr>
        <p:xfrm>
          <a:off x="2508864" y="3453690"/>
          <a:ext cx="3000000" cy="3000000"/>
        </p:xfrm>
        <a:graphic>
          <a:graphicData uri="http://schemas.openxmlformats.org/drawingml/2006/table">
            <a:tbl>
              <a:tblPr bandRow="1" firstRow="1">
                <a:noFill/>
                <a:tableStyleId>{F503C2F4-6DC0-438F-B06D-3F21902DEA79}</a:tableStyleId>
              </a:tblPr>
              <a:tblGrid>
                <a:gridCol w="1440000"/>
                <a:gridCol w="1440000"/>
                <a:gridCol w="792000"/>
                <a:gridCol w="3492000"/>
                <a:gridCol w="1080000"/>
              </a:tblGrid>
              <a:tr h="360000">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D.MAC</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B0F0"/>
                      </a:solidFill>
                      <a:prstDash val="solid"/>
                      <a:round/>
                      <a:headEnd len="sm" w="sm" type="none"/>
                      <a:tailEnd len="sm" w="sm" type="none"/>
                    </a:lnL>
                    <a:lnR cap="flat" cmpd="sng" w="12700">
                      <a:solidFill>
                        <a:srgbClr val="00B0F0"/>
                      </a:solidFill>
                      <a:prstDash val="solid"/>
                      <a:round/>
                      <a:headEnd len="sm" w="sm" type="none"/>
                      <a:tailEnd len="sm" w="sm" type="none"/>
                    </a:lnR>
                    <a:lnT cap="flat" cmpd="sng" w="12700">
                      <a:solidFill>
                        <a:srgbClr val="00B0F0"/>
                      </a:solidFill>
                      <a:prstDash val="solid"/>
                      <a:round/>
                      <a:headEnd len="sm" w="sm" type="none"/>
                      <a:tailEnd len="sm" w="sm" type="none"/>
                    </a:lnT>
                    <a:lnB cap="flat" cmpd="sng" w="12700">
                      <a:solidFill>
                        <a:srgbClr val="00B0F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u="none" cap="none" strike="noStrike">
                          <a:solidFill>
                            <a:schemeClr val="dk1"/>
                          </a:solidFill>
                          <a:latin typeface="Arial"/>
                          <a:ea typeface="Arial"/>
                          <a:cs typeface="Arial"/>
                          <a:sym typeface="Arial"/>
                        </a:rPr>
                        <a:t>S.MAC</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B0F0"/>
                      </a:solidFill>
                      <a:prstDash val="solid"/>
                      <a:round/>
                      <a:headEnd len="sm" w="sm" type="none"/>
                      <a:tailEnd len="sm" w="sm" type="none"/>
                    </a:lnL>
                    <a:lnR cap="flat" cmpd="sng" w="12700">
                      <a:solidFill>
                        <a:srgbClr val="00B0F0"/>
                      </a:solidFill>
                      <a:prstDash val="solid"/>
                      <a:round/>
                      <a:headEnd len="sm" w="sm" type="none"/>
                      <a:tailEnd len="sm" w="sm" type="none"/>
                    </a:lnR>
                    <a:lnT cap="flat" cmpd="sng" w="12700">
                      <a:solidFill>
                        <a:srgbClr val="00B0F0"/>
                      </a:solidFill>
                      <a:prstDash val="solid"/>
                      <a:round/>
                      <a:headEnd len="sm" w="sm" type="none"/>
                      <a:tailEnd len="sm" w="sm" type="none"/>
                    </a:lnT>
                    <a:lnB cap="flat" cmpd="sng" w="12700">
                      <a:solidFill>
                        <a:srgbClr val="00B0F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Type</a:t>
                      </a:r>
                      <a:endParaRPr/>
                    </a:p>
                  </a:txBody>
                  <a:tcPr marT="45725" marB="45725" marR="91450" marL="91450" anchor="ctr">
                    <a:lnL cap="flat" cmpd="sng" w="12700">
                      <a:solidFill>
                        <a:srgbClr val="00B0F0"/>
                      </a:solidFill>
                      <a:prstDash val="solid"/>
                      <a:round/>
                      <a:headEnd len="sm" w="sm" type="none"/>
                      <a:tailEnd len="sm" w="sm" type="none"/>
                    </a:lnL>
                    <a:lnR cap="flat" cmpd="sng" w="12700">
                      <a:solidFill>
                        <a:srgbClr val="00B0F0"/>
                      </a:solidFill>
                      <a:prstDash val="solid"/>
                      <a:round/>
                      <a:headEnd len="sm" w="sm" type="none"/>
                      <a:tailEnd len="sm" w="sm" type="none"/>
                    </a:lnR>
                    <a:lnT cap="flat" cmpd="sng" w="12700">
                      <a:solidFill>
                        <a:srgbClr val="00B0F0"/>
                      </a:solidFill>
                      <a:prstDash val="solid"/>
                      <a:round/>
                      <a:headEnd len="sm" w="sm" type="none"/>
                      <a:tailEnd len="sm" w="sm" type="none"/>
                    </a:lnT>
                    <a:lnB cap="flat" cmpd="sng" w="12700">
                      <a:solidFill>
                        <a:srgbClr val="00B0F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User data</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B0F0"/>
                      </a:solidFill>
                      <a:prstDash val="solid"/>
                      <a:round/>
                      <a:headEnd len="sm" w="sm" type="none"/>
                      <a:tailEnd len="sm" w="sm" type="none"/>
                    </a:lnL>
                    <a:lnR cap="flat" cmpd="sng" w="12700">
                      <a:solidFill>
                        <a:srgbClr val="00B0F0"/>
                      </a:solidFill>
                      <a:prstDash val="solid"/>
                      <a:round/>
                      <a:headEnd len="sm" w="sm" type="none"/>
                      <a:tailEnd len="sm" w="sm" type="none"/>
                    </a:lnR>
                    <a:lnT cap="flat" cmpd="sng" w="12700">
                      <a:solidFill>
                        <a:srgbClr val="00B0F0"/>
                      </a:solidFill>
                      <a:prstDash val="solid"/>
                      <a:round/>
                      <a:headEnd len="sm" w="sm" type="none"/>
                      <a:tailEnd len="sm" w="sm" type="none"/>
                    </a:lnT>
                    <a:lnB cap="flat" cmpd="sng" w="12700">
                      <a:solidFill>
                        <a:srgbClr val="00B0F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FCS</a:t>
                      </a:r>
                      <a:endParaRPr/>
                    </a:p>
                  </a:txBody>
                  <a:tcPr marT="45725" marB="45725" marR="91450" marL="91450" anchor="ctr">
                    <a:lnL cap="flat" cmpd="sng" w="12700">
                      <a:solidFill>
                        <a:srgbClr val="00B0F0"/>
                      </a:solidFill>
                      <a:prstDash val="solid"/>
                      <a:round/>
                      <a:headEnd len="sm" w="sm" type="none"/>
                      <a:tailEnd len="sm" w="sm" type="none"/>
                    </a:lnL>
                    <a:lnR cap="flat" cmpd="sng" w="12700">
                      <a:solidFill>
                        <a:srgbClr val="00B0F0"/>
                      </a:solidFill>
                      <a:prstDash val="solid"/>
                      <a:round/>
                      <a:headEnd len="sm" w="sm" type="none"/>
                      <a:tailEnd len="sm" w="sm" type="none"/>
                    </a:lnR>
                    <a:lnT cap="flat" cmpd="sng" w="12700">
                      <a:solidFill>
                        <a:srgbClr val="00B0F0"/>
                      </a:solidFill>
                      <a:prstDash val="solid"/>
                      <a:round/>
                      <a:headEnd len="sm" w="sm" type="none"/>
                      <a:tailEnd len="sm" w="sm" type="none"/>
                    </a:lnT>
                    <a:lnB cap="flat" cmpd="sng" w="12700">
                      <a:solidFill>
                        <a:srgbClr val="00B0F0"/>
                      </a:solidFill>
                      <a:prstDash val="solid"/>
                      <a:round/>
                      <a:headEnd len="sm" w="sm" type="none"/>
                      <a:tailEnd len="sm" w="sm" type="none"/>
                    </a:lnB>
                  </a:tcPr>
                </a:tc>
              </a:tr>
            </a:tbl>
          </a:graphicData>
        </a:graphic>
      </p:graphicFrame>
      <p:graphicFrame>
        <p:nvGraphicFramePr>
          <p:cNvPr id="538" name="Google Shape;538;p11"/>
          <p:cNvGraphicFramePr/>
          <p:nvPr/>
        </p:nvGraphicFramePr>
        <p:xfrm>
          <a:off x="2508863" y="4257218"/>
          <a:ext cx="3000000" cy="3000000"/>
        </p:xfrm>
        <a:graphic>
          <a:graphicData uri="http://schemas.openxmlformats.org/drawingml/2006/table">
            <a:tbl>
              <a:tblPr bandRow="1" firstRow="1">
                <a:noFill/>
                <a:tableStyleId>{F503C2F4-6DC0-438F-B06D-3F21902DEA79}</a:tableStyleId>
              </a:tblPr>
              <a:tblGrid>
                <a:gridCol w="1440000"/>
                <a:gridCol w="1440000"/>
                <a:gridCol w="792000"/>
                <a:gridCol w="972000"/>
                <a:gridCol w="1080000"/>
                <a:gridCol w="1440000"/>
                <a:gridCol w="1080000"/>
              </a:tblGrid>
              <a:tr h="288000">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D.MAC</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B0F0"/>
                      </a:solidFill>
                      <a:prstDash val="solid"/>
                      <a:round/>
                      <a:headEnd len="sm" w="sm" type="none"/>
                      <a:tailEnd len="sm" w="sm" type="none"/>
                    </a:lnL>
                    <a:lnR cap="flat" cmpd="sng" w="12700">
                      <a:solidFill>
                        <a:srgbClr val="00B0F0"/>
                      </a:solidFill>
                      <a:prstDash val="solid"/>
                      <a:round/>
                      <a:headEnd len="sm" w="sm" type="none"/>
                      <a:tailEnd len="sm" w="sm" type="none"/>
                    </a:lnR>
                    <a:lnT cap="flat" cmpd="sng" w="12700">
                      <a:solidFill>
                        <a:srgbClr val="00B0F0"/>
                      </a:solidFill>
                      <a:prstDash val="solid"/>
                      <a:round/>
                      <a:headEnd len="sm" w="sm" type="none"/>
                      <a:tailEnd len="sm" w="sm" type="none"/>
                    </a:lnT>
                    <a:lnB cap="flat" cmpd="sng" w="12700">
                      <a:solidFill>
                        <a:srgbClr val="00B0F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u="none" cap="none" strike="noStrike">
                          <a:solidFill>
                            <a:schemeClr val="dk1"/>
                          </a:solidFill>
                          <a:latin typeface="Arial"/>
                          <a:ea typeface="Arial"/>
                          <a:cs typeface="Arial"/>
                          <a:sym typeface="Arial"/>
                        </a:rPr>
                        <a:t>S.MAC</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B0F0"/>
                      </a:solidFill>
                      <a:prstDash val="solid"/>
                      <a:round/>
                      <a:headEnd len="sm" w="sm" type="none"/>
                      <a:tailEnd len="sm" w="sm" type="none"/>
                    </a:lnL>
                    <a:lnR cap="flat" cmpd="sng" w="12700">
                      <a:solidFill>
                        <a:srgbClr val="00B0F0"/>
                      </a:solidFill>
                      <a:prstDash val="solid"/>
                      <a:round/>
                      <a:headEnd len="sm" w="sm" type="none"/>
                      <a:tailEnd len="sm" w="sm" type="none"/>
                    </a:lnR>
                    <a:lnT cap="flat" cmpd="sng" w="12700">
                      <a:solidFill>
                        <a:srgbClr val="00B0F0"/>
                      </a:solidFill>
                      <a:prstDash val="solid"/>
                      <a:round/>
                      <a:headEnd len="sm" w="sm" type="none"/>
                      <a:tailEnd len="sm" w="sm" type="none"/>
                    </a:lnT>
                    <a:lnB cap="flat" cmpd="sng" w="12700">
                      <a:solidFill>
                        <a:srgbClr val="00B0F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Length</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B0F0"/>
                      </a:solidFill>
                      <a:prstDash val="solid"/>
                      <a:round/>
                      <a:headEnd len="sm" w="sm" type="none"/>
                      <a:tailEnd len="sm" w="sm" type="none"/>
                    </a:lnL>
                    <a:lnR cap="flat" cmpd="sng" w="12700">
                      <a:solidFill>
                        <a:srgbClr val="00B0F0"/>
                      </a:solidFill>
                      <a:prstDash val="solid"/>
                      <a:round/>
                      <a:headEnd len="sm" w="sm" type="none"/>
                      <a:tailEnd len="sm" w="sm" type="none"/>
                    </a:lnR>
                    <a:lnT cap="flat" cmpd="sng" w="12700">
                      <a:solidFill>
                        <a:srgbClr val="00B0F0"/>
                      </a:solidFill>
                      <a:prstDash val="solid"/>
                      <a:round/>
                      <a:headEnd len="sm" w="sm" type="none"/>
                      <a:tailEnd len="sm" w="sm" type="none"/>
                    </a:lnT>
                    <a:lnB cap="flat" cmpd="sng" w="12700">
                      <a:solidFill>
                        <a:srgbClr val="00B0F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LLC</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B0F0"/>
                      </a:solidFill>
                      <a:prstDash val="solid"/>
                      <a:round/>
                      <a:headEnd len="sm" w="sm" type="none"/>
                      <a:tailEnd len="sm" w="sm" type="none"/>
                    </a:lnL>
                    <a:lnR cap="flat" cmpd="sng" w="12700">
                      <a:solidFill>
                        <a:srgbClr val="00B0F0"/>
                      </a:solidFill>
                      <a:prstDash val="solid"/>
                      <a:round/>
                      <a:headEnd len="sm" w="sm" type="none"/>
                      <a:tailEnd len="sm" w="sm" type="none"/>
                    </a:lnR>
                    <a:lnT cap="flat" cmpd="sng" w="12700">
                      <a:solidFill>
                        <a:srgbClr val="00B0F0"/>
                      </a:solidFill>
                      <a:prstDash val="solid"/>
                      <a:round/>
                      <a:headEnd len="sm" w="sm" type="none"/>
                      <a:tailEnd len="sm" w="sm" type="none"/>
                    </a:lnT>
                    <a:lnB cap="flat" cmpd="sng" w="12700">
                      <a:solidFill>
                        <a:srgbClr val="00B0F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SNAP</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B0F0"/>
                      </a:solidFill>
                      <a:prstDash val="solid"/>
                      <a:round/>
                      <a:headEnd len="sm" w="sm" type="none"/>
                      <a:tailEnd len="sm" w="sm" type="none"/>
                    </a:lnL>
                    <a:lnR cap="flat" cmpd="sng" w="12700">
                      <a:solidFill>
                        <a:srgbClr val="00B0F0"/>
                      </a:solidFill>
                      <a:prstDash val="solid"/>
                      <a:round/>
                      <a:headEnd len="sm" w="sm" type="none"/>
                      <a:tailEnd len="sm" w="sm" type="none"/>
                    </a:lnR>
                    <a:lnT cap="flat" cmpd="sng" w="12700">
                      <a:solidFill>
                        <a:srgbClr val="00B0F0"/>
                      </a:solidFill>
                      <a:prstDash val="solid"/>
                      <a:round/>
                      <a:headEnd len="sm" w="sm" type="none"/>
                      <a:tailEnd len="sm" w="sm" type="none"/>
                    </a:lnT>
                    <a:lnB cap="flat" cmpd="sng" w="12700">
                      <a:solidFill>
                        <a:srgbClr val="00B0F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User data</a:t>
                      </a:r>
                      <a:endParaRPr/>
                    </a:p>
                  </a:txBody>
                  <a:tcPr marT="45725" marB="45725" marR="91450" marL="91450" anchor="ctr">
                    <a:lnL cap="flat" cmpd="sng" w="12700">
                      <a:solidFill>
                        <a:srgbClr val="00B0F0"/>
                      </a:solidFill>
                      <a:prstDash val="solid"/>
                      <a:round/>
                      <a:headEnd len="sm" w="sm" type="none"/>
                      <a:tailEnd len="sm" w="sm" type="none"/>
                    </a:lnL>
                    <a:lnR cap="flat" cmpd="sng" w="12700">
                      <a:solidFill>
                        <a:srgbClr val="00B0F0"/>
                      </a:solidFill>
                      <a:prstDash val="solid"/>
                      <a:round/>
                      <a:headEnd len="sm" w="sm" type="none"/>
                      <a:tailEnd len="sm" w="sm" type="none"/>
                    </a:lnR>
                    <a:lnT cap="flat" cmpd="sng" w="12700">
                      <a:solidFill>
                        <a:srgbClr val="00B0F0"/>
                      </a:solidFill>
                      <a:prstDash val="solid"/>
                      <a:round/>
                      <a:headEnd len="sm" w="sm" type="none"/>
                      <a:tailEnd len="sm" w="sm" type="none"/>
                    </a:lnT>
                    <a:lnB cap="flat" cmpd="sng" w="12700">
                      <a:solidFill>
                        <a:srgbClr val="00B0F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FCS</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B0F0"/>
                      </a:solidFill>
                      <a:prstDash val="solid"/>
                      <a:round/>
                      <a:headEnd len="sm" w="sm" type="none"/>
                      <a:tailEnd len="sm" w="sm" type="none"/>
                    </a:lnL>
                    <a:lnR cap="flat" cmpd="sng" w="12700">
                      <a:solidFill>
                        <a:srgbClr val="00B0F0"/>
                      </a:solidFill>
                      <a:prstDash val="solid"/>
                      <a:round/>
                      <a:headEnd len="sm" w="sm" type="none"/>
                      <a:tailEnd len="sm" w="sm" type="none"/>
                    </a:lnR>
                    <a:lnT cap="flat" cmpd="sng" w="12700">
                      <a:solidFill>
                        <a:srgbClr val="00B0F0"/>
                      </a:solidFill>
                      <a:prstDash val="solid"/>
                      <a:round/>
                      <a:headEnd len="sm" w="sm" type="none"/>
                      <a:tailEnd len="sm" w="sm" type="none"/>
                    </a:lnT>
                    <a:lnB cap="flat" cmpd="sng" w="12700">
                      <a:solidFill>
                        <a:srgbClr val="00B0F0"/>
                      </a:solidFill>
                      <a:prstDash val="solid"/>
                      <a:round/>
                      <a:headEnd len="sm" w="sm" type="none"/>
                      <a:tailEnd len="sm" w="sm" type="none"/>
                    </a:lnB>
                  </a:tcPr>
                </a:tc>
              </a:tr>
            </a:tbl>
          </a:graphicData>
        </a:graphic>
      </p:graphicFrame>
      <p:sp>
        <p:nvSpPr>
          <p:cNvPr id="539" name="Google Shape;539;p11"/>
          <p:cNvSpPr txBox="1"/>
          <p:nvPr/>
        </p:nvSpPr>
        <p:spPr>
          <a:xfrm>
            <a:off x="791009" y="4264927"/>
            <a:ext cx="1761982"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IEEE 802.3 format</a:t>
            </a:r>
            <a:endParaRPr sz="1400">
              <a:solidFill>
                <a:schemeClr val="dk1"/>
              </a:solidFill>
              <a:latin typeface="Arial"/>
              <a:ea typeface="Arial"/>
              <a:cs typeface="Arial"/>
              <a:sym typeface="Arial"/>
            </a:endParaRPr>
          </a:p>
        </p:txBody>
      </p:sp>
      <p:graphicFrame>
        <p:nvGraphicFramePr>
          <p:cNvPr id="540" name="Google Shape;540;p11"/>
          <p:cNvGraphicFramePr/>
          <p:nvPr/>
        </p:nvGraphicFramePr>
        <p:xfrm>
          <a:off x="6636060" y="4922058"/>
          <a:ext cx="3000000" cy="3000000"/>
        </p:xfrm>
        <a:graphic>
          <a:graphicData uri="http://schemas.openxmlformats.org/drawingml/2006/table">
            <a:tbl>
              <a:tblPr bandRow="1" firstRow="1">
                <a:noFill/>
                <a:tableStyleId>{F503C2F4-6DC0-438F-B06D-3F21902DEA79}</a:tableStyleId>
              </a:tblPr>
              <a:tblGrid>
                <a:gridCol w="900100"/>
                <a:gridCol w="746800"/>
              </a:tblGrid>
              <a:tr h="370850">
                <a:tc>
                  <a:txBody>
                    <a:bodyPr/>
                    <a:lstStyle/>
                    <a:p>
                      <a:pPr indent="0" lvl="0" marL="0" marR="0" rtl="0" algn="ctr">
                        <a:lnSpc>
                          <a:spcPct val="100000"/>
                        </a:lnSpc>
                        <a:spcBef>
                          <a:spcPts val="0"/>
                        </a:spcBef>
                        <a:spcAft>
                          <a:spcPts val="0"/>
                        </a:spcAft>
                        <a:buClr>
                          <a:schemeClr val="dk1"/>
                        </a:buClr>
                        <a:buSzPts val="1400"/>
                        <a:buFont typeface="Arial"/>
                        <a:buNone/>
                      </a:pPr>
                      <a:r>
                        <a:rPr lang="en-US" sz="1400" u="none" cap="none" strike="noStrike">
                          <a:solidFill>
                            <a:schemeClr val="dk1"/>
                          </a:solidFill>
                          <a:latin typeface="Arial"/>
                          <a:ea typeface="Arial"/>
                          <a:cs typeface="Arial"/>
                          <a:sym typeface="Arial"/>
                        </a:rPr>
                        <a:t>Org Code</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B0F0"/>
                      </a:solidFill>
                      <a:prstDash val="solid"/>
                      <a:round/>
                      <a:headEnd len="sm" w="sm" type="none"/>
                      <a:tailEnd len="sm" w="sm" type="none"/>
                    </a:lnL>
                    <a:lnR cap="flat" cmpd="sng" w="12700">
                      <a:solidFill>
                        <a:srgbClr val="00B0F0"/>
                      </a:solidFill>
                      <a:prstDash val="solid"/>
                      <a:round/>
                      <a:headEnd len="sm" w="sm" type="none"/>
                      <a:tailEnd len="sm" w="sm" type="none"/>
                    </a:lnR>
                    <a:lnT cap="flat" cmpd="sng" w="12700">
                      <a:solidFill>
                        <a:srgbClr val="00B0F0"/>
                      </a:solidFill>
                      <a:prstDash val="solid"/>
                      <a:round/>
                      <a:headEnd len="sm" w="sm" type="none"/>
                      <a:tailEnd len="sm" w="sm" type="none"/>
                    </a:lnT>
                    <a:lnB cap="flat" cmpd="sng" w="12700">
                      <a:solidFill>
                        <a:srgbClr val="00B0F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Type</a:t>
                      </a:r>
                      <a:endParaRPr/>
                    </a:p>
                  </a:txBody>
                  <a:tcPr marT="45725" marB="45725" marR="91450" marL="91450" anchor="ctr">
                    <a:lnL cap="flat" cmpd="sng" w="12700">
                      <a:solidFill>
                        <a:srgbClr val="00B0F0"/>
                      </a:solidFill>
                      <a:prstDash val="solid"/>
                      <a:round/>
                      <a:headEnd len="sm" w="sm" type="none"/>
                      <a:tailEnd len="sm" w="sm" type="none"/>
                    </a:lnL>
                    <a:lnR cap="flat" cmpd="sng" w="12700">
                      <a:solidFill>
                        <a:srgbClr val="00B0F0"/>
                      </a:solidFill>
                      <a:prstDash val="solid"/>
                      <a:round/>
                      <a:headEnd len="sm" w="sm" type="none"/>
                      <a:tailEnd len="sm" w="sm" type="none"/>
                    </a:lnR>
                    <a:lnT cap="flat" cmpd="sng" w="12700">
                      <a:solidFill>
                        <a:srgbClr val="00B0F0"/>
                      </a:solidFill>
                      <a:prstDash val="solid"/>
                      <a:round/>
                      <a:headEnd len="sm" w="sm" type="none"/>
                      <a:tailEnd len="sm" w="sm" type="none"/>
                    </a:lnT>
                    <a:lnB cap="flat" cmpd="sng" w="12700">
                      <a:solidFill>
                        <a:srgbClr val="00B0F0"/>
                      </a:solidFill>
                      <a:prstDash val="solid"/>
                      <a:round/>
                      <a:headEnd len="sm" w="sm" type="none"/>
                      <a:tailEnd len="sm" w="sm" type="none"/>
                    </a:lnB>
                  </a:tcPr>
                </a:tc>
              </a:tr>
            </a:tbl>
          </a:graphicData>
        </a:graphic>
      </p:graphicFrame>
      <p:sp>
        <p:nvSpPr>
          <p:cNvPr id="541" name="Google Shape;541;p11"/>
          <p:cNvSpPr txBox="1"/>
          <p:nvPr/>
        </p:nvSpPr>
        <p:spPr>
          <a:xfrm>
            <a:off x="6698780" y="4598022"/>
            <a:ext cx="50405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3B</a:t>
            </a:r>
            <a:endParaRPr/>
          </a:p>
        </p:txBody>
      </p:sp>
      <p:sp>
        <p:nvSpPr>
          <p:cNvPr id="542" name="Google Shape;542;p11"/>
          <p:cNvSpPr txBox="1"/>
          <p:nvPr/>
        </p:nvSpPr>
        <p:spPr>
          <a:xfrm>
            <a:off x="7562876" y="4598022"/>
            <a:ext cx="50405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2B</a:t>
            </a:r>
            <a:endParaRPr/>
          </a:p>
        </p:txBody>
      </p:sp>
      <p:sp>
        <p:nvSpPr>
          <p:cNvPr id="543" name="Google Shape;543;p11"/>
          <p:cNvSpPr txBox="1"/>
          <p:nvPr/>
        </p:nvSpPr>
        <p:spPr>
          <a:xfrm>
            <a:off x="2492080" y="3107754"/>
            <a:ext cx="14561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6B</a:t>
            </a:r>
            <a:endParaRPr/>
          </a:p>
        </p:txBody>
      </p:sp>
      <p:sp>
        <p:nvSpPr>
          <p:cNvPr id="544" name="Google Shape;544;p11"/>
          <p:cNvSpPr txBox="1"/>
          <p:nvPr/>
        </p:nvSpPr>
        <p:spPr>
          <a:xfrm>
            <a:off x="3932240" y="3107754"/>
            <a:ext cx="14561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6B</a:t>
            </a:r>
            <a:endParaRPr/>
          </a:p>
        </p:txBody>
      </p:sp>
      <p:sp>
        <p:nvSpPr>
          <p:cNvPr id="545" name="Google Shape;545;p11"/>
          <p:cNvSpPr txBox="1"/>
          <p:nvPr/>
        </p:nvSpPr>
        <p:spPr>
          <a:xfrm>
            <a:off x="5516416" y="3107754"/>
            <a:ext cx="50405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2B</a:t>
            </a:r>
            <a:endParaRPr/>
          </a:p>
        </p:txBody>
      </p:sp>
      <p:sp>
        <p:nvSpPr>
          <p:cNvPr id="546" name="Google Shape;546;p11"/>
          <p:cNvSpPr txBox="1"/>
          <p:nvPr/>
        </p:nvSpPr>
        <p:spPr>
          <a:xfrm>
            <a:off x="7104112" y="3107754"/>
            <a:ext cx="158417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46-1500B</a:t>
            </a:r>
            <a:endParaRPr/>
          </a:p>
        </p:txBody>
      </p:sp>
      <p:sp>
        <p:nvSpPr>
          <p:cNvPr id="547" name="Google Shape;547;p11"/>
          <p:cNvSpPr txBox="1"/>
          <p:nvPr/>
        </p:nvSpPr>
        <p:spPr>
          <a:xfrm>
            <a:off x="9984432" y="3107754"/>
            <a:ext cx="50405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4B</a:t>
            </a:r>
            <a:endParaRPr/>
          </a:p>
        </p:txBody>
      </p:sp>
      <p:sp>
        <p:nvSpPr>
          <p:cNvPr id="548" name="Google Shape;548;p11"/>
          <p:cNvSpPr txBox="1"/>
          <p:nvPr/>
        </p:nvSpPr>
        <p:spPr>
          <a:xfrm>
            <a:off x="2492080" y="3949950"/>
            <a:ext cx="14561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6B</a:t>
            </a:r>
            <a:endParaRPr/>
          </a:p>
        </p:txBody>
      </p:sp>
      <p:sp>
        <p:nvSpPr>
          <p:cNvPr id="549" name="Google Shape;549;p11"/>
          <p:cNvSpPr txBox="1"/>
          <p:nvPr/>
        </p:nvSpPr>
        <p:spPr>
          <a:xfrm>
            <a:off x="3932240" y="3949950"/>
            <a:ext cx="14561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6B</a:t>
            </a:r>
            <a:endParaRPr/>
          </a:p>
        </p:txBody>
      </p:sp>
      <p:sp>
        <p:nvSpPr>
          <p:cNvPr id="550" name="Google Shape;550;p11"/>
          <p:cNvSpPr txBox="1"/>
          <p:nvPr/>
        </p:nvSpPr>
        <p:spPr>
          <a:xfrm>
            <a:off x="5516416" y="3949950"/>
            <a:ext cx="50405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2B</a:t>
            </a:r>
            <a:endParaRPr/>
          </a:p>
        </p:txBody>
      </p:sp>
      <p:sp>
        <p:nvSpPr>
          <p:cNvPr id="551" name="Google Shape;551;p11"/>
          <p:cNvSpPr txBox="1"/>
          <p:nvPr/>
        </p:nvSpPr>
        <p:spPr>
          <a:xfrm>
            <a:off x="8148228" y="3949950"/>
            <a:ext cx="158417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38-1492B</a:t>
            </a:r>
            <a:endParaRPr/>
          </a:p>
        </p:txBody>
      </p:sp>
      <p:sp>
        <p:nvSpPr>
          <p:cNvPr id="552" name="Google Shape;552;p11"/>
          <p:cNvSpPr txBox="1"/>
          <p:nvPr/>
        </p:nvSpPr>
        <p:spPr>
          <a:xfrm>
            <a:off x="9948428" y="3949950"/>
            <a:ext cx="50405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4B</a:t>
            </a:r>
            <a:endParaRPr/>
          </a:p>
        </p:txBody>
      </p:sp>
      <p:sp>
        <p:nvSpPr>
          <p:cNvPr id="553" name="Google Shape;553;p11"/>
          <p:cNvSpPr txBox="1"/>
          <p:nvPr/>
        </p:nvSpPr>
        <p:spPr>
          <a:xfrm>
            <a:off x="6452520" y="3949950"/>
            <a:ext cx="50405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3B</a:t>
            </a:r>
            <a:endParaRPr/>
          </a:p>
        </p:txBody>
      </p:sp>
      <p:sp>
        <p:nvSpPr>
          <p:cNvPr id="554" name="Google Shape;554;p11"/>
          <p:cNvSpPr txBox="1"/>
          <p:nvPr/>
        </p:nvSpPr>
        <p:spPr>
          <a:xfrm>
            <a:off x="7424628" y="3949950"/>
            <a:ext cx="50405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5B</a:t>
            </a:r>
            <a:endParaRPr/>
          </a:p>
        </p:txBody>
      </p:sp>
      <p:sp>
        <p:nvSpPr>
          <p:cNvPr id="555" name="Google Shape;555;p11"/>
          <p:cNvSpPr/>
          <p:nvPr/>
        </p:nvSpPr>
        <p:spPr>
          <a:xfrm rot="-5400000">
            <a:off x="6492044" y="-1148514"/>
            <a:ext cx="288032" cy="8208912"/>
          </a:xfrm>
          <a:prstGeom prst="rightBrace">
            <a:avLst>
              <a:gd fmla="val 35642" name="adj1"/>
              <a:gd fmla="val 50000" name="adj2"/>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556" name="Google Shape;556;p11"/>
          <p:cNvSpPr txBox="1"/>
          <p:nvPr/>
        </p:nvSpPr>
        <p:spPr>
          <a:xfrm>
            <a:off x="4287916" y="2496625"/>
            <a:ext cx="4696289"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Total length of a data frame: 64–1518 bytes</a:t>
            </a:r>
            <a:endParaRPr sz="1600">
              <a:solidFill>
                <a:schemeClr val="dk1"/>
              </a:solidFill>
              <a:latin typeface="Arial"/>
              <a:ea typeface="Arial"/>
              <a:cs typeface="Arial"/>
              <a:sym typeface="Arial"/>
            </a:endParaRPr>
          </a:p>
        </p:txBody>
      </p:sp>
      <p:grpSp>
        <p:nvGrpSpPr>
          <p:cNvPr id="557" name="Google Shape;557;p11"/>
          <p:cNvGrpSpPr/>
          <p:nvPr/>
        </p:nvGrpSpPr>
        <p:grpSpPr>
          <a:xfrm>
            <a:off x="7117517" y="121216"/>
            <a:ext cx="4957810" cy="212400"/>
            <a:chOff x="6925793" y="165460"/>
            <a:chExt cx="4957810" cy="212400"/>
          </a:xfrm>
        </p:grpSpPr>
        <p:sp>
          <p:nvSpPr>
            <p:cNvPr id="558" name="Google Shape;558;p11"/>
            <p:cNvSpPr/>
            <p:nvPr/>
          </p:nvSpPr>
          <p:spPr>
            <a:xfrm>
              <a:off x="8732658" y="165460"/>
              <a:ext cx="1330893" cy="212400"/>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MAC address</a:t>
              </a:r>
              <a:endParaRPr/>
            </a:p>
          </p:txBody>
        </p:sp>
        <p:sp>
          <p:nvSpPr>
            <p:cNvPr id="559" name="Google Shape;559;p11"/>
            <p:cNvSpPr/>
            <p:nvPr/>
          </p:nvSpPr>
          <p:spPr>
            <a:xfrm>
              <a:off x="9984432" y="165460"/>
              <a:ext cx="1899171" cy="212400"/>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Ethernet frame type</a:t>
              </a:r>
              <a:endParaRPr/>
            </a:p>
          </p:txBody>
        </p:sp>
        <p:sp>
          <p:nvSpPr>
            <p:cNvPr id="560" name="Google Shape;560;p11"/>
            <p:cNvSpPr/>
            <p:nvPr/>
          </p:nvSpPr>
          <p:spPr>
            <a:xfrm>
              <a:off x="6925793" y="165460"/>
              <a:ext cx="1885983" cy="212400"/>
            </a:xfrm>
            <a:prstGeom prst="homePlate">
              <a:avLst>
                <a:gd fmla="val 50000"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rgbClr val="FFFFFF"/>
                  </a:solidFill>
                  <a:latin typeface="Arial"/>
                  <a:ea typeface="Arial"/>
                  <a:cs typeface="Arial"/>
                  <a:sym typeface="Arial"/>
                </a:rPr>
                <a:t>Ethernet Frame Format</a:t>
              </a:r>
              <a:endParaRPr b="1" sz="1200">
                <a:solidFill>
                  <a:srgbClr val="FFFFFF"/>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4" name="Shape 564"/>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13"/>
          <p:cNvSpPr/>
          <p:nvPr/>
        </p:nvSpPr>
        <p:spPr>
          <a:xfrm>
            <a:off x="1440111" y="2960948"/>
            <a:ext cx="5339965" cy="2952328"/>
          </a:xfrm>
          <a:prstGeom prst="rect">
            <a:avLst/>
          </a:prstGeom>
          <a:noFill/>
          <a:ln cap="flat" cmpd="sng" w="12700">
            <a:solidFill>
              <a:srgbClr val="7F7F7F">
                <a:alpha val="29803"/>
              </a:srgb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570" name="Google Shape;570;p13"/>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00"/>
              <a:buChar char="●"/>
            </a:pPr>
            <a:r>
              <a:rPr lang="en-US" sz="2000">
                <a:latin typeface="Arial"/>
                <a:ea typeface="Arial"/>
                <a:cs typeface="Arial"/>
                <a:sym typeface="Arial"/>
              </a:rPr>
              <a:t>A media access control (MAC) address uniquely identifies a NIC on a network. Each NIC must have a globally unique</a:t>
            </a:r>
            <a:r>
              <a:rPr lang="en-US" sz="2000"/>
              <a:t> </a:t>
            </a:r>
            <a:r>
              <a:rPr lang="en-US" sz="2000">
                <a:latin typeface="Arial"/>
                <a:ea typeface="Arial"/>
                <a:cs typeface="Arial"/>
                <a:sym typeface="Arial"/>
              </a:rPr>
              <a:t>MAC address.</a:t>
            </a:r>
            <a:endParaRPr sz="2000">
              <a:latin typeface="Arial"/>
              <a:ea typeface="Arial"/>
              <a:cs typeface="Arial"/>
              <a:sym typeface="Arial"/>
            </a:endParaRPr>
          </a:p>
        </p:txBody>
      </p:sp>
      <p:sp>
        <p:nvSpPr>
          <p:cNvPr id="571" name="Google Shape;571;p13"/>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What Is a MAC Address?</a:t>
            </a:r>
            <a:endParaRPr>
              <a:latin typeface="Arial"/>
              <a:ea typeface="Arial"/>
              <a:cs typeface="Arial"/>
              <a:sym typeface="Arial"/>
            </a:endParaRPr>
          </a:p>
        </p:txBody>
      </p:sp>
      <p:sp>
        <p:nvSpPr>
          <p:cNvPr id="572" name="Google Shape;572;p13"/>
          <p:cNvSpPr/>
          <p:nvPr/>
        </p:nvSpPr>
        <p:spPr>
          <a:xfrm>
            <a:off x="2747588" y="4692294"/>
            <a:ext cx="576064" cy="752930"/>
          </a:xfrm>
          <a:custGeom>
            <a:rect b="b" l="l" r="r" t="t"/>
            <a:pathLst>
              <a:path extrusionOk="0" h="606510" w="464038">
                <a:moveTo>
                  <a:pt x="231454" y="522255"/>
                </a:moveTo>
                <a:cubicBezTo>
                  <a:pt x="241041" y="522255"/>
                  <a:pt x="248813" y="529996"/>
                  <a:pt x="248813" y="539544"/>
                </a:cubicBezTo>
                <a:cubicBezTo>
                  <a:pt x="248813" y="549092"/>
                  <a:pt x="241041" y="556833"/>
                  <a:pt x="231454" y="556833"/>
                </a:cubicBezTo>
                <a:cubicBezTo>
                  <a:pt x="221867" y="556833"/>
                  <a:pt x="214095" y="549092"/>
                  <a:pt x="214095" y="539544"/>
                </a:cubicBezTo>
                <a:cubicBezTo>
                  <a:pt x="214095" y="529996"/>
                  <a:pt x="221867" y="522255"/>
                  <a:pt x="231454" y="522255"/>
                </a:cubicBezTo>
                <a:close/>
                <a:moveTo>
                  <a:pt x="103999" y="443759"/>
                </a:moveTo>
                <a:cubicBezTo>
                  <a:pt x="69239" y="448180"/>
                  <a:pt x="29674" y="479602"/>
                  <a:pt x="29674" y="514504"/>
                </a:cubicBezTo>
                <a:lnTo>
                  <a:pt x="29674" y="576782"/>
                </a:lnTo>
                <a:lnTo>
                  <a:pt x="231642" y="576782"/>
                </a:lnTo>
                <a:lnTo>
                  <a:pt x="232019" y="576782"/>
                </a:lnTo>
                <a:lnTo>
                  <a:pt x="232396" y="576782"/>
                </a:lnTo>
                <a:lnTo>
                  <a:pt x="434270" y="576782"/>
                </a:lnTo>
                <a:lnTo>
                  <a:pt x="434270" y="514504"/>
                </a:lnTo>
                <a:cubicBezTo>
                  <a:pt x="434270" y="479602"/>
                  <a:pt x="394706" y="448180"/>
                  <a:pt x="360039" y="443759"/>
                </a:cubicBezTo>
                <a:cubicBezTo>
                  <a:pt x="355518" y="443006"/>
                  <a:pt x="352409" y="444605"/>
                  <a:pt x="349866" y="447804"/>
                </a:cubicBezTo>
                <a:cubicBezTo>
                  <a:pt x="325279" y="479602"/>
                  <a:pt x="285526" y="496818"/>
                  <a:pt x="232773" y="497100"/>
                </a:cubicBezTo>
                <a:cubicBezTo>
                  <a:pt x="232773" y="497100"/>
                  <a:pt x="232679" y="497100"/>
                  <a:pt x="232584" y="497100"/>
                </a:cubicBezTo>
                <a:cubicBezTo>
                  <a:pt x="232490" y="497100"/>
                  <a:pt x="232396" y="497100"/>
                  <a:pt x="232396" y="497100"/>
                </a:cubicBezTo>
                <a:cubicBezTo>
                  <a:pt x="232208" y="497100"/>
                  <a:pt x="232113" y="497100"/>
                  <a:pt x="232019" y="497100"/>
                </a:cubicBezTo>
                <a:cubicBezTo>
                  <a:pt x="231925" y="497100"/>
                  <a:pt x="231737" y="497100"/>
                  <a:pt x="231642" y="497100"/>
                </a:cubicBezTo>
                <a:cubicBezTo>
                  <a:pt x="231548" y="497100"/>
                  <a:pt x="231548" y="497100"/>
                  <a:pt x="231454" y="497100"/>
                </a:cubicBezTo>
                <a:cubicBezTo>
                  <a:pt x="231360" y="497100"/>
                  <a:pt x="231266" y="497100"/>
                  <a:pt x="231171" y="497100"/>
                </a:cubicBezTo>
                <a:cubicBezTo>
                  <a:pt x="178513" y="496818"/>
                  <a:pt x="138665" y="479602"/>
                  <a:pt x="114173" y="447804"/>
                </a:cubicBezTo>
                <a:cubicBezTo>
                  <a:pt x="111629" y="444605"/>
                  <a:pt x="108521" y="443006"/>
                  <a:pt x="103999" y="443759"/>
                </a:cubicBezTo>
                <a:close/>
                <a:moveTo>
                  <a:pt x="112100" y="413090"/>
                </a:moveTo>
                <a:lnTo>
                  <a:pt x="116999" y="413184"/>
                </a:lnTo>
                <a:cubicBezTo>
                  <a:pt x="117093" y="413184"/>
                  <a:pt x="117093" y="413184"/>
                  <a:pt x="117187" y="413184"/>
                </a:cubicBezTo>
                <a:cubicBezTo>
                  <a:pt x="117376" y="413184"/>
                  <a:pt x="117470" y="413184"/>
                  <a:pt x="117564" y="413184"/>
                </a:cubicBezTo>
                <a:lnTo>
                  <a:pt x="118129" y="413184"/>
                </a:lnTo>
                <a:lnTo>
                  <a:pt x="118223" y="413184"/>
                </a:lnTo>
                <a:cubicBezTo>
                  <a:pt x="124441" y="413560"/>
                  <a:pt x="129810" y="417135"/>
                  <a:pt x="132731" y="422309"/>
                </a:cubicBezTo>
                <a:cubicBezTo>
                  <a:pt x="150252" y="452884"/>
                  <a:pt x="183034" y="467184"/>
                  <a:pt x="231454" y="467372"/>
                </a:cubicBezTo>
                <a:cubicBezTo>
                  <a:pt x="231642" y="467372"/>
                  <a:pt x="231831" y="467372"/>
                  <a:pt x="232019" y="467372"/>
                </a:cubicBezTo>
                <a:cubicBezTo>
                  <a:pt x="232208" y="467372"/>
                  <a:pt x="232396" y="467372"/>
                  <a:pt x="232584" y="467372"/>
                </a:cubicBezTo>
                <a:cubicBezTo>
                  <a:pt x="281004" y="467184"/>
                  <a:pt x="313786" y="452884"/>
                  <a:pt x="331308" y="422309"/>
                </a:cubicBezTo>
                <a:cubicBezTo>
                  <a:pt x="334228" y="417135"/>
                  <a:pt x="339598" y="413560"/>
                  <a:pt x="345815" y="413184"/>
                </a:cubicBezTo>
                <a:lnTo>
                  <a:pt x="346380" y="413184"/>
                </a:lnTo>
                <a:cubicBezTo>
                  <a:pt x="346569" y="413184"/>
                  <a:pt x="346663" y="413184"/>
                  <a:pt x="346757" y="413184"/>
                </a:cubicBezTo>
                <a:cubicBezTo>
                  <a:pt x="346851" y="413184"/>
                  <a:pt x="346945" y="413184"/>
                  <a:pt x="347040" y="413184"/>
                </a:cubicBezTo>
                <a:lnTo>
                  <a:pt x="351938" y="413090"/>
                </a:lnTo>
                <a:cubicBezTo>
                  <a:pt x="402713" y="413090"/>
                  <a:pt x="464038" y="458623"/>
                  <a:pt x="464038" y="514504"/>
                </a:cubicBezTo>
                <a:lnTo>
                  <a:pt x="464038" y="606510"/>
                </a:lnTo>
                <a:lnTo>
                  <a:pt x="232773" y="606510"/>
                </a:lnTo>
                <a:lnTo>
                  <a:pt x="232019" y="606510"/>
                </a:lnTo>
                <a:lnTo>
                  <a:pt x="231171" y="606510"/>
                </a:lnTo>
                <a:lnTo>
                  <a:pt x="0" y="606510"/>
                </a:lnTo>
                <a:lnTo>
                  <a:pt x="0" y="514504"/>
                </a:lnTo>
                <a:cubicBezTo>
                  <a:pt x="0" y="458623"/>
                  <a:pt x="61326" y="413090"/>
                  <a:pt x="112100" y="413090"/>
                </a:cubicBezTo>
                <a:close/>
                <a:moveTo>
                  <a:pt x="230383" y="287342"/>
                </a:moveTo>
                <a:cubicBezTo>
                  <a:pt x="230383" y="287342"/>
                  <a:pt x="230383" y="287342"/>
                  <a:pt x="230477" y="287342"/>
                </a:cubicBezTo>
                <a:cubicBezTo>
                  <a:pt x="230477" y="287342"/>
                  <a:pt x="230571" y="287342"/>
                  <a:pt x="230571" y="287342"/>
                </a:cubicBezTo>
                <a:cubicBezTo>
                  <a:pt x="230854" y="287342"/>
                  <a:pt x="231137" y="287342"/>
                  <a:pt x="231419" y="287342"/>
                </a:cubicBezTo>
                <a:cubicBezTo>
                  <a:pt x="231702" y="287342"/>
                  <a:pt x="231984" y="287342"/>
                  <a:pt x="232267" y="287342"/>
                </a:cubicBezTo>
                <a:cubicBezTo>
                  <a:pt x="232267" y="287342"/>
                  <a:pt x="232267" y="287342"/>
                  <a:pt x="232361" y="287342"/>
                </a:cubicBezTo>
                <a:cubicBezTo>
                  <a:pt x="232361" y="287342"/>
                  <a:pt x="232455" y="287342"/>
                  <a:pt x="232455" y="287342"/>
                </a:cubicBezTo>
                <a:cubicBezTo>
                  <a:pt x="272398" y="287624"/>
                  <a:pt x="305086" y="305700"/>
                  <a:pt x="313471" y="312290"/>
                </a:cubicBezTo>
                <a:cubicBezTo>
                  <a:pt x="315637" y="313702"/>
                  <a:pt x="317050" y="316150"/>
                  <a:pt x="317050" y="318974"/>
                </a:cubicBezTo>
                <a:cubicBezTo>
                  <a:pt x="317050" y="323399"/>
                  <a:pt x="313471" y="326976"/>
                  <a:pt x="309043" y="326976"/>
                </a:cubicBezTo>
                <a:cubicBezTo>
                  <a:pt x="308949" y="326976"/>
                  <a:pt x="308855" y="326976"/>
                  <a:pt x="308855" y="326976"/>
                </a:cubicBezTo>
                <a:cubicBezTo>
                  <a:pt x="302260" y="327353"/>
                  <a:pt x="259680" y="322175"/>
                  <a:pt x="232361" y="322175"/>
                </a:cubicBezTo>
                <a:cubicBezTo>
                  <a:pt x="231984" y="322175"/>
                  <a:pt x="231702" y="322175"/>
                  <a:pt x="231419" y="322175"/>
                </a:cubicBezTo>
                <a:cubicBezTo>
                  <a:pt x="231042" y="322175"/>
                  <a:pt x="230760" y="322175"/>
                  <a:pt x="230477" y="322175"/>
                </a:cubicBezTo>
                <a:cubicBezTo>
                  <a:pt x="203158" y="322175"/>
                  <a:pt x="160578" y="327353"/>
                  <a:pt x="153984" y="326976"/>
                </a:cubicBezTo>
                <a:cubicBezTo>
                  <a:pt x="153890" y="326976"/>
                  <a:pt x="153890" y="326976"/>
                  <a:pt x="153796" y="326976"/>
                </a:cubicBezTo>
                <a:cubicBezTo>
                  <a:pt x="149368" y="326976"/>
                  <a:pt x="145788" y="323399"/>
                  <a:pt x="145788" y="318974"/>
                </a:cubicBezTo>
                <a:cubicBezTo>
                  <a:pt x="145788" y="316150"/>
                  <a:pt x="147201" y="313702"/>
                  <a:pt x="149368" y="312290"/>
                </a:cubicBezTo>
                <a:cubicBezTo>
                  <a:pt x="157658" y="305700"/>
                  <a:pt x="190441" y="287624"/>
                  <a:pt x="230383" y="287342"/>
                </a:cubicBezTo>
                <a:close/>
                <a:moveTo>
                  <a:pt x="293148" y="219442"/>
                </a:moveTo>
                <a:cubicBezTo>
                  <a:pt x="284673" y="219442"/>
                  <a:pt x="277800" y="226313"/>
                  <a:pt x="277800" y="234690"/>
                </a:cubicBezTo>
                <a:cubicBezTo>
                  <a:pt x="277800" y="243161"/>
                  <a:pt x="284673" y="250033"/>
                  <a:pt x="293148" y="250033"/>
                </a:cubicBezTo>
                <a:cubicBezTo>
                  <a:pt x="301622" y="250033"/>
                  <a:pt x="308402" y="243161"/>
                  <a:pt x="308496" y="234690"/>
                </a:cubicBezTo>
                <a:cubicBezTo>
                  <a:pt x="308496" y="226313"/>
                  <a:pt x="301622" y="219442"/>
                  <a:pt x="293148" y="219442"/>
                </a:cubicBezTo>
                <a:close/>
                <a:moveTo>
                  <a:pt x="169743" y="219442"/>
                </a:moveTo>
                <a:cubicBezTo>
                  <a:pt x="161262" y="219442"/>
                  <a:pt x="154383" y="226313"/>
                  <a:pt x="154383" y="234690"/>
                </a:cubicBezTo>
                <a:cubicBezTo>
                  <a:pt x="154383" y="243161"/>
                  <a:pt x="161262" y="250033"/>
                  <a:pt x="169743" y="250033"/>
                </a:cubicBezTo>
                <a:cubicBezTo>
                  <a:pt x="178224" y="250033"/>
                  <a:pt x="185009" y="243161"/>
                  <a:pt x="185009" y="234690"/>
                </a:cubicBezTo>
                <a:cubicBezTo>
                  <a:pt x="185009" y="226313"/>
                  <a:pt x="178224" y="219442"/>
                  <a:pt x="169743" y="219442"/>
                </a:cubicBezTo>
                <a:close/>
                <a:moveTo>
                  <a:pt x="299268" y="201182"/>
                </a:moveTo>
                <a:cubicBezTo>
                  <a:pt x="315746" y="201182"/>
                  <a:pt x="329117" y="214548"/>
                  <a:pt x="329117" y="231019"/>
                </a:cubicBezTo>
                <a:cubicBezTo>
                  <a:pt x="329117" y="247491"/>
                  <a:pt x="315746" y="260951"/>
                  <a:pt x="299268" y="260951"/>
                </a:cubicBezTo>
                <a:cubicBezTo>
                  <a:pt x="282696" y="260951"/>
                  <a:pt x="269419" y="247491"/>
                  <a:pt x="269419" y="231019"/>
                </a:cubicBezTo>
                <a:cubicBezTo>
                  <a:pt x="269419" y="214548"/>
                  <a:pt x="282790" y="201182"/>
                  <a:pt x="299268" y="201182"/>
                </a:cubicBezTo>
                <a:close/>
                <a:moveTo>
                  <a:pt x="163618" y="201182"/>
                </a:moveTo>
                <a:cubicBezTo>
                  <a:pt x="180109" y="201182"/>
                  <a:pt x="193490" y="214548"/>
                  <a:pt x="193490" y="231019"/>
                </a:cubicBezTo>
                <a:cubicBezTo>
                  <a:pt x="193490" y="247585"/>
                  <a:pt x="180109" y="260951"/>
                  <a:pt x="163618" y="260951"/>
                </a:cubicBezTo>
                <a:cubicBezTo>
                  <a:pt x="147033" y="260951"/>
                  <a:pt x="133651" y="247491"/>
                  <a:pt x="133651" y="231019"/>
                </a:cubicBezTo>
                <a:cubicBezTo>
                  <a:pt x="133651" y="214548"/>
                  <a:pt x="147033" y="201182"/>
                  <a:pt x="163618" y="201182"/>
                </a:cubicBezTo>
                <a:close/>
                <a:moveTo>
                  <a:pt x="168377" y="109792"/>
                </a:moveTo>
                <a:cubicBezTo>
                  <a:pt x="164704" y="109522"/>
                  <a:pt x="161007" y="110769"/>
                  <a:pt x="157804" y="114296"/>
                </a:cubicBezTo>
                <a:cubicBezTo>
                  <a:pt x="115415" y="160767"/>
                  <a:pt x="62665" y="179299"/>
                  <a:pt x="59179" y="179675"/>
                </a:cubicBezTo>
                <a:lnTo>
                  <a:pt x="52491" y="181463"/>
                </a:lnTo>
                <a:cubicBezTo>
                  <a:pt x="29036" y="187483"/>
                  <a:pt x="27246" y="217586"/>
                  <a:pt x="27246" y="226711"/>
                </a:cubicBezTo>
                <a:cubicBezTo>
                  <a:pt x="27246" y="253521"/>
                  <a:pt x="37608" y="267067"/>
                  <a:pt x="58049" y="267067"/>
                </a:cubicBezTo>
                <a:cubicBezTo>
                  <a:pt x="58520" y="267067"/>
                  <a:pt x="59273" y="267067"/>
                  <a:pt x="59933" y="266973"/>
                </a:cubicBezTo>
                <a:lnTo>
                  <a:pt x="69447" y="266315"/>
                </a:lnTo>
                <a:lnTo>
                  <a:pt x="73591" y="274123"/>
                </a:lnTo>
                <a:cubicBezTo>
                  <a:pt x="99684" y="324733"/>
                  <a:pt x="160536" y="379106"/>
                  <a:pt x="232691" y="379106"/>
                </a:cubicBezTo>
                <a:cubicBezTo>
                  <a:pt x="304752" y="379106"/>
                  <a:pt x="365698" y="324733"/>
                  <a:pt x="391790" y="274123"/>
                </a:cubicBezTo>
                <a:lnTo>
                  <a:pt x="395935" y="266127"/>
                </a:lnTo>
                <a:lnTo>
                  <a:pt x="404884" y="266879"/>
                </a:lnTo>
                <a:cubicBezTo>
                  <a:pt x="406014" y="266973"/>
                  <a:pt x="406956" y="267067"/>
                  <a:pt x="407804" y="267067"/>
                </a:cubicBezTo>
                <a:cubicBezTo>
                  <a:pt x="416847" y="267067"/>
                  <a:pt x="435592" y="267067"/>
                  <a:pt x="435592" y="226711"/>
                </a:cubicBezTo>
                <a:cubicBezTo>
                  <a:pt x="435592" y="208555"/>
                  <a:pt x="431730" y="185884"/>
                  <a:pt x="412985" y="181275"/>
                </a:cubicBezTo>
                <a:lnTo>
                  <a:pt x="411007" y="180804"/>
                </a:lnTo>
                <a:cubicBezTo>
                  <a:pt x="403282" y="181745"/>
                  <a:pt x="278188" y="195668"/>
                  <a:pt x="178810" y="114390"/>
                </a:cubicBezTo>
                <a:cubicBezTo>
                  <a:pt x="175701" y="111850"/>
                  <a:pt x="172051" y="110063"/>
                  <a:pt x="168377" y="109792"/>
                </a:cubicBezTo>
                <a:close/>
                <a:moveTo>
                  <a:pt x="229677" y="0"/>
                </a:moveTo>
                <a:cubicBezTo>
                  <a:pt x="275457" y="0"/>
                  <a:pt x="321331" y="17779"/>
                  <a:pt x="358821" y="50046"/>
                </a:cubicBezTo>
                <a:cubicBezTo>
                  <a:pt x="392638" y="79208"/>
                  <a:pt x="416753" y="117306"/>
                  <a:pt x="427491" y="158039"/>
                </a:cubicBezTo>
                <a:cubicBezTo>
                  <a:pt x="450099" y="167446"/>
                  <a:pt x="462344" y="191528"/>
                  <a:pt x="462344" y="226711"/>
                </a:cubicBezTo>
                <a:cubicBezTo>
                  <a:pt x="462344" y="281554"/>
                  <a:pt x="432201" y="292561"/>
                  <a:pt x="411572" y="293689"/>
                </a:cubicBezTo>
                <a:cubicBezTo>
                  <a:pt x="394899" y="323134"/>
                  <a:pt x="370408" y="349850"/>
                  <a:pt x="341960" y="369605"/>
                </a:cubicBezTo>
                <a:cubicBezTo>
                  <a:pt x="307860" y="393311"/>
                  <a:pt x="269993" y="405822"/>
                  <a:pt x="232691" y="405822"/>
                </a:cubicBezTo>
                <a:cubicBezTo>
                  <a:pt x="195295" y="405822"/>
                  <a:pt x="157521" y="393311"/>
                  <a:pt x="123422" y="369605"/>
                </a:cubicBezTo>
                <a:cubicBezTo>
                  <a:pt x="94974" y="349850"/>
                  <a:pt x="70483" y="323134"/>
                  <a:pt x="53716" y="293689"/>
                </a:cubicBezTo>
                <a:cubicBezTo>
                  <a:pt x="37325" y="292655"/>
                  <a:pt x="23855" y="285976"/>
                  <a:pt x="14530" y="274217"/>
                </a:cubicBezTo>
                <a:cubicBezTo>
                  <a:pt x="5204" y="262458"/>
                  <a:pt x="494" y="246466"/>
                  <a:pt x="494" y="226711"/>
                </a:cubicBezTo>
                <a:cubicBezTo>
                  <a:pt x="494" y="193692"/>
                  <a:pt x="14624" y="168293"/>
                  <a:pt x="37796" y="158321"/>
                </a:cubicBezTo>
                <a:cubicBezTo>
                  <a:pt x="48347" y="117212"/>
                  <a:pt x="71425" y="79114"/>
                  <a:pt x="103264" y="50328"/>
                </a:cubicBezTo>
                <a:cubicBezTo>
                  <a:pt x="139247" y="17873"/>
                  <a:pt x="184085" y="0"/>
                  <a:pt x="229677"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3" name="Google Shape;573;p13"/>
          <p:cNvSpPr/>
          <p:nvPr/>
        </p:nvSpPr>
        <p:spPr>
          <a:xfrm>
            <a:off x="3503712" y="3825044"/>
            <a:ext cx="3024336" cy="1836204"/>
          </a:xfrm>
          <a:prstGeom prst="roundRect">
            <a:avLst>
              <a:gd fmla="val 9241" name="adj"/>
            </a:avLst>
          </a:prstGeom>
          <a:solidFill>
            <a:schemeClr val="lt1"/>
          </a:solidFill>
          <a:ln cap="flat" cmpd="sng" w="19050">
            <a:solidFill>
              <a:srgbClr val="99DF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574" name="Google Shape;574;p13"/>
          <p:cNvSpPr txBox="1"/>
          <p:nvPr/>
        </p:nvSpPr>
        <p:spPr>
          <a:xfrm>
            <a:off x="3575720" y="4034036"/>
            <a:ext cx="3204356" cy="1165877"/>
          </a:xfrm>
          <a:prstGeom prst="rect">
            <a:avLst/>
          </a:prstGeom>
          <a:noFill/>
          <a:ln>
            <a:noFill/>
          </a:ln>
        </p:spPr>
        <p:txBody>
          <a:bodyPr anchorCtr="0" anchor="ctr" bIns="43900" lIns="87800" spcFirstLastPara="1" rIns="87800" wrap="square" tIns="43900">
            <a:noAutofit/>
          </a:bodyPr>
          <a:lstStyle/>
          <a:p>
            <a:pPr indent="0" lvl="0" marL="0" marR="0" rtl="0" algn="l">
              <a:lnSpc>
                <a:spcPct val="125000"/>
              </a:lnSpc>
              <a:spcBef>
                <a:spcPts val="0"/>
              </a:spcBef>
              <a:spcAft>
                <a:spcPts val="0"/>
              </a:spcAft>
              <a:buNone/>
            </a:pPr>
            <a:r>
              <a:rPr lang="en-US" sz="1400">
                <a:solidFill>
                  <a:srgbClr val="000000"/>
                </a:solidFill>
                <a:latin typeface="Arial"/>
                <a:ea typeface="Arial"/>
                <a:cs typeface="Arial"/>
                <a:sym typeface="Arial"/>
              </a:rPr>
              <a:t>Name: NIC</a:t>
            </a:r>
            <a:endParaRPr sz="1400">
              <a:solidFill>
                <a:srgbClr val="000000"/>
              </a:solidFill>
              <a:latin typeface="Arial"/>
              <a:ea typeface="Arial"/>
              <a:cs typeface="Arial"/>
              <a:sym typeface="Arial"/>
            </a:endParaRPr>
          </a:p>
          <a:p>
            <a:pPr indent="0" lvl="0" marL="0" marR="0" rtl="0" algn="l">
              <a:lnSpc>
                <a:spcPct val="125000"/>
              </a:lnSpc>
              <a:spcBef>
                <a:spcPts val="0"/>
              </a:spcBef>
              <a:spcAft>
                <a:spcPts val="0"/>
              </a:spcAft>
              <a:buNone/>
            </a:pPr>
            <a:r>
              <a:t/>
            </a:r>
            <a:endParaRPr sz="1400">
              <a:solidFill>
                <a:srgbClr val="000000"/>
              </a:solidFill>
              <a:latin typeface="Arial"/>
              <a:ea typeface="Arial"/>
              <a:cs typeface="Arial"/>
              <a:sym typeface="Arial"/>
            </a:endParaRPr>
          </a:p>
          <a:p>
            <a:pPr indent="0" lvl="0" marL="0" marR="0" rtl="0" algn="l">
              <a:lnSpc>
                <a:spcPct val="125000"/>
              </a:lnSpc>
              <a:spcBef>
                <a:spcPts val="0"/>
              </a:spcBef>
              <a:spcAft>
                <a:spcPts val="0"/>
              </a:spcAft>
              <a:buNone/>
            </a:pPr>
            <a:r>
              <a:rPr lang="en-US" sz="1400">
                <a:solidFill>
                  <a:srgbClr val="000000"/>
                </a:solidFill>
                <a:latin typeface="Arial"/>
                <a:ea typeface="Arial"/>
                <a:cs typeface="Arial"/>
                <a:sym typeface="Arial"/>
              </a:rPr>
              <a:t>MAC address/Ethernet address/Physical address:</a:t>
            </a:r>
            <a:endParaRPr/>
          </a:p>
        </p:txBody>
      </p:sp>
      <p:sp>
        <p:nvSpPr>
          <p:cNvPr id="575" name="Google Shape;575;p13"/>
          <p:cNvSpPr/>
          <p:nvPr/>
        </p:nvSpPr>
        <p:spPr>
          <a:xfrm>
            <a:off x="3683732" y="5193196"/>
            <a:ext cx="360000" cy="252028"/>
          </a:xfrm>
          <a:prstGeom prst="roundRect">
            <a:avLst>
              <a:gd fmla="val 16667" name="adj"/>
            </a:avLst>
          </a:prstGeom>
          <a:solidFill>
            <a:schemeClr val="lt1"/>
          </a:solidFill>
          <a:ln cap="flat" cmpd="sng" w="9525">
            <a:solidFill>
              <a:srgbClr val="3FC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576" name="Google Shape;576;p13"/>
          <p:cNvSpPr/>
          <p:nvPr/>
        </p:nvSpPr>
        <p:spPr>
          <a:xfrm>
            <a:off x="4072575" y="5193196"/>
            <a:ext cx="360000" cy="252028"/>
          </a:xfrm>
          <a:prstGeom prst="roundRect">
            <a:avLst>
              <a:gd fmla="val 16667" name="adj"/>
            </a:avLst>
          </a:prstGeom>
          <a:solidFill>
            <a:schemeClr val="lt1"/>
          </a:solidFill>
          <a:ln cap="flat" cmpd="sng" w="9525">
            <a:solidFill>
              <a:srgbClr val="3FC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000000"/>
              </a:solidFill>
              <a:latin typeface="Arial"/>
              <a:ea typeface="Arial"/>
              <a:cs typeface="Arial"/>
              <a:sym typeface="Arial"/>
            </a:endParaRPr>
          </a:p>
        </p:txBody>
      </p:sp>
      <p:sp>
        <p:nvSpPr>
          <p:cNvPr id="577" name="Google Shape;577;p13"/>
          <p:cNvSpPr/>
          <p:nvPr/>
        </p:nvSpPr>
        <p:spPr>
          <a:xfrm>
            <a:off x="4461418" y="5193196"/>
            <a:ext cx="360000" cy="252028"/>
          </a:xfrm>
          <a:prstGeom prst="roundRect">
            <a:avLst>
              <a:gd fmla="val 16667" name="adj"/>
            </a:avLst>
          </a:prstGeom>
          <a:solidFill>
            <a:schemeClr val="lt1"/>
          </a:solidFill>
          <a:ln cap="flat" cmpd="sng" w="9525">
            <a:solidFill>
              <a:srgbClr val="3FC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000000"/>
              </a:solidFill>
              <a:latin typeface="Arial"/>
              <a:ea typeface="Arial"/>
              <a:cs typeface="Arial"/>
              <a:sym typeface="Arial"/>
            </a:endParaRPr>
          </a:p>
        </p:txBody>
      </p:sp>
      <p:sp>
        <p:nvSpPr>
          <p:cNvPr id="578" name="Google Shape;578;p13"/>
          <p:cNvSpPr/>
          <p:nvPr/>
        </p:nvSpPr>
        <p:spPr>
          <a:xfrm>
            <a:off x="4850261" y="5193196"/>
            <a:ext cx="360000" cy="252028"/>
          </a:xfrm>
          <a:prstGeom prst="roundRect">
            <a:avLst>
              <a:gd fmla="val 16667" name="adj"/>
            </a:avLst>
          </a:prstGeom>
          <a:solidFill>
            <a:schemeClr val="lt1"/>
          </a:solidFill>
          <a:ln cap="flat" cmpd="sng" w="9525">
            <a:solidFill>
              <a:srgbClr val="3FC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000000"/>
              </a:solidFill>
              <a:latin typeface="Arial"/>
              <a:ea typeface="Arial"/>
              <a:cs typeface="Arial"/>
              <a:sym typeface="Arial"/>
            </a:endParaRPr>
          </a:p>
        </p:txBody>
      </p:sp>
      <p:sp>
        <p:nvSpPr>
          <p:cNvPr id="579" name="Google Shape;579;p13"/>
          <p:cNvSpPr/>
          <p:nvPr/>
        </p:nvSpPr>
        <p:spPr>
          <a:xfrm>
            <a:off x="5239104" y="5193196"/>
            <a:ext cx="360000" cy="252028"/>
          </a:xfrm>
          <a:prstGeom prst="roundRect">
            <a:avLst>
              <a:gd fmla="val 16667" name="adj"/>
            </a:avLst>
          </a:prstGeom>
          <a:solidFill>
            <a:schemeClr val="lt1"/>
          </a:solidFill>
          <a:ln cap="flat" cmpd="sng" w="9525">
            <a:solidFill>
              <a:srgbClr val="3FC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000000"/>
              </a:solidFill>
              <a:latin typeface="Arial"/>
              <a:ea typeface="Arial"/>
              <a:cs typeface="Arial"/>
              <a:sym typeface="Arial"/>
            </a:endParaRPr>
          </a:p>
        </p:txBody>
      </p:sp>
      <p:sp>
        <p:nvSpPr>
          <p:cNvPr id="580" name="Google Shape;580;p13"/>
          <p:cNvSpPr/>
          <p:nvPr/>
        </p:nvSpPr>
        <p:spPr>
          <a:xfrm>
            <a:off x="5627948" y="5193196"/>
            <a:ext cx="360000" cy="252028"/>
          </a:xfrm>
          <a:prstGeom prst="roundRect">
            <a:avLst>
              <a:gd fmla="val 16667" name="adj"/>
            </a:avLst>
          </a:prstGeom>
          <a:solidFill>
            <a:schemeClr val="lt1"/>
          </a:solidFill>
          <a:ln cap="flat" cmpd="sng" w="9525">
            <a:solidFill>
              <a:srgbClr val="3FC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000000"/>
              </a:solidFill>
              <a:latin typeface="Arial"/>
              <a:ea typeface="Arial"/>
              <a:cs typeface="Arial"/>
              <a:sym typeface="Arial"/>
            </a:endParaRPr>
          </a:p>
        </p:txBody>
      </p:sp>
      <p:pic>
        <p:nvPicPr>
          <p:cNvPr id="581" name="Google Shape;581;p13"/>
          <p:cNvPicPr preferRelativeResize="0"/>
          <p:nvPr/>
        </p:nvPicPr>
        <p:blipFill rotWithShape="1">
          <a:blip r:embed="rId3">
            <a:alphaModFix/>
          </a:blip>
          <a:srcRect b="0" l="0" r="0" t="0"/>
          <a:stretch/>
        </p:blipFill>
        <p:spPr>
          <a:xfrm>
            <a:off x="5375880" y="4034036"/>
            <a:ext cx="612068" cy="561062"/>
          </a:xfrm>
          <a:prstGeom prst="rect">
            <a:avLst/>
          </a:prstGeom>
          <a:noFill/>
          <a:ln>
            <a:noFill/>
          </a:ln>
        </p:spPr>
      </p:pic>
      <p:sp>
        <p:nvSpPr>
          <p:cNvPr id="582" name="Google Shape;582;p13"/>
          <p:cNvSpPr txBox="1"/>
          <p:nvPr/>
        </p:nvSpPr>
        <p:spPr>
          <a:xfrm>
            <a:off x="3026137" y="2917873"/>
            <a:ext cx="2827359" cy="704213"/>
          </a:xfrm>
          <a:prstGeom prst="rect">
            <a:avLst/>
          </a:prstGeom>
          <a:noFill/>
          <a:ln>
            <a:noFill/>
          </a:ln>
        </p:spPr>
        <p:txBody>
          <a:bodyPr anchorCtr="0" anchor="ctr" bIns="43900" lIns="87800" spcFirstLastPara="1" rIns="87800" wrap="square" tIns="43900">
            <a:noAutofit/>
          </a:bodyPr>
          <a:lstStyle/>
          <a:p>
            <a:pPr indent="0" lvl="0" marL="0" marR="0" rtl="0" algn="l">
              <a:lnSpc>
                <a:spcPct val="125000"/>
              </a:lnSpc>
              <a:spcBef>
                <a:spcPts val="0"/>
              </a:spcBef>
              <a:spcAft>
                <a:spcPts val="0"/>
              </a:spcAft>
              <a:buNone/>
            </a:pPr>
            <a:r>
              <a:rPr lang="en-US" sz="1600">
                <a:solidFill>
                  <a:srgbClr val="000000"/>
                </a:solidFill>
                <a:latin typeface="Arial"/>
                <a:ea typeface="Arial"/>
                <a:cs typeface="Arial"/>
                <a:sym typeface="Arial"/>
              </a:rPr>
              <a:t>What is a MAC address?</a:t>
            </a:r>
            <a:endParaRPr/>
          </a:p>
        </p:txBody>
      </p:sp>
      <p:grpSp>
        <p:nvGrpSpPr>
          <p:cNvPr id="583" name="Google Shape;583;p13"/>
          <p:cNvGrpSpPr/>
          <p:nvPr/>
        </p:nvGrpSpPr>
        <p:grpSpPr>
          <a:xfrm>
            <a:off x="1595500" y="3627176"/>
            <a:ext cx="1584176" cy="896573"/>
            <a:chOff x="1415480" y="3123120"/>
            <a:chExt cx="1584176" cy="896573"/>
          </a:xfrm>
        </p:grpSpPr>
        <p:sp>
          <p:nvSpPr>
            <p:cNvPr id="584" name="Google Shape;584;p13"/>
            <p:cNvSpPr/>
            <p:nvPr/>
          </p:nvSpPr>
          <p:spPr>
            <a:xfrm>
              <a:off x="1415480" y="3212976"/>
              <a:ext cx="1584176" cy="756778"/>
            </a:xfrm>
            <a:prstGeom prst="wedgeRoundRectCallout">
              <a:avLst>
                <a:gd fmla="val 34913" name="adj1"/>
                <a:gd fmla="val 66276" name="adj2"/>
                <a:gd fmla="val 16667" name="adj3"/>
              </a:avLst>
            </a:prstGeom>
            <a:solidFill>
              <a:srgbClr val="F3FBFE"/>
            </a:solidFill>
            <a:ln cap="flat" cmpd="sng" w="9525">
              <a:solidFill>
                <a:srgbClr val="3FC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585" name="Google Shape;585;p13"/>
            <p:cNvSpPr txBox="1"/>
            <p:nvPr/>
          </p:nvSpPr>
          <p:spPr>
            <a:xfrm>
              <a:off x="1415480" y="3123120"/>
              <a:ext cx="1584176" cy="896573"/>
            </a:xfrm>
            <a:prstGeom prst="rect">
              <a:avLst/>
            </a:prstGeom>
            <a:noFill/>
            <a:ln>
              <a:noFill/>
            </a:ln>
          </p:spPr>
          <p:txBody>
            <a:bodyPr anchorCtr="0" anchor="ctr" bIns="43900" lIns="87800" spcFirstLastPara="1" rIns="87800" wrap="square" tIns="43900">
              <a:no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I have a MAC address when I leave the factory.</a:t>
              </a:r>
              <a:endParaRPr sz="1400">
                <a:solidFill>
                  <a:srgbClr val="000000"/>
                </a:solidFill>
                <a:latin typeface="Arial"/>
                <a:ea typeface="Arial"/>
                <a:cs typeface="Arial"/>
                <a:sym typeface="Arial"/>
              </a:endParaRPr>
            </a:p>
          </p:txBody>
        </p:sp>
      </p:grpSp>
      <p:sp>
        <p:nvSpPr>
          <p:cNvPr id="586" name="Google Shape;586;p13"/>
          <p:cNvSpPr/>
          <p:nvPr/>
        </p:nvSpPr>
        <p:spPr>
          <a:xfrm>
            <a:off x="7556309" y="3008773"/>
            <a:ext cx="3504981" cy="394020"/>
          </a:xfrm>
          <a:prstGeom prst="roundRect">
            <a:avLst>
              <a:gd fmla="val 10604"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Arial"/>
                <a:ea typeface="Arial"/>
                <a:cs typeface="Arial"/>
                <a:sym typeface="Arial"/>
              </a:rPr>
              <a:t>MAC Address</a:t>
            </a:r>
            <a:endParaRPr/>
          </a:p>
        </p:txBody>
      </p:sp>
      <p:sp>
        <p:nvSpPr>
          <p:cNvPr id="587" name="Google Shape;587;p13"/>
          <p:cNvSpPr/>
          <p:nvPr/>
        </p:nvSpPr>
        <p:spPr>
          <a:xfrm>
            <a:off x="7556309" y="3440278"/>
            <a:ext cx="3504981" cy="1559425"/>
          </a:xfrm>
          <a:prstGeom prst="roundRect">
            <a:avLst>
              <a:gd fmla="val 874" name="adj"/>
            </a:avLst>
          </a:prstGeom>
          <a:noFill/>
          <a:ln cap="flat" cmpd="sng" w="9525">
            <a:solidFill>
              <a:srgbClr val="A5A5A5"/>
            </a:solidFill>
            <a:prstDash val="solid"/>
            <a:miter lim="800000"/>
            <a:headEnd len="sm" w="sm" type="none"/>
            <a:tailEnd len="sm" w="sm" type="none"/>
          </a:ln>
        </p:spPr>
        <p:txBody>
          <a:bodyPr anchorCtr="0" anchor="t" bIns="36000" lIns="72000" spcFirstLastPara="1" rIns="72000" wrap="square" tIns="36000">
            <a:noAutofit/>
          </a:bodyPr>
          <a:lstStyle/>
          <a:p>
            <a:pPr indent="0" lvl="0" marL="0" marR="0" rtl="0" algn="just">
              <a:lnSpc>
                <a:spcPct val="162500"/>
              </a:lnSpc>
              <a:spcBef>
                <a:spcPts val="0"/>
              </a:spcBef>
              <a:spcAft>
                <a:spcPts val="0"/>
              </a:spcAft>
              <a:buNone/>
            </a:pPr>
            <a:r>
              <a:rPr lang="en-US" sz="1600">
                <a:solidFill>
                  <a:srgbClr val="000000"/>
                </a:solidFill>
                <a:latin typeface="Arial"/>
                <a:ea typeface="Arial"/>
                <a:cs typeface="Arial"/>
                <a:sym typeface="Arial"/>
              </a:rPr>
              <a:t>Each NIC has a number, that is, a MAC address, to identify itself, just as each person has an ID card number to identify himself/herself.</a:t>
            </a:r>
            <a:endParaRPr/>
          </a:p>
        </p:txBody>
      </p:sp>
      <p:sp>
        <p:nvSpPr>
          <p:cNvPr id="588" name="Google Shape;588;p13"/>
          <p:cNvSpPr/>
          <p:nvPr/>
        </p:nvSpPr>
        <p:spPr>
          <a:xfrm rot="5400000">
            <a:off x="5686272" y="4082007"/>
            <a:ext cx="2938279" cy="680970"/>
          </a:xfrm>
          <a:custGeom>
            <a:rect b="b" l="l" r="r" t="t"/>
            <a:pathLst>
              <a:path extrusionOk="0" h="843349" w="7419581">
                <a:moveTo>
                  <a:pt x="0" y="837617"/>
                </a:moveTo>
                <a:lnTo>
                  <a:pt x="204869" y="0"/>
                </a:lnTo>
                <a:lnTo>
                  <a:pt x="1072030" y="0"/>
                </a:lnTo>
                <a:lnTo>
                  <a:pt x="7419582" y="843349"/>
                </a:lnTo>
                <a:lnTo>
                  <a:pt x="0" y="837617"/>
                </a:lnTo>
                <a:close/>
              </a:path>
            </a:pathLst>
          </a:custGeom>
          <a:gradFill>
            <a:gsLst>
              <a:gs pos="0">
                <a:srgbClr val="99DFF9"/>
              </a:gs>
              <a:gs pos="100000">
                <a:srgbClr val="F4FB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589" name="Google Shape;589;p13"/>
          <p:cNvGrpSpPr/>
          <p:nvPr/>
        </p:nvGrpSpPr>
        <p:grpSpPr>
          <a:xfrm>
            <a:off x="7117517" y="121216"/>
            <a:ext cx="4957810" cy="212400"/>
            <a:chOff x="6925793" y="165460"/>
            <a:chExt cx="4957810" cy="212400"/>
          </a:xfrm>
        </p:grpSpPr>
        <p:sp>
          <p:nvSpPr>
            <p:cNvPr id="590" name="Google Shape;590;p13"/>
            <p:cNvSpPr/>
            <p:nvPr/>
          </p:nvSpPr>
          <p:spPr>
            <a:xfrm>
              <a:off x="8732658" y="165460"/>
              <a:ext cx="1330893" cy="212400"/>
            </a:xfrm>
            <a:prstGeom prst="chevron">
              <a:avLst>
                <a:gd fmla="val 50000"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rgbClr val="FFFFFF"/>
                  </a:solidFill>
                  <a:latin typeface="Arial"/>
                  <a:ea typeface="Arial"/>
                  <a:cs typeface="Arial"/>
                  <a:sym typeface="Arial"/>
                </a:rPr>
                <a:t>MAC address</a:t>
              </a:r>
              <a:endParaRPr/>
            </a:p>
          </p:txBody>
        </p:sp>
        <p:sp>
          <p:nvSpPr>
            <p:cNvPr id="591" name="Google Shape;591;p13"/>
            <p:cNvSpPr/>
            <p:nvPr/>
          </p:nvSpPr>
          <p:spPr>
            <a:xfrm>
              <a:off x="9984432" y="165460"/>
              <a:ext cx="1899171" cy="212400"/>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Ethernet frame type</a:t>
              </a:r>
              <a:endParaRPr/>
            </a:p>
          </p:txBody>
        </p:sp>
        <p:sp>
          <p:nvSpPr>
            <p:cNvPr id="592" name="Google Shape;592;p13"/>
            <p:cNvSpPr/>
            <p:nvPr/>
          </p:nvSpPr>
          <p:spPr>
            <a:xfrm>
              <a:off x="6925793" y="165460"/>
              <a:ext cx="1885983" cy="212400"/>
            </a:xfrm>
            <a:prstGeom prst="homePlate">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Ethernet Frame Format</a:t>
              </a:r>
              <a:endParaRPr sz="1200">
                <a:solidFill>
                  <a:schemeClr val="dk1"/>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14"/>
          <p:cNvSpPr txBox="1"/>
          <p:nvPr>
            <p:ph idx="1" type="body"/>
          </p:nvPr>
        </p:nvSpPr>
        <p:spPr>
          <a:xfrm>
            <a:off x="451877" y="1242453"/>
            <a:ext cx="11306175" cy="96269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latin typeface="Arial"/>
                <a:ea typeface="Arial"/>
                <a:cs typeface="Arial"/>
                <a:sym typeface="Arial"/>
              </a:rPr>
              <a:t>Each Ethernet device has a unique MAC address before delivery. When the device accesses the network, it assigns an IP address to each host. Why?</a:t>
            </a:r>
            <a:endParaRPr sz="1800">
              <a:latin typeface="Arial"/>
              <a:ea typeface="Arial"/>
              <a:cs typeface="Arial"/>
              <a:sym typeface="Arial"/>
            </a:endParaRPr>
          </a:p>
        </p:txBody>
      </p:sp>
      <p:sp>
        <p:nvSpPr>
          <p:cNvPr id="598" name="Google Shape;598;p14"/>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IP Address Vs. MAC Address</a:t>
            </a:r>
            <a:endParaRPr>
              <a:latin typeface="Arial"/>
              <a:ea typeface="Arial"/>
              <a:cs typeface="Arial"/>
              <a:sym typeface="Arial"/>
            </a:endParaRPr>
          </a:p>
        </p:txBody>
      </p:sp>
      <p:sp>
        <p:nvSpPr>
          <p:cNvPr id="599" name="Google Shape;599;p14"/>
          <p:cNvSpPr/>
          <p:nvPr/>
        </p:nvSpPr>
        <p:spPr>
          <a:xfrm>
            <a:off x="884583" y="2234760"/>
            <a:ext cx="4909632" cy="394020"/>
          </a:xfrm>
          <a:prstGeom prst="roundRect">
            <a:avLst>
              <a:gd fmla="val 10604"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Arial"/>
                <a:ea typeface="Arial"/>
                <a:cs typeface="Arial"/>
                <a:sym typeface="Arial"/>
              </a:rPr>
              <a:t>Ethernet</a:t>
            </a:r>
            <a:endParaRPr/>
          </a:p>
        </p:txBody>
      </p:sp>
      <p:sp>
        <p:nvSpPr>
          <p:cNvPr id="600" name="Google Shape;600;p14"/>
          <p:cNvSpPr/>
          <p:nvPr/>
        </p:nvSpPr>
        <p:spPr>
          <a:xfrm>
            <a:off x="884583" y="2666264"/>
            <a:ext cx="4909632" cy="3431894"/>
          </a:xfrm>
          <a:prstGeom prst="roundRect">
            <a:avLst>
              <a:gd fmla="val 874" name="adj"/>
            </a:avLst>
          </a:prstGeom>
          <a:noFill/>
          <a:ln cap="flat" cmpd="sng" w="9525">
            <a:solidFill>
              <a:srgbClr val="A5A5A5"/>
            </a:solidFill>
            <a:prstDash val="solid"/>
            <a:miter lim="800000"/>
            <a:headEnd len="sm" w="sm" type="none"/>
            <a:tailEnd len="sm" w="sm" type="none"/>
          </a:ln>
        </p:spPr>
        <p:txBody>
          <a:bodyPr anchorCtr="0" anchor="t" bIns="36000" lIns="72000" spcFirstLastPara="1" rIns="72000" wrap="square" tIns="36000">
            <a:noAutofit/>
          </a:bodyPr>
          <a:lstStyle/>
          <a:p>
            <a:pPr indent="-76200" lvl="0" marL="177800" marR="0" rtl="0" algn="just">
              <a:lnSpc>
                <a:spcPct val="162500"/>
              </a:lnSpc>
              <a:spcBef>
                <a:spcPts val="0"/>
              </a:spcBef>
              <a:spcAft>
                <a:spcPts val="0"/>
              </a:spcAft>
              <a:buClr>
                <a:schemeClr val="dk1"/>
              </a:buClr>
              <a:buSzPts val="1600"/>
              <a:buFont typeface="Arial"/>
              <a:buNone/>
            </a:pPr>
            <a:r>
              <a:t/>
            </a:r>
            <a:endParaRPr sz="1600">
              <a:solidFill>
                <a:srgbClr val="000000"/>
              </a:solidFill>
              <a:latin typeface="Arial"/>
              <a:ea typeface="Arial"/>
              <a:cs typeface="Arial"/>
              <a:sym typeface="Arial"/>
            </a:endParaRPr>
          </a:p>
        </p:txBody>
      </p:sp>
      <p:pic>
        <p:nvPicPr>
          <p:cNvPr descr="PC.png" id="601" name="Google Shape;601;p14"/>
          <p:cNvPicPr preferRelativeResize="0"/>
          <p:nvPr/>
        </p:nvPicPr>
        <p:blipFill rotWithShape="1">
          <a:blip r:embed="rId3">
            <a:alphaModFix/>
          </a:blip>
          <a:srcRect b="0" l="0" r="0" t="0"/>
          <a:stretch/>
        </p:blipFill>
        <p:spPr>
          <a:xfrm>
            <a:off x="4246034" y="4829125"/>
            <a:ext cx="1071496" cy="822908"/>
          </a:xfrm>
          <a:prstGeom prst="rect">
            <a:avLst/>
          </a:prstGeom>
          <a:noFill/>
          <a:ln>
            <a:noFill/>
          </a:ln>
        </p:spPr>
      </p:pic>
      <p:pic>
        <p:nvPicPr>
          <p:cNvPr descr="PC.png" id="602" name="Google Shape;602;p14"/>
          <p:cNvPicPr preferRelativeResize="0"/>
          <p:nvPr/>
        </p:nvPicPr>
        <p:blipFill rotWithShape="1">
          <a:blip r:embed="rId3">
            <a:alphaModFix/>
          </a:blip>
          <a:srcRect b="0" l="0" r="0" t="0"/>
          <a:stretch/>
        </p:blipFill>
        <p:spPr>
          <a:xfrm>
            <a:off x="2121798" y="4829125"/>
            <a:ext cx="1071496" cy="822908"/>
          </a:xfrm>
          <a:prstGeom prst="rect">
            <a:avLst/>
          </a:prstGeom>
          <a:noFill/>
          <a:ln>
            <a:noFill/>
          </a:ln>
        </p:spPr>
      </p:pic>
      <p:pic>
        <p:nvPicPr>
          <p:cNvPr descr="PC.png" id="603" name="Google Shape;603;p14"/>
          <p:cNvPicPr preferRelativeResize="0"/>
          <p:nvPr/>
        </p:nvPicPr>
        <p:blipFill rotWithShape="1">
          <a:blip r:embed="rId3">
            <a:alphaModFix/>
          </a:blip>
          <a:srcRect b="0" l="0" r="0" t="0"/>
          <a:stretch/>
        </p:blipFill>
        <p:spPr>
          <a:xfrm>
            <a:off x="3093906" y="3250133"/>
            <a:ext cx="1071496" cy="822908"/>
          </a:xfrm>
          <a:prstGeom prst="rect">
            <a:avLst/>
          </a:prstGeom>
          <a:noFill/>
          <a:ln>
            <a:noFill/>
          </a:ln>
        </p:spPr>
      </p:pic>
      <p:pic>
        <p:nvPicPr>
          <p:cNvPr descr="PC.png" id="604" name="Google Shape;604;p14"/>
          <p:cNvPicPr preferRelativeResize="0"/>
          <p:nvPr/>
        </p:nvPicPr>
        <p:blipFill rotWithShape="1">
          <a:blip r:embed="rId3">
            <a:alphaModFix/>
          </a:blip>
          <a:srcRect b="0" l="0" r="0" t="0"/>
          <a:stretch/>
        </p:blipFill>
        <p:spPr>
          <a:xfrm>
            <a:off x="1221698" y="3250133"/>
            <a:ext cx="1071496" cy="822908"/>
          </a:xfrm>
          <a:prstGeom prst="rect">
            <a:avLst/>
          </a:prstGeom>
          <a:noFill/>
          <a:ln>
            <a:noFill/>
          </a:ln>
        </p:spPr>
      </p:pic>
      <p:grpSp>
        <p:nvGrpSpPr>
          <p:cNvPr id="605" name="Google Shape;605;p14"/>
          <p:cNvGrpSpPr/>
          <p:nvPr/>
        </p:nvGrpSpPr>
        <p:grpSpPr>
          <a:xfrm>
            <a:off x="1581738" y="3568985"/>
            <a:ext cx="720080" cy="461665"/>
            <a:chOff x="2171564" y="2204864"/>
            <a:chExt cx="720080" cy="461665"/>
          </a:xfrm>
        </p:grpSpPr>
        <p:sp>
          <p:nvSpPr>
            <p:cNvPr id="606" name="Google Shape;606;p14"/>
            <p:cNvSpPr/>
            <p:nvPr/>
          </p:nvSpPr>
          <p:spPr>
            <a:xfrm>
              <a:off x="2243572" y="2240868"/>
              <a:ext cx="576064" cy="396044"/>
            </a:xfrm>
            <a:prstGeom prst="rect">
              <a:avLst/>
            </a:prstGeom>
            <a:solidFill>
              <a:srgbClr val="FFF2CC"/>
            </a:solidFill>
            <a:ln cap="flat" cmpd="sng" w="12700">
              <a:solidFill>
                <a:srgbClr val="FFD17D"/>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607" name="Google Shape;607;p14"/>
            <p:cNvSpPr/>
            <p:nvPr/>
          </p:nvSpPr>
          <p:spPr>
            <a:xfrm>
              <a:off x="2171564" y="2204864"/>
              <a:ext cx="720080" cy="46166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NIC</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MAC1</a:t>
              </a:r>
              <a:endParaRPr sz="1200">
                <a:solidFill>
                  <a:schemeClr val="dk1"/>
                </a:solidFill>
                <a:latin typeface="Arial"/>
                <a:ea typeface="Arial"/>
                <a:cs typeface="Arial"/>
                <a:sym typeface="Arial"/>
              </a:endParaRPr>
            </a:p>
          </p:txBody>
        </p:sp>
      </p:grpSp>
      <p:sp>
        <p:nvSpPr>
          <p:cNvPr id="608" name="Google Shape;608;p14"/>
          <p:cNvSpPr/>
          <p:nvPr/>
        </p:nvSpPr>
        <p:spPr>
          <a:xfrm>
            <a:off x="2553846" y="5185971"/>
            <a:ext cx="576064" cy="396044"/>
          </a:xfrm>
          <a:prstGeom prst="rect">
            <a:avLst/>
          </a:prstGeom>
          <a:solidFill>
            <a:srgbClr val="FFF2CC"/>
          </a:solidFill>
          <a:ln cap="flat" cmpd="sng" w="12700">
            <a:solidFill>
              <a:srgbClr val="FFD17D"/>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609" name="Google Shape;609;p14"/>
          <p:cNvSpPr/>
          <p:nvPr/>
        </p:nvSpPr>
        <p:spPr>
          <a:xfrm>
            <a:off x="2481838" y="5153161"/>
            <a:ext cx="720080" cy="46166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NIC</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MAC3</a:t>
            </a:r>
            <a:endParaRPr sz="1200">
              <a:solidFill>
                <a:schemeClr val="dk1"/>
              </a:solidFill>
              <a:latin typeface="Arial"/>
              <a:ea typeface="Arial"/>
              <a:cs typeface="Arial"/>
              <a:sym typeface="Arial"/>
            </a:endParaRPr>
          </a:p>
        </p:txBody>
      </p:sp>
      <p:sp>
        <p:nvSpPr>
          <p:cNvPr id="610" name="Google Shape;610;p14"/>
          <p:cNvSpPr/>
          <p:nvPr/>
        </p:nvSpPr>
        <p:spPr>
          <a:xfrm>
            <a:off x="3489950" y="3604989"/>
            <a:ext cx="576064" cy="396044"/>
          </a:xfrm>
          <a:prstGeom prst="rect">
            <a:avLst/>
          </a:prstGeom>
          <a:solidFill>
            <a:srgbClr val="FFF2CC"/>
          </a:solidFill>
          <a:ln cap="flat" cmpd="sng" w="12700">
            <a:solidFill>
              <a:srgbClr val="FFD17D"/>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611" name="Google Shape;611;p14"/>
          <p:cNvSpPr/>
          <p:nvPr/>
        </p:nvSpPr>
        <p:spPr>
          <a:xfrm>
            <a:off x="3417942" y="3568985"/>
            <a:ext cx="720080" cy="46166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NIC</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MAC2</a:t>
            </a:r>
            <a:endParaRPr sz="1200">
              <a:solidFill>
                <a:schemeClr val="dk1"/>
              </a:solidFill>
              <a:latin typeface="Arial"/>
              <a:ea typeface="Arial"/>
              <a:cs typeface="Arial"/>
              <a:sym typeface="Arial"/>
            </a:endParaRPr>
          </a:p>
        </p:txBody>
      </p:sp>
      <p:sp>
        <p:nvSpPr>
          <p:cNvPr id="612" name="Google Shape;612;p14"/>
          <p:cNvSpPr/>
          <p:nvPr/>
        </p:nvSpPr>
        <p:spPr>
          <a:xfrm>
            <a:off x="4678082" y="5185971"/>
            <a:ext cx="576064" cy="396044"/>
          </a:xfrm>
          <a:prstGeom prst="rect">
            <a:avLst/>
          </a:prstGeom>
          <a:solidFill>
            <a:srgbClr val="F3FBFE"/>
          </a:solidFill>
          <a:ln cap="flat" cmpd="sng" w="12700">
            <a:solidFill>
              <a:srgbClr val="99DFF9"/>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613" name="Google Shape;613;p14"/>
          <p:cNvSpPr/>
          <p:nvPr/>
        </p:nvSpPr>
        <p:spPr>
          <a:xfrm>
            <a:off x="4606074" y="5153161"/>
            <a:ext cx="720080" cy="461665"/>
          </a:xfrm>
          <a:prstGeom prst="rect">
            <a:avLst/>
          </a:prstGeom>
          <a:solidFill>
            <a:srgbClr val="FFF2CC"/>
          </a:solidFill>
          <a:ln cap="flat" cmpd="sng" w="9525">
            <a:solidFill>
              <a:srgbClr val="FFD17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NIC</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MAC4</a:t>
            </a:r>
            <a:endParaRPr sz="1200">
              <a:solidFill>
                <a:schemeClr val="dk1"/>
              </a:solidFill>
              <a:latin typeface="Arial"/>
              <a:ea typeface="Arial"/>
              <a:cs typeface="Arial"/>
              <a:sym typeface="Arial"/>
            </a:endParaRPr>
          </a:p>
        </p:txBody>
      </p:sp>
      <p:cxnSp>
        <p:nvCxnSpPr>
          <p:cNvPr id="614" name="Google Shape;614;p14"/>
          <p:cNvCxnSpPr/>
          <p:nvPr/>
        </p:nvCxnSpPr>
        <p:spPr>
          <a:xfrm>
            <a:off x="1509730" y="4469085"/>
            <a:ext cx="3852428" cy="0"/>
          </a:xfrm>
          <a:prstGeom prst="straightConnector1">
            <a:avLst/>
          </a:prstGeom>
          <a:solidFill>
            <a:schemeClr val="accent1"/>
          </a:solidFill>
          <a:ln cap="flat" cmpd="sng" w="28575">
            <a:solidFill>
              <a:schemeClr val="dk1"/>
            </a:solidFill>
            <a:prstDash val="solid"/>
            <a:round/>
            <a:headEnd len="sm" w="sm" type="none"/>
            <a:tailEnd len="sm" w="sm" type="none"/>
          </a:ln>
        </p:spPr>
      </p:cxnSp>
      <p:cxnSp>
        <p:nvCxnSpPr>
          <p:cNvPr id="615" name="Google Shape;615;p14"/>
          <p:cNvCxnSpPr>
            <a:stCxn id="604" idx="2"/>
          </p:cNvCxnSpPr>
          <p:nvPr/>
        </p:nvCxnSpPr>
        <p:spPr>
          <a:xfrm>
            <a:off x="1757446" y="4073041"/>
            <a:ext cx="0" cy="3810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616" name="Google Shape;616;p14"/>
          <p:cNvCxnSpPr>
            <a:stCxn id="603" idx="2"/>
          </p:cNvCxnSpPr>
          <p:nvPr/>
        </p:nvCxnSpPr>
        <p:spPr>
          <a:xfrm>
            <a:off x="3629654" y="4073041"/>
            <a:ext cx="0" cy="3810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617" name="Google Shape;617;p14"/>
          <p:cNvCxnSpPr>
            <a:endCxn id="602" idx="0"/>
          </p:cNvCxnSpPr>
          <p:nvPr/>
        </p:nvCxnSpPr>
        <p:spPr>
          <a:xfrm>
            <a:off x="2657546" y="4469125"/>
            <a:ext cx="0" cy="3600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618" name="Google Shape;618;p14"/>
          <p:cNvCxnSpPr>
            <a:endCxn id="601" idx="0"/>
          </p:cNvCxnSpPr>
          <p:nvPr/>
        </p:nvCxnSpPr>
        <p:spPr>
          <a:xfrm>
            <a:off x="4781782" y="4469125"/>
            <a:ext cx="0" cy="360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619" name="Google Shape;619;p14"/>
          <p:cNvSpPr/>
          <p:nvPr/>
        </p:nvSpPr>
        <p:spPr>
          <a:xfrm>
            <a:off x="1185694" y="2937172"/>
            <a:ext cx="11161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1</a:t>
            </a:r>
            <a:endParaRPr sz="1400">
              <a:solidFill>
                <a:schemeClr val="dk1"/>
              </a:solidFill>
              <a:latin typeface="Arial"/>
              <a:ea typeface="Arial"/>
              <a:cs typeface="Arial"/>
              <a:sym typeface="Arial"/>
            </a:endParaRPr>
          </a:p>
        </p:txBody>
      </p:sp>
      <p:sp>
        <p:nvSpPr>
          <p:cNvPr id="620" name="Google Shape;620;p14"/>
          <p:cNvSpPr/>
          <p:nvPr/>
        </p:nvSpPr>
        <p:spPr>
          <a:xfrm>
            <a:off x="3093906" y="2937172"/>
            <a:ext cx="11161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2</a:t>
            </a:r>
            <a:endParaRPr sz="1400">
              <a:solidFill>
                <a:schemeClr val="dk1"/>
              </a:solidFill>
              <a:latin typeface="Arial"/>
              <a:ea typeface="Arial"/>
              <a:cs typeface="Arial"/>
              <a:sym typeface="Arial"/>
            </a:endParaRPr>
          </a:p>
        </p:txBody>
      </p:sp>
      <p:sp>
        <p:nvSpPr>
          <p:cNvPr id="621" name="Google Shape;621;p14"/>
          <p:cNvSpPr/>
          <p:nvPr/>
        </p:nvSpPr>
        <p:spPr>
          <a:xfrm>
            <a:off x="2085794" y="5657217"/>
            <a:ext cx="11161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3</a:t>
            </a:r>
            <a:endParaRPr sz="1400">
              <a:solidFill>
                <a:schemeClr val="dk1"/>
              </a:solidFill>
              <a:latin typeface="Arial"/>
              <a:ea typeface="Arial"/>
              <a:cs typeface="Arial"/>
              <a:sym typeface="Arial"/>
            </a:endParaRPr>
          </a:p>
        </p:txBody>
      </p:sp>
      <p:sp>
        <p:nvSpPr>
          <p:cNvPr id="622" name="Google Shape;622;p14"/>
          <p:cNvSpPr/>
          <p:nvPr/>
        </p:nvSpPr>
        <p:spPr>
          <a:xfrm>
            <a:off x="4246034" y="5657217"/>
            <a:ext cx="111612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4</a:t>
            </a:r>
            <a:endParaRPr sz="1400">
              <a:solidFill>
                <a:schemeClr val="dk1"/>
              </a:solidFill>
              <a:latin typeface="Arial"/>
              <a:ea typeface="Arial"/>
              <a:cs typeface="Arial"/>
              <a:sym typeface="Arial"/>
            </a:endParaRPr>
          </a:p>
        </p:txBody>
      </p:sp>
      <p:sp>
        <p:nvSpPr>
          <p:cNvPr id="623" name="Google Shape;623;p14"/>
          <p:cNvSpPr/>
          <p:nvPr/>
        </p:nvSpPr>
        <p:spPr>
          <a:xfrm>
            <a:off x="1365714" y="4109045"/>
            <a:ext cx="1116124"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IP1</a:t>
            </a:r>
            <a:endParaRPr b="1" sz="1200">
              <a:solidFill>
                <a:schemeClr val="dk1"/>
              </a:solidFill>
              <a:latin typeface="Arial"/>
              <a:ea typeface="Arial"/>
              <a:cs typeface="Arial"/>
              <a:sym typeface="Arial"/>
            </a:endParaRPr>
          </a:p>
        </p:txBody>
      </p:sp>
      <p:sp>
        <p:nvSpPr>
          <p:cNvPr id="624" name="Google Shape;624;p14"/>
          <p:cNvSpPr/>
          <p:nvPr/>
        </p:nvSpPr>
        <p:spPr>
          <a:xfrm>
            <a:off x="3237922" y="4109045"/>
            <a:ext cx="1116124"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IP2</a:t>
            </a:r>
            <a:endParaRPr b="1" sz="1200">
              <a:solidFill>
                <a:schemeClr val="dk1"/>
              </a:solidFill>
              <a:latin typeface="Arial"/>
              <a:ea typeface="Arial"/>
              <a:cs typeface="Arial"/>
              <a:sym typeface="Arial"/>
            </a:endParaRPr>
          </a:p>
        </p:txBody>
      </p:sp>
      <p:sp>
        <p:nvSpPr>
          <p:cNvPr id="625" name="Google Shape;625;p14"/>
          <p:cNvSpPr/>
          <p:nvPr/>
        </p:nvSpPr>
        <p:spPr>
          <a:xfrm>
            <a:off x="2337822" y="4505089"/>
            <a:ext cx="1116124"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IP3</a:t>
            </a:r>
            <a:endParaRPr b="1" sz="1200">
              <a:solidFill>
                <a:schemeClr val="dk1"/>
              </a:solidFill>
              <a:latin typeface="Arial"/>
              <a:ea typeface="Arial"/>
              <a:cs typeface="Arial"/>
              <a:sym typeface="Arial"/>
            </a:endParaRPr>
          </a:p>
        </p:txBody>
      </p:sp>
      <p:sp>
        <p:nvSpPr>
          <p:cNvPr id="626" name="Google Shape;626;p14"/>
          <p:cNvSpPr/>
          <p:nvPr/>
        </p:nvSpPr>
        <p:spPr>
          <a:xfrm>
            <a:off x="4405652" y="4505089"/>
            <a:ext cx="1116124"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IP4</a:t>
            </a:r>
            <a:endParaRPr b="1" sz="1200">
              <a:solidFill>
                <a:schemeClr val="dk1"/>
              </a:solidFill>
              <a:latin typeface="Arial"/>
              <a:ea typeface="Arial"/>
              <a:cs typeface="Arial"/>
              <a:sym typeface="Arial"/>
            </a:endParaRPr>
          </a:p>
        </p:txBody>
      </p:sp>
      <p:sp>
        <p:nvSpPr>
          <p:cNvPr id="627" name="Google Shape;627;p14"/>
          <p:cNvSpPr/>
          <p:nvPr/>
        </p:nvSpPr>
        <p:spPr>
          <a:xfrm>
            <a:off x="5944406" y="2671739"/>
            <a:ext cx="3627300" cy="1628315"/>
          </a:xfrm>
          <a:prstGeom prst="roundRect">
            <a:avLst>
              <a:gd fmla="val 2303" name="adj"/>
            </a:avLst>
          </a:prstGeom>
          <a:solidFill>
            <a:srgbClr val="3FCDFF">
              <a:alpha val="4705"/>
            </a:srgbClr>
          </a:solidFill>
          <a:ln cap="flat" cmpd="sng" w="12700">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Characteristics of IP addresses:</a:t>
            </a:r>
            <a:endParaRPr/>
          </a:p>
          <a:p>
            <a:pPr indent="-254000" lvl="1" marL="263525" marR="0" rtl="0" algn="l">
              <a:spcBef>
                <a:spcPts val="6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IP addresses are unique.</a:t>
            </a:r>
            <a:endParaRPr b="0" i="0" sz="1400" u="none" cap="none" strike="noStrike">
              <a:solidFill>
                <a:schemeClr val="dk1"/>
              </a:solidFill>
              <a:latin typeface="Arial"/>
              <a:ea typeface="Arial"/>
              <a:cs typeface="Arial"/>
              <a:sym typeface="Arial"/>
            </a:endParaRPr>
          </a:p>
          <a:p>
            <a:pPr indent="-254000" lvl="1" marL="263525" marR="0" rtl="0" algn="l">
              <a:spcBef>
                <a:spcPts val="6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IP addresses are </a:t>
            </a:r>
            <a:r>
              <a:rPr b="0" i="0" lang="en-US" sz="1400" u="none" cap="none" strike="noStrike">
                <a:solidFill>
                  <a:srgbClr val="EC7061"/>
                </a:solidFill>
                <a:latin typeface="Arial"/>
                <a:ea typeface="Arial"/>
                <a:cs typeface="Arial"/>
                <a:sym typeface="Arial"/>
              </a:rPr>
              <a:t>changeable</a:t>
            </a:r>
            <a:r>
              <a:rPr b="0" i="0" lang="en-US" sz="1400" u="none" cap="none" strike="noStrike">
                <a:solidFill>
                  <a:schemeClr val="dk1"/>
                </a:solidFill>
                <a:latin typeface="Arial"/>
                <a:ea typeface="Arial"/>
                <a:cs typeface="Arial"/>
                <a:sym typeface="Arial"/>
              </a:rPr>
              <a:t>.</a:t>
            </a:r>
            <a:endParaRPr/>
          </a:p>
          <a:p>
            <a:pPr indent="-254000" lvl="1" marL="263525" marR="0" rtl="0" algn="l">
              <a:spcBef>
                <a:spcPts val="6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IP addresses are assigned based on </a:t>
            </a:r>
            <a:r>
              <a:rPr b="0" i="0" lang="en-US" sz="1400" u="none" cap="none" strike="noStrike">
                <a:solidFill>
                  <a:srgbClr val="EC7061"/>
                </a:solidFill>
                <a:latin typeface="Arial"/>
                <a:ea typeface="Arial"/>
                <a:cs typeface="Arial"/>
                <a:sym typeface="Arial"/>
              </a:rPr>
              <a:t>network topology</a:t>
            </a:r>
            <a:r>
              <a:rPr b="0" i="0" lang="en-US"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628" name="Google Shape;628;p14"/>
          <p:cNvSpPr/>
          <p:nvPr/>
        </p:nvSpPr>
        <p:spPr>
          <a:xfrm>
            <a:off x="5944407" y="4469843"/>
            <a:ext cx="3627299" cy="1628315"/>
          </a:xfrm>
          <a:prstGeom prst="roundRect">
            <a:avLst>
              <a:gd fmla="val 2303" name="adj"/>
            </a:avLst>
          </a:prstGeom>
          <a:solidFill>
            <a:srgbClr val="F3FBFE"/>
          </a:solidFill>
          <a:ln cap="flat" cmpd="sng" w="12700">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rgbClr val="0C0C0C"/>
                </a:solidFill>
                <a:latin typeface="Arial"/>
                <a:ea typeface="Arial"/>
                <a:cs typeface="Arial"/>
                <a:sym typeface="Arial"/>
              </a:rPr>
              <a:t>Characteristics of MAC addresses:</a:t>
            </a:r>
            <a:endParaRPr/>
          </a:p>
          <a:p>
            <a:pPr indent="-254000" lvl="1" marL="263525" marR="0" rtl="0" algn="l">
              <a:spcBef>
                <a:spcPts val="600"/>
              </a:spcBef>
              <a:spcAft>
                <a:spcPts val="0"/>
              </a:spcAft>
              <a:buClr>
                <a:srgbClr val="0C0C0C"/>
              </a:buClr>
              <a:buSzPts val="1400"/>
              <a:buFont typeface="Arial"/>
              <a:buChar char="▫"/>
            </a:pPr>
            <a:r>
              <a:rPr b="0" i="0" lang="en-US" sz="1400" u="none" cap="none" strike="noStrike">
                <a:solidFill>
                  <a:srgbClr val="0C0C0C"/>
                </a:solidFill>
                <a:latin typeface="Arial"/>
                <a:ea typeface="Arial"/>
                <a:cs typeface="Arial"/>
                <a:sym typeface="Arial"/>
              </a:rPr>
              <a:t>MAC addresses are unique.</a:t>
            </a:r>
            <a:endParaRPr/>
          </a:p>
          <a:p>
            <a:pPr indent="-254000" lvl="1" marL="263525" marR="0" rtl="0" algn="l">
              <a:spcBef>
                <a:spcPts val="600"/>
              </a:spcBef>
              <a:spcAft>
                <a:spcPts val="0"/>
              </a:spcAft>
              <a:buClr>
                <a:srgbClr val="0C0C0C"/>
              </a:buClr>
              <a:buSzPts val="1400"/>
              <a:buFont typeface="Arial"/>
              <a:buChar char="▫"/>
            </a:pPr>
            <a:r>
              <a:rPr b="0" i="0" lang="en-US" sz="1400" u="none" cap="none" strike="noStrike">
                <a:solidFill>
                  <a:srgbClr val="0C0C0C"/>
                </a:solidFill>
                <a:latin typeface="Arial"/>
                <a:ea typeface="Arial"/>
                <a:cs typeface="Arial"/>
                <a:sym typeface="Arial"/>
              </a:rPr>
              <a:t>MAC addresses </a:t>
            </a:r>
            <a:r>
              <a:rPr b="0" i="0" lang="en-US" sz="1400" u="none" cap="none" strike="noStrike">
                <a:solidFill>
                  <a:srgbClr val="EC7061"/>
                </a:solidFill>
                <a:latin typeface="Arial"/>
                <a:ea typeface="Arial"/>
                <a:cs typeface="Arial"/>
                <a:sym typeface="Arial"/>
              </a:rPr>
              <a:t>cannot be changed</a:t>
            </a:r>
            <a:r>
              <a:rPr b="0" i="0" lang="en-US" sz="1400" u="none" cap="none" strike="noStrike">
                <a:solidFill>
                  <a:srgbClr val="0C0C0C"/>
                </a:solidFill>
                <a:latin typeface="Arial"/>
                <a:ea typeface="Arial"/>
                <a:cs typeface="Arial"/>
                <a:sym typeface="Arial"/>
              </a:rPr>
              <a:t>.</a:t>
            </a:r>
            <a:endParaRPr/>
          </a:p>
          <a:p>
            <a:pPr indent="-254000" lvl="1" marL="263525" marR="0" rtl="0" algn="l">
              <a:spcBef>
                <a:spcPts val="600"/>
              </a:spcBef>
              <a:spcAft>
                <a:spcPts val="0"/>
              </a:spcAft>
              <a:buClr>
                <a:srgbClr val="0C0C0C"/>
              </a:buClr>
              <a:buSzPts val="1400"/>
              <a:buFont typeface="Arial"/>
              <a:buChar char="▫"/>
            </a:pPr>
            <a:r>
              <a:rPr b="0" i="0" lang="en-US" sz="1400" u="none" cap="none" strike="noStrike">
                <a:solidFill>
                  <a:srgbClr val="0C0C0C"/>
                </a:solidFill>
                <a:latin typeface="Arial"/>
                <a:ea typeface="Arial"/>
                <a:cs typeface="Arial"/>
                <a:sym typeface="Arial"/>
              </a:rPr>
              <a:t>MAC addresses are assigned based on the </a:t>
            </a:r>
            <a:r>
              <a:rPr b="0" i="0" lang="en-US" sz="1400" u="none" cap="none" strike="noStrike">
                <a:solidFill>
                  <a:srgbClr val="EC7061"/>
                </a:solidFill>
                <a:latin typeface="Arial"/>
                <a:ea typeface="Arial"/>
                <a:cs typeface="Arial"/>
                <a:sym typeface="Arial"/>
              </a:rPr>
              <a:t>manufacturer</a:t>
            </a:r>
            <a:r>
              <a:rPr b="0" i="0" lang="en-US" sz="1400" u="none" cap="none" strike="noStrike">
                <a:solidFill>
                  <a:srgbClr val="0C0C0C"/>
                </a:solidFill>
                <a:latin typeface="Arial"/>
                <a:ea typeface="Arial"/>
                <a:cs typeface="Arial"/>
                <a:sym typeface="Arial"/>
              </a:rPr>
              <a:t>.</a:t>
            </a:r>
            <a:endParaRPr/>
          </a:p>
        </p:txBody>
      </p:sp>
      <p:sp>
        <p:nvSpPr>
          <p:cNvPr id="629" name="Google Shape;629;p14"/>
          <p:cNvSpPr/>
          <p:nvPr/>
        </p:nvSpPr>
        <p:spPr>
          <a:xfrm>
            <a:off x="11046929" y="5013089"/>
            <a:ext cx="720080" cy="1288256"/>
          </a:xfrm>
          <a:custGeom>
            <a:rect b="b" l="l" r="r" t="t"/>
            <a:pathLst>
              <a:path extrusionOk="0" h="597716" w="334098">
                <a:moveTo>
                  <a:pt x="68160" y="270064"/>
                </a:moveTo>
                <a:cubicBezTo>
                  <a:pt x="68160" y="288267"/>
                  <a:pt x="80315" y="305712"/>
                  <a:pt x="101585" y="307987"/>
                </a:cubicBezTo>
                <a:cubicBezTo>
                  <a:pt x="111461" y="308745"/>
                  <a:pt x="123615" y="310262"/>
                  <a:pt x="137289" y="310262"/>
                </a:cubicBezTo>
                <a:cubicBezTo>
                  <a:pt x="144886" y="310262"/>
                  <a:pt x="152483" y="309504"/>
                  <a:pt x="160839" y="308745"/>
                </a:cubicBezTo>
                <a:lnTo>
                  <a:pt x="159320" y="437682"/>
                </a:lnTo>
                <a:lnTo>
                  <a:pt x="159320" y="572687"/>
                </a:lnTo>
                <a:cubicBezTo>
                  <a:pt x="159320" y="603783"/>
                  <a:pt x="110701" y="603783"/>
                  <a:pt x="110701" y="572687"/>
                </a:cubicBezTo>
                <a:lnTo>
                  <a:pt x="110701" y="380798"/>
                </a:lnTo>
                <a:lnTo>
                  <a:pt x="87152" y="380798"/>
                </a:lnTo>
                <a:lnTo>
                  <a:pt x="87152" y="571928"/>
                </a:lnTo>
                <a:cubicBezTo>
                  <a:pt x="87152" y="586339"/>
                  <a:pt x="74997" y="597716"/>
                  <a:pt x="59804" y="597716"/>
                </a:cubicBezTo>
                <a:cubicBezTo>
                  <a:pt x="45370" y="597716"/>
                  <a:pt x="34735" y="586339"/>
                  <a:pt x="34735" y="571928"/>
                </a:cubicBezTo>
                <a:lnTo>
                  <a:pt x="34735" y="437682"/>
                </a:lnTo>
                <a:lnTo>
                  <a:pt x="34735" y="289784"/>
                </a:lnTo>
                <a:cubicBezTo>
                  <a:pt x="48409" y="285992"/>
                  <a:pt x="59044" y="279166"/>
                  <a:pt x="68160" y="270064"/>
                </a:cubicBezTo>
                <a:close/>
                <a:moveTo>
                  <a:pt x="126724" y="150296"/>
                </a:moveTo>
                <a:cubicBezTo>
                  <a:pt x="141154" y="154089"/>
                  <a:pt x="151027" y="158640"/>
                  <a:pt x="155584" y="160916"/>
                </a:cubicBezTo>
                <a:cubicBezTo>
                  <a:pt x="157103" y="161674"/>
                  <a:pt x="158621" y="162433"/>
                  <a:pt x="160900" y="163191"/>
                </a:cubicBezTo>
                <a:cubicBezTo>
                  <a:pt x="193557" y="186706"/>
                  <a:pt x="217860" y="220081"/>
                  <a:pt x="206468" y="261800"/>
                </a:cubicBezTo>
                <a:cubicBezTo>
                  <a:pt x="204949" y="267110"/>
                  <a:pt x="202671" y="270902"/>
                  <a:pt x="200392" y="274695"/>
                </a:cubicBezTo>
                <a:cubicBezTo>
                  <a:pt x="199633" y="275453"/>
                  <a:pt x="198873" y="276970"/>
                  <a:pt x="198114" y="277729"/>
                </a:cubicBezTo>
                <a:cubicBezTo>
                  <a:pt x="179127" y="298209"/>
                  <a:pt x="141913" y="297451"/>
                  <a:pt x="103180" y="294417"/>
                </a:cubicBezTo>
                <a:cubicBezTo>
                  <a:pt x="87991" y="292900"/>
                  <a:pt x="81156" y="279246"/>
                  <a:pt x="81915" y="267110"/>
                </a:cubicBezTo>
                <a:cubicBezTo>
                  <a:pt x="82675" y="263317"/>
                  <a:pt x="85713" y="249663"/>
                  <a:pt x="101661" y="251180"/>
                </a:cubicBezTo>
                <a:cubicBezTo>
                  <a:pt x="112294" y="251939"/>
                  <a:pt x="121408" y="252698"/>
                  <a:pt x="130521" y="252698"/>
                </a:cubicBezTo>
                <a:lnTo>
                  <a:pt x="133559" y="253456"/>
                </a:lnTo>
                <a:cubicBezTo>
                  <a:pt x="157862" y="253456"/>
                  <a:pt x="164697" y="252698"/>
                  <a:pt x="166976" y="246629"/>
                </a:cubicBezTo>
                <a:cubicBezTo>
                  <a:pt x="173052" y="233734"/>
                  <a:pt x="165457" y="217805"/>
                  <a:pt x="156343" y="208703"/>
                </a:cubicBezTo>
                <a:cubicBezTo>
                  <a:pt x="150267" y="201876"/>
                  <a:pt x="144951" y="197325"/>
                  <a:pt x="139635" y="192774"/>
                </a:cubicBezTo>
                <a:cubicBezTo>
                  <a:pt x="139635" y="192774"/>
                  <a:pt x="139635" y="192774"/>
                  <a:pt x="139635" y="192015"/>
                </a:cubicBezTo>
                <a:cubicBezTo>
                  <a:pt x="138875" y="192015"/>
                  <a:pt x="138116" y="191257"/>
                  <a:pt x="138116" y="191257"/>
                </a:cubicBezTo>
                <a:lnTo>
                  <a:pt x="132040" y="186706"/>
                </a:lnTo>
                <a:lnTo>
                  <a:pt x="127483" y="192015"/>
                </a:lnTo>
                <a:cubicBezTo>
                  <a:pt x="124445" y="195808"/>
                  <a:pt x="125964" y="198842"/>
                  <a:pt x="128243" y="201118"/>
                </a:cubicBezTo>
                <a:lnTo>
                  <a:pt x="127483" y="201118"/>
                </a:lnTo>
                <a:cubicBezTo>
                  <a:pt x="128243" y="201876"/>
                  <a:pt x="129002" y="201876"/>
                  <a:pt x="129002" y="202635"/>
                </a:cubicBezTo>
                <a:cubicBezTo>
                  <a:pt x="129762" y="202635"/>
                  <a:pt x="130521" y="203393"/>
                  <a:pt x="131281" y="204152"/>
                </a:cubicBezTo>
                <a:cubicBezTo>
                  <a:pt x="135837" y="207944"/>
                  <a:pt x="140394" y="211737"/>
                  <a:pt x="145711" y="217805"/>
                </a:cubicBezTo>
                <a:cubicBezTo>
                  <a:pt x="151027" y="223873"/>
                  <a:pt x="155584" y="232217"/>
                  <a:pt x="154824" y="238286"/>
                </a:cubicBezTo>
                <a:cubicBezTo>
                  <a:pt x="149508" y="239044"/>
                  <a:pt x="138116" y="239044"/>
                  <a:pt x="133559" y="239044"/>
                </a:cubicBezTo>
                <a:lnTo>
                  <a:pt x="131281" y="239044"/>
                </a:lnTo>
                <a:cubicBezTo>
                  <a:pt x="122167" y="239044"/>
                  <a:pt x="113053" y="238286"/>
                  <a:pt x="103180" y="236768"/>
                </a:cubicBezTo>
                <a:cubicBezTo>
                  <a:pt x="98624" y="236768"/>
                  <a:pt x="94826" y="236768"/>
                  <a:pt x="91029" y="238286"/>
                </a:cubicBezTo>
                <a:cubicBezTo>
                  <a:pt x="96345" y="227666"/>
                  <a:pt x="101661" y="216288"/>
                  <a:pt x="106218" y="206427"/>
                </a:cubicBezTo>
                <a:cubicBezTo>
                  <a:pt x="111535" y="194291"/>
                  <a:pt x="116851" y="182154"/>
                  <a:pt x="122167" y="173052"/>
                </a:cubicBezTo>
                <a:cubicBezTo>
                  <a:pt x="126724" y="165467"/>
                  <a:pt x="128243" y="157882"/>
                  <a:pt x="126724" y="150296"/>
                </a:cubicBezTo>
                <a:close/>
                <a:moveTo>
                  <a:pt x="84913" y="137342"/>
                </a:moveTo>
                <a:cubicBezTo>
                  <a:pt x="94789" y="135066"/>
                  <a:pt x="105424" y="139618"/>
                  <a:pt x="111501" y="147204"/>
                </a:cubicBezTo>
                <a:cubicBezTo>
                  <a:pt x="114540" y="152514"/>
                  <a:pt x="114540" y="159342"/>
                  <a:pt x="110742" y="166169"/>
                </a:cubicBezTo>
                <a:cubicBezTo>
                  <a:pt x="104664" y="176031"/>
                  <a:pt x="99347" y="188169"/>
                  <a:pt x="94029" y="200307"/>
                </a:cubicBezTo>
                <a:cubicBezTo>
                  <a:pt x="79595" y="232927"/>
                  <a:pt x="64402" y="266306"/>
                  <a:pt x="34775" y="275409"/>
                </a:cubicBezTo>
                <a:cubicBezTo>
                  <a:pt x="34775" y="275409"/>
                  <a:pt x="8947" y="279202"/>
                  <a:pt x="4389" y="257203"/>
                </a:cubicBezTo>
                <a:cubicBezTo>
                  <a:pt x="-11564" y="201065"/>
                  <a:pt x="21101" y="172997"/>
                  <a:pt x="21101" y="172997"/>
                </a:cubicBezTo>
                <a:cubicBezTo>
                  <a:pt x="32496" y="164652"/>
                  <a:pt x="43891" y="158583"/>
                  <a:pt x="55286" y="154790"/>
                </a:cubicBezTo>
                <a:cubicBezTo>
                  <a:pt x="50728" y="163893"/>
                  <a:pt x="46170" y="172997"/>
                  <a:pt x="46170" y="173755"/>
                </a:cubicBezTo>
                <a:lnTo>
                  <a:pt x="26419" y="229893"/>
                </a:lnTo>
                <a:lnTo>
                  <a:pt x="32496" y="233686"/>
                </a:lnTo>
                <a:lnTo>
                  <a:pt x="58325" y="179824"/>
                </a:lnTo>
                <a:cubicBezTo>
                  <a:pt x="58325" y="179066"/>
                  <a:pt x="68960" y="156307"/>
                  <a:pt x="75037" y="145687"/>
                </a:cubicBezTo>
                <a:cubicBezTo>
                  <a:pt x="78076" y="141135"/>
                  <a:pt x="81115" y="138859"/>
                  <a:pt x="84913" y="137342"/>
                </a:cubicBezTo>
                <a:close/>
                <a:moveTo>
                  <a:pt x="232297" y="121421"/>
                </a:moveTo>
                <a:cubicBezTo>
                  <a:pt x="228501" y="120662"/>
                  <a:pt x="225464" y="121421"/>
                  <a:pt x="223187" y="122179"/>
                </a:cubicBezTo>
                <a:cubicBezTo>
                  <a:pt x="223187" y="124455"/>
                  <a:pt x="226224" y="125972"/>
                  <a:pt x="232297" y="125972"/>
                </a:cubicBezTo>
                <a:cubicBezTo>
                  <a:pt x="240648" y="125214"/>
                  <a:pt x="238371" y="121421"/>
                  <a:pt x="232297" y="121421"/>
                </a:cubicBezTo>
                <a:close/>
                <a:moveTo>
                  <a:pt x="223946" y="82731"/>
                </a:moveTo>
                <a:cubicBezTo>
                  <a:pt x="223187" y="84249"/>
                  <a:pt x="223946" y="86525"/>
                  <a:pt x="223946" y="88042"/>
                </a:cubicBezTo>
                <a:cubicBezTo>
                  <a:pt x="225464" y="89559"/>
                  <a:pt x="227742" y="91076"/>
                  <a:pt x="230020" y="92593"/>
                </a:cubicBezTo>
                <a:cubicBezTo>
                  <a:pt x="233056" y="93352"/>
                  <a:pt x="236093" y="94869"/>
                  <a:pt x="239130" y="95628"/>
                </a:cubicBezTo>
                <a:cubicBezTo>
                  <a:pt x="241407" y="94869"/>
                  <a:pt x="243685" y="94111"/>
                  <a:pt x="245963" y="93352"/>
                </a:cubicBezTo>
                <a:cubicBezTo>
                  <a:pt x="255832" y="91835"/>
                  <a:pt x="267220" y="91076"/>
                  <a:pt x="274812" y="98662"/>
                </a:cubicBezTo>
                <a:cubicBezTo>
                  <a:pt x="278608" y="98662"/>
                  <a:pt x="283163" y="97904"/>
                  <a:pt x="286959" y="97145"/>
                </a:cubicBezTo>
                <a:cubicBezTo>
                  <a:pt x="291514" y="95628"/>
                  <a:pt x="293033" y="92593"/>
                  <a:pt x="292273" y="88042"/>
                </a:cubicBezTo>
                <a:cubicBezTo>
                  <a:pt x="289237" y="88800"/>
                  <a:pt x="286200" y="88800"/>
                  <a:pt x="283922" y="88800"/>
                </a:cubicBezTo>
                <a:cubicBezTo>
                  <a:pt x="282404" y="88800"/>
                  <a:pt x="280126" y="89559"/>
                  <a:pt x="278608" y="89559"/>
                </a:cubicBezTo>
                <a:cubicBezTo>
                  <a:pt x="277090" y="89559"/>
                  <a:pt x="275571" y="89559"/>
                  <a:pt x="274053" y="88800"/>
                </a:cubicBezTo>
                <a:cubicBezTo>
                  <a:pt x="269498" y="88800"/>
                  <a:pt x="264942" y="88800"/>
                  <a:pt x="260387" y="88042"/>
                </a:cubicBezTo>
                <a:cubicBezTo>
                  <a:pt x="248240" y="87283"/>
                  <a:pt x="235334" y="85766"/>
                  <a:pt x="223946" y="82731"/>
                </a:cubicBezTo>
                <a:close/>
                <a:moveTo>
                  <a:pt x="237611" y="66042"/>
                </a:moveTo>
                <a:cubicBezTo>
                  <a:pt x="233815" y="66801"/>
                  <a:pt x="229260" y="68318"/>
                  <a:pt x="226224" y="70594"/>
                </a:cubicBezTo>
                <a:cubicBezTo>
                  <a:pt x="232297" y="72111"/>
                  <a:pt x="239130" y="72870"/>
                  <a:pt x="245203" y="74387"/>
                </a:cubicBezTo>
                <a:cubicBezTo>
                  <a:pt x="247481" y="74387"/>
                  <a:pt x="249759" y="74387"/>
                  <a:pt x="252036" y="75145"/>
                </a:cubicBezTo>
                <a:cubicBezTo>
                  <a:pt x="249759" y="72111"/>
                  <a:pt x="248240" y="69835"/>
                  <a:pt x="247481" y="66801"/>
                </a:cubicBezTo>
                <a:cubicBezTo>
                  <a:pt x="244444" y="66042"/>
                  <a:pt x="240648" y="66042"/>
                  <a:pt x="237611" y="66042"/>
                </a:cubicBezTo>
                <a:close/>
                <a:moveTo>
                  <a:pt x="261146" y="55421"/>
                </a:moveTo>
                <a:cubicBezTo>
                  <a:pt x="260387" y="55421"/>
                  <a:pt x="260387" y="56180"/>
                  <a:pt x="260387" y="56180"/>
                </a:cubicBezTo>
                <a:cubicBezTo>
                  <a:pt x="261906" y="56939"/>
                  <a:pt x="263424" y="56939"/>
                  <a:pt x="264942" y="57697"/>
                </a:cubicBezTo>
                <a:cubicBezTo>
                  <a:pt x="263424" y="56939"/>
                  <a:pt x="261906" y="56180"/>
                  <a:pt x="261146" y="55421"/>
                </a:cubicBezTo>
                <a:close/>
                <a:moveTo>
                  <a:pt x="248240" y="52387"/>
                </a:moveTo>
                <a:cubicBezTo>
                  <a:pt x="245203" y="51628"/>
                  <a:pt x="242167" y="52387"/>
                  <a:pt x="239130" y="53904"/>
                </a:cubicBezTo>
                <a:cubicBezTo>
                  <a:pt x="241407" y="53904"/>
                  <a:pt x="244444" y="53904"/>
                  <a:pt x="247481" y="53904"/>
                </a:cubicBezTo>
                <a:cubicBezTo>
                  <a:pt x="248240" y="53146"/>
                  <a:pt x="248240" y="52387"/>
                  <a:pt x="248240" y="52387"/>
                </a:cubicBezTo>
                <a:close/>
                <a:moveTo>
                  <a:pt x="290755" y="44042"/>
                </a:moveTo>
                <a:cubicBezTo>
                  <a:pt x="285441" y="44801"/>
                  <a:pt x="280126" y="45559"/>
                  <a:pt x="275571" y="46318"/>
                </a:cubicBezTo>
                <a:cubicBezTo>
                  <a:pt x="274812" y="46318"/>
                  <a:pt x="274053" y="47077"/>
                  <a:pt x="272534" y="47077"/>
                </a:cubicBezTo>
                <a:cubicBezTo>
                  <a:pt x="278608" y="50870"/>
                  <a:pt x="284681" y="55421"/>
                  <a:pt x="289237" y="59973"/>
                </a:cubicBezTo>
                <a:cubicBezTo>
                  <a:pt x="293033" y="63008"/>
                  <a:pt x="296069" y="68318"/>
                  <a:pt x="299106" y="73628"/>
                </a:cubicBezTo>
                <a:cubicBezTo>
                  <a:pt x="307457" y="71352"/>
                  <a:pt x="334029" y="58456"/>
                  <a:pt x="317327" y="49352"/>
                </a:cubicBezTo>
                <a:cubicBezTo>
                  <a:pt x="311253" y="46318"/>
                  <a:pt x="304420" y="44801"/>
                  <a:pt x="297588" y="44042"/>
                </a:cubicBezTo>
                <a:cubicBezTo>
                  <a:pt x="296069" y="45559"/>
                  <a:pt x="293033" y="45559"/>
                  <a:pt x="290755" y="44042"/>
                </a:cubicBezTo>
                <a:close/>
                <a:moveTo>
                  <a:pt x="98579" y="36498"/>
                </a:moveTo>
                <a:cubicBezTo>
                  <a:pt x="123746" y="36498"/>
                  <a:pt x="144147" y="56872"/>
                  <a:pt x="144147" y="82005"/>
                </a:cubicBezTo>
                <a:cubicBezTo>
                  <a:pt x="144147" y="107138"/>
                  <a:pt x="123746" y="127512"/>
                  <a:pt x="98579" y="127512"/>
                </a:cubicBezTo>
                <a:cubicBezTo>
                  <a:pt x="73412" y="127512"/>
                  <a:pt x="53011" y="107138"/>
                  <a:pt x="53011" y="82005"/>
                </a:cubicBezTo>
                <a:cubicBezTo>
                  <a:pt x="53011" y="56872"/>
                  <a:pt x="73412" y="36498"/>
                  <a:pt x="98579" y="36498"/>
                </a:cubicBezTo>
                <a:close/>
                <a:moveTo>
                  <a:pt x="277469" y="13129"/>
                </a:moveTo>
                <a:cubicBezTo>
                  <a:pt x="269498" y="11232"/>
                  <a:pt x="258869" y="12560"/>
                  <a:pt x="249759" y="14456"/>
                </a:cubicBezTo>
                <a:cubicBezTo>
                  <a:pt x="233815" y="17491"/>
                  <a:pt x="215595" y="20525"/>
                  <a:pt x="200411" y="28111"/>
                </a:cubicBezTo>
                <a:cubicBezTo>
                  <a:pt x="193578" y="31904"/>
                  <a:pt x="178394" y="37973"/>
                  <a:pt x="185986" y="48594"/>
                </a:cubicBezTo>
                <a:cubicBezTo>
                  <a:pt x="192060" y="56939"/>
                  <a:pt x="200411" y="61490"/>
                  <a:pt x="208762" y="65283"/>
                </a:cubicBezTo>
                <a:cubicBezTo>
                  <a:pt x="210280" y="65283"/>
                  <a:pt x="211799" y="66042"/>
                  <a:pt x="212558" y="66801"/>
                </a:cubicBezTo>
                <a:cubicBezTo>
                  <a:pt x="213317" y="66042"/>
                  <a:pt x="213317" y="65283"/>
                  <a:pt x="214076" y="65283"/>
                </a:cubicBezTo>
                <a:cubicBezTo>
                  <a:pt x="216354" y="57697"/>
                  <a:pt x="220909" y="50870"/>
                  <a:pt x="226983" y="46318"/>
                </a:cubicBezTo>
                <a:cubicBezTo>
                  <a:pt x="236852" y="39491"/>
                  <a:pt x="247481" y="38732"/>
                  <a:pt x="257350" y="41008"/>
                </a:cubicBezTo>
                <a:cubicBezTo>
                  <a:pt x="266461" y="34939"/>
                  <a:pt x="277849" y="31904"/>
                  <a:pt x="289237" y="31146"/>
                </a:cubicBezTo>
                <a:cubicBezTo>
                  <a:pt x="290755" y="20146"/>
                  <a:pt x="285441" y="15025"/>
                  <a:pt x="277469" y="13129"/>
                </a:cubicBezTo>
                <a:close/>
                <a:moveTo>
                  <a:pt x="256876" y="422"/>
                </a:moveTo>
                <a:cubicBezTo>
                  <a:pt x="283543" y="-1854"/>
                  <a:pt x="305939" y="4594"/>
                  <a:pt x="302143" y="31904"/>
                </a:cubicBezTo>
                <a:cubicBezTo>
                  <a:pt x="305939" y="32663"/>
                  <a:pt x="309735" y="33422"/>
                  <a:pt x="312772" y="34180"/>
                </a:cubicBezTo>
                <a:cubicBezTo>
                  <a:pt x="330233" y="38732"/>
                  <a:pt x="342380" y="57697"/>
                  <a:pt x="327196" y="73628"/>
                </a:cubicBezTo>
                <a:cubicBezTo>
                  <a:pt x="321123" y="79697"/>
                  <a:pt x="312772" y="83490"/>
                  <a:pt x="303661" y="85766"/>
                </a:cubicBezTo>
                <a:cubicBezTo>
                  <a:pt x="305939" y="96387"/>
                  <a:pt x="303661" y="106248"/>
                  <a:pt x="289996" y="109283"/>
                </a:cubicBezTo>
                <a:cubicBezTo>
                  <a:pt x="286200" y="110042"/>
                  <a:pt x="280885" y="110800"/>
                  <a:pt x="276330" y="111559"/>
                </a:cubicBezTo>
                <a:cubicBezTo>
                  <a:pt x="275571" y="112317"/>
                  <a:pt x="274812" y="113835"/>
                  <a:pt x="273294" y="115352"/>
                </a:cubicBezTo>
                <a:cubicBezTo>
                  <a:pt x="268738" y="120662"/>
                  <a:pt x="261146" y="122938"/>
                  <a:pt x="253555" y="122938"/>
                </a:cubicBezTo>
                <a:cubicBezTo>
                  <a:pt x="254314" y="129007"/>
                  <a:pt x="248240" y="133559"/>
                  <a:pt x="240648" y="135834"/>
                </a:cubicBezTo>
                <a:cubicBezTo>
                  <a:pt x="247481" y="139627"/>
                  <a:pt x="254314" y="143421"/>
                  <a:pt x="258869" y="148731"/>
                </a:cubicBezTo>
                <a:cubicBezTo>
                  <a:pt x="263424" y="155558"/>
                  <a:pt x="252795" y="161627"/>
                  <a:pt x="248240" y="155558"/>
                </a:cubicBezTo>
                <a:cubicBezTo>
                  <a:pt x="239130" y="143421"/>
                  <a:pt x="207244" y="142662"/>
                  <a:pt x="207244" y="124455"/>
                </a:cubicBezTo>
                <a:cubicBezTo>
                  <a:pt x="206485" y="117628"/>
                  <a:pt x="211040" y="111559"/>
                  <a:pt x="217872" y="106248"/>
                </a:cubicBezTo>
                <a:cubicBezTo>
                  <a:pt x="217113" y="105490"/>
                  <a:pt x="216354" y="104731"/>
                  <a:pt x="216354" y="103214"/>
                </a:cubicBezTo>
                <a:cubicBezTo>
                  <a:pt x="214076" y="99421"/>
                  <a:pt x="212558" y="94869"/>
                  <a:pt x="211799" y="91076"/>
                </a:cubicBezTo>
                <a:cubicBezTo>
                  <a:pt x="210280" y="86525"/>
                  <a:pt x="208762" y="82731"/>
                  <a:pt x="208762" y="78180"/>
                </a:cubicBezTo>
                <a:cubicBezTo>
                  <a:pt x="203448" y="76663"/>
                  <a:pt x="198893" y="74387"/>
                  <a:pt x="193578" y="71352"/>
                </a:cubicBezTo>
                <a:cubicBezTo>
                  <a:pt x="173839" y="59214"/>
                  <a:pt x="161692" y="36456"/>
                  <a:pt x="185986" y="21284"/>
                </a:cubicBezTo>
                <a:cubicBezTo>
                  <a:pt x="199272" y="13698"/>
                  <a:pt x="230209" y="2698"/>
                  <a:pt x="256876" y="422"/>
                </a:cubicBezTo>
                <a:close/>
              </a:path>
            </a:pathLst>
          </a:custGeom>
          <a:solidFill>
            <a:srgbClr val="3FCD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0" name="Google Shape;630;p14"/>
          <p:cNvSpPr/>
          <p:nvPr/>
        </p:nvSpPr>
        <p:spPr>
          <a:xfrm>
            <a:off x="9688139" y="4226622"/>
            <a:ext cx="1599429" cy="786467"/>
          </a:xfrm>
          <a:prstGeom prst="wedgeRoundRectCallout">
            <a:avLst>
              <a:gd fmla="val 38922" name="adj1"/>
              <a:gd fmla="val 78570" name="adj2"/>
              <a:gd fmla="val 16667" name="adj3"/>
            </a:avLst>
          </a:prstGeom>
          <a:solidFill>
            <a:schemeClr val="lt1"/>
          </a:solidFill>
          <a:ln cap="flat" cmpd="sng" w="19050">
            <a:solidFill>
              <a:srgbClr val="99DF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Can a network device have either a MAC address or an IP address?</a:t>
            </a:r>
            <a:endParaRPr b="0" i="0" sz="1200" u="none" cap="none" strike="noStrike">
              <a:solidFill>
                <a:schemeClr val="dk1"/>
              </a:solidFill>
              <a:latin typeface="Arial"/>
              <a:ea typeface="Arial"/>
              <a:cs typeface="Arial"/>
              <a:sym typeface="Arial"/>
            </a:endParaRPr>
          </a:p>
        </p:txBody>
      </p:sp>
      <p:grpSp>
        <p:nvGrpSpPr>
          <p:cNvPr id="631" name="Google Shape;631;p14"/>
          <p:cNvGrpSpPr/>
          <p:nvPr/>
        </p:nvGrpSpPr>
        <p:grpSpPr>
          <a:xfrm>
            <a:off x="7117517" y="121216"/>
            <a:ext cx="4957810" cy="212400"/>
            <a:chOff x="6925793" y="165460"/>
            <a:chExt cx="4957810" cy="212400"/>
          </a:xfrm>
        </p:grpSpPr>
        <p:sp>
          <p:nvSpPr>
            <p:cNvPr id="632" name="Google Shape;632;p14"/>
            <p:cNvSpPr/>
            <p:nvPr/>
          </p:nvSpPr>
          <p:spPr>
            <a:xfrm>
              <a:off x="8732658" y="165460"/>
              <a:ext cx="1330893" cy="212400"/>
            </a:xfrm>
            <a:prstGeom prst="chevron">
              <a:avLst>
                <a:gd fmla="val 50000"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rgbClr val="FFFFFF"/>
                  </a:solidFill>
                  <a:latin typeface="Arial"/>
                  <a:ea typeface="Arial"/>
                  <a:cs typeface="Arial"/>
                  <a:sym typeface="Arial"/>
                </a:rPr>
                <a:t>MAC address</a:t>
              </a:r>
              <a:endParaRPr/>
            </a:p>
          </p:txBody>
        </p:sp>
        <p:sp>
          <p:nvSpPr>
            <p:cNvPr id="633" name="Google Shape;633;p14"/>
            <p:cNvSpPr/>
            <p:nvPr/>
          </p:nvSpPr>
          <p:spPr>
            <a:xfrm>
              <a:off x="9984432" y="165460"/>
              <a:ext cx="1899171" cy="212400"/>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Ethernet frame type</a:t>
              </a:r>
              <a:endParaRPr/>
            </a:p>
          </p:txBody>
        </p:sp>
        <p:sp>
          <p:nvSpPr>
            <p:cNvPr id="634" name="Google Shape;634;p14"/>
            <p:cNvSpPr/>
            <p:nvPr/>
          </p:nvSpPr>
          <p:spPr>
            <a:xfrm>
              <a:off x="6925793" y="165460"/>
              <a:ext cx="1885983" cy="212400"/>
            </a:xfrm>
            <a:prstGeom prst="homePlate">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Ethernet Frame Format</a:t>
              </a:r>
              <a:endParaRPr sz="1200">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5"/>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latin typeface="Arial"/>
                <a:ea typeface="Arial"/>
                <a:cs typeface="Arial"/>
                <a:sym typeface="Arial"/>
              </a:rPr>
              <a:t>A MAC address is 48 bits (6 bytes) in length.</a:t>
            </a:r>
            <a:endParaRPr/>
          </a:p>
          <a:p>
            <a:pPr indent="-302279" lvl="0" marL="302279" rtl="0" algn="just">
              <a:lnSpc>
                <a:spcPct val="140000"/>
              </a:lnSpc>
              <a:spcBef>
                <a:spcPts val="792"/>
              </a:spcBef>
              <a:spcAft>
                <a:spcPts val="0"/>
              </a:spcAft>
              <a:buClr>
                <a:schemeClr val="dk1"/>
              </a:buClr>
              <a:buSzPts val="900"/>
              <a:buChar char="●"/>
            </a:pPr>
            <a:r>
              <a:rPr lang="en-US" sz="1800">
                <a:latin typeface="Arial"/>
                <a:ea typeface="Arial"/>
                <a:cs typeface="Arial"/>
                <a:sym typeface="Arial"/>
              </a:rPr>
              <a:t>As typically represented, MAC addresses are recognizable as six groups of two hexadecimal digits, separated by hyphens, colons, or without a separator.</a:t>
            </a:r>
            <a:endParaRPr sz="1800">
              <a:latin typeface="Arial"/>
              <a:ea typeface="Arial"/>
              <a:cs typeface="Arial"/>
              <a:sym typeface="Arial"/>
            </a:endParaRPr>
          </a:p>
          <a:p>
            <a:pPr indent="-245129" lvl="0" marL="302279" rtl="0" algn="just">
              <a:lnSpc>
                <a:spcPct val="140000"/>
              </a:lnSpc>
              <a:spcBef>
                <a:spcPts val="792"/>
              </a:spcBef>
              <a:spcAft>
                <a:spcPts val="0"/>
              </a:spcAft>
              <a:buClr>
                <a:schemeClr val="dk1"/>
              </a:buClr>
              <a:buSzPts val="900"/>
              <a:buNone/>
            </a:pPr>
            <a:r>
              <a:t/>
            </a:r>
            <a:endParaRPr sz="1800">
              <a:latin typeface="Arial"/>
              <a:ea typeface="Arial"/>
              <a:cs typeface="Arial"/>
              <a:sym typeface="Arial"/>
            </a:endParaRPr>
          </a:p>
          <a:p>
            <a:pPr indent="-245129" lvl="0" marL="302279" rtl="0" algn="just">
              <a:lnSpc>
                <a:spcPct val="140000"/>
              </a:lnSpc>
              <a:spcBef>
                <a:spcPts val="792"/>
              </a:spcBef>
              <a:spcAft>
                <a:spcPts val="0"/>
              </a:spcAft>
              <a:buClr>
                <a:schemeClr val="dk1"/>
              </a:buClr>
              <a:buSzPts val="900"/>
              <a:buNone/>
            </a:pPr>
            <a:r>
              <a:t/>
            </a:r>
            <a:endParaRPr sz="1800">
              <a:latin typeface="Arial"/>
              <a:ea typeface="Arial"/>
              <a:cs typeface="Arial"/>
              <a:sym typeface="Arial"/>
            </a:endParaRPr>
          </a:p>
          <a:p>
            <a:pPr indent="-245129" lvl="0" marL="302279" rtl="0" algn="just">
              <a:lnSpc>
                <a:spcPct val="140000"/>
              </a:lnSpc>
              <a:spcBef>
                <a:spcPts val="792"/>
              </a:spcBef>
              <a:spcAft>
                <a:spcPts val="0"/>
              </a:spcAft>
              <a:buClr>
                <a:schemeClr val="dk1"/>
              </a:buClr>
              <a:buSzPts val="900"/>
              <a:buNone/>
            </a:pPr>
            <a:r>
              <a:t/>
            </a:r>
            <a:endParaRPr sz="1800">
              <a:latin typeface="Arial"/>
              <a:ea typeface="Arial"/>
              <a:cs typeface="Arial"/>
              <a:sym typeface="Arial"/>
            </a:endParaRPr>
          </a:p>
          <a:p>
            <a:pPr indent="-245129" lvl="0" marL="302279" rtl="0" algn="just">
              <a:lnSpc>
                <a:spcPct val="140000"/>
              </a:lnSpc>
              <a:spcBef>
                <a:spcPts val="792"/>
              </a:spcBef>
              <a:spcAft>
                <a:spcPts val="0"/>
              </a:spcAft>
              <a:buClr>
                <a:schemeClr val="dk1"/>
              </a:buClr>
              <a:buSzPts val="900"/>
              <a:buNone/>
            </a:pPr>
            <a:r>
              <a:t/>
            </a:r>
            <a:endParaRPr sz="1800">
              <a:latin typeface="Arial"/>
              <a:ea typeface="Arial"/>
              <a:cs typeface="Arial"/>
              <a:sym typeface="Arial"/>
            </a:endParaRPr>
          </a:p>
          <a:p>
            <a:pPr indent="-245129" lvl="0" marL="302279" rtl="0" algn="just">
              <a:lnSpc>
                <a:spcPct val="140000"/>
              </a:lnSpc>
              <a:spcBef>
                <a:spcPts val="792"/>
              </a:spcBef>
              <a:spcAft>
                <a:spcPts val="0"/>
              </a:spcAft>
              <a:buClr>
                <a:schemeClr val="dk1"/>
              </a:buClr>
              <a:buSzPts val="900"/>
              <a:buNone/>
            </a:pPr>
            <a:r>
              <a:t/>
            </a:r>
            <a:endParaRPr sz="1800">
              <a:latin typeface="Arial"/>
              <a:ea typeface="Arial"/>
              <a:cs typeface="Arial"/>
              <a:sym typeface="Arial"/>
            </a:endParaRPr>
          </a:p>
          <a:p>
            <a:pPr indent="-245129" lvl="0" marL="302279" rtl="0" algn="just">
              <a:lnSpc>
                <a:spcPct val="140000"/>
              </a:lnSpc>
              <a:spcBef>
                <a:spcPts val="792"/>
              </a:spcBef>
              <a:spcAft>
                <a:spcPts val="0"/>
              </a:spcAft>
              <a:buClr>
                <a:schemeClr val="dk1"/>
              </a:buClr>
              <a:buSzPts val="900"/>
              <a:buNone/>
            </a:pPr>
            <a:r>
              <a:t/>
            </a:r>
            <a:endParaRPr sz="1800">
              <a:latin typeface="Arial"/>
              <a:ea typeface="Arial"/>
              <a:cs typeface="Arial"/>
              <a:sym typeface="Arial"/>
            </a:endParaRPr>
          </a:p>
          <a:p>
            <a:pPr indent="-245129" lvl="0" marL="302279" rtl="0" algn="just">
              <a:lnSpc>
                <a:spcPct val="140000"/>
              </a:lnSpc>
              <a:spcBef>
                <a:spcPts val="792"/>
              </a:spcBef>
              <a:spcAft>
                <a:spcPts val="0"/>
              </a:spcAft>
              <a:buClr>
                <a:schemeClr val="dk1"/>
              </a:buClr>
              <a:buSzPts val="900"/>
              <a:buNone/>
            </a:pPr>
            <a:r>
              <a:t/>
            </a:r>
            <a:endParaRPr sz="1800">
              <a:latin typeface="Arial"/>
              <a:ea typeface="Arial"/>
              <a:cs typeface="Arial"/>
              <a:sym typeface="Arial"/>
            </a:endParaRPr>
          </a:p>
        </p:txBody>
      </p:sp>
      <p:sp>
        <p:nvSpPr>
          <p:cNvPr id="640" name="Google Shape;640;p15"/>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MAC Address Presentation</a:t>
            </a:r>
            <a:endParaRPr>
              <a:latin typeface="Arial"/>
              <a:ea typeface="Arial"/>
              <a:cs typeface="Arial"/>
              <a:sym typeface="Arial"/>
            </a:endParaRPr>
          </a:p>
        </p:txBody>
      </p:sp>
      <p:graphicFrame>
        <p:nvGraphicFramePr>
          <p:cNvPr id="641" name="Google Shape;641;p15"/>
          <p:cNvGraphicFramePr/>
          <p:nvPr/>
        </p:nvGraphicFramePr>
        <p:xfrm>
          <a:off x="2771798" y="3037503"/>
          <a:ext cx="3000000" cy="3000000"/>
        </p:xfrm>
        <a:graphic>
          <a:graphicData uri="http://schemas.openxmlformats.org/drawingml/2006/table">
            <a:tbl>
              <a:tblPr bandRow="1" firstRow="1">
                <a:noFill/>
                <a:tableStyleId>{2C067428-DC08-4BEC-9048-23FDCD1FA422}</a:tableStyleId>
              </a:tblPr>
              <a:tblGrid>
                <a:gridCol w="1328125"/>
                <a:gridCol w="1328125"/>
                <a:gridCol w="1328125"/>
                <a:gridCol w="1328125"/>
                <a:gridCol w="1328125"/>
                <a:gridCol w="1328125"/>
              </a:tblGrid>
              <a:tr h="288025">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00</a:t>
                      </a:r>
                      <a:endParaRPr b="1" sz="1400" u="none" cap="none" strike="noStrike">
                        <a:solidFill>
                          <a:schemeClr val="accent6"/>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1E</a:t>
                      </a:r>
                      <a:endParaRPr b="1" sz="1400" u="none" cap="none" strike="noStrike">
                        <a:solidFill>
                          <a:schemeClr val="accent6"/>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10</a:t>
                      </a:r>
                      <a:endParaRPr b="1" sz="1400" u="none" cap="none" strike="noStrike">
                        <a:solidFill>
                          <a:schemeClr val="accent6"/>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b="1" lang="en-US" sz="1400" u="none" cap="none" strike="noStrike">
                          <a:solidFill>
                            <a:schemeClr val="lt1"/>
                          </a:solidFill>
                          <a:latin typeface="Arial"/>
                          <a:ea typeface="Arial"/>
                          <a:cs typeface="Arial"/>
                          <a:sym typeface="Arial"/>
                        </a:rPr>
                        <a:t>DD</a:t>
                      </a:r>
                      <a:endParaRPr b="1" sz="1400" u="none" cap="none" strike="noStrike">
                        <a:solidFill>
                          <a:schemeClr val="accent6"/>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b="1" lang="en-US" sz="1400" u="none" cap="none" strike="noStrike">
                          <a:solidFill>
                            <a:schemeClr val="lt1"/>
                          </a:solidFill>
                          <a:latin typeface="Arial"/>
                          <a:ea typeface="Arial"/>
                          <a:cs typeface="Arial"/>
                          <a:sym typeface="Arial"/>
                        </a:rPr>
                        <a:t>DD</a:t>
                      </a:r>
                      <a:endParaRPr b="1" sz="1400" u="none" cap="none" strike="noStrike">
                        <a:solidFill>
                          <a:schemeClr val="lt1"/>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b="1" lang="en-US" sz="1400" u="none" cap="none" strike="noStrike">
                          <a:solidFill>
                            <a:schemeClr val="lt1"/>
                          </a:solidFill>
                          <a:latin typeface="Arial"/>
                          <a:ea typeface="Arial"/>
                          <a:cs typeface="Arial"/>
                          <a:sym typeface="Arial"/>
                        </a:rPr>
                        <a:t>02</a:t>
                      </a:r>
                      <a:endParaRPr b="1" sz="1400" u="none" cap="none" strike="noStrike">
                        <a:solidFill>
                          <a:schemeClr val="lt1"/>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00B0F0"/>
                    </a:solidFill>
                  </a:tcPr>
                </a:tc>
              </a:tr>
              <a:tr h="288025">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0000 0000</a:t>
                      </a:r>
                      <a:endParaRPr b="1" sz="1400" u="none" cap="none" strike="noStrike">
                        <a:solidFill>
                          <a:schemeClr val="accent6"/>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0001 1110</a:t>
                      </a:r>
                      <a:endParaRPr b="1" sz="1400" u="none" cap="none" strike="noStrike">
                        <a:solidFill>
                          <a:schemeClr val="accent6"/>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0001 0000</a:t>
                      </a:r>
                      <a:endParaRPr b="1" sz="1400" u="none" cap="none" strike="noStrike">
                        <a:solidFill>
                          <a:schemeClr val="accent6"/>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1101 1101</a:t>
                      </a:r>
                      <a:endParaRPr b="1" sz="1400" u="none" cap="none" strike="noStrike">
                        <a:solidFill>
                          <a:schemeClr val="accent6"/>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1101 1101</a:t>
                      </a:r>
                      <a:endParaRPr sz="1400" u="none" cap="none" strike="noStrike">
                        <a:solidFill>
                          <a:schemeClr val="dk1"/>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0000 0010</a:t>
                      </a:r>
                      <a:endParaRPr sz="1400" u="none" cap="none" strike="noStrike">
                        <a:solidFill>
                          <a:schemeClr val="dk1"/>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r>
            </a:tbl>
          </a:graphicData>
        </a:graphic>
      </p:graphicFrame>
      <p:sp>
        <p:nvSpPr>
          <p:cNvPr id="642" name="Google Shape;642;p15"/>
          <p:cNvSpPr txBox="1"/>
          <p:nvPr/>
        </p:nvSpPr>
        <p:spPr>
          <a:xfrm>
            <a:off x="1390868" y="3009218"/>
            <a:ext cx="139333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Hexadecimal</a:t>
            </a:r>
            <a:endParaRPr/>
          </a:p>
        </p:txBody>
      </p:sp>
      <p:sp>
        <p:nvSpPr>
          <p:cNvPr id="643" name="Google Shape;643;p15"/>
          <p:cNvSpPr txBox="1"/>
          <p:nvPr/>
        </p:nvSpPr>
        <p:spPr>
          <a:xfrm>
            <a:off x="1687424" y="3347772"/>
            <a:ext cx="800219"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Binary</a:t>
            </a:r>
            <a:endParaRPr/>
          </a:p>
        </p:txBody>
      </p:sp>
      <p:graphicFrame>
        <p:nvGraphicFramePr>
          <p:cNvPr id="644" name="Google Shape;644;p15"/>
          <p:cNvGraphicFramePr/>
          <p:nvPr/>
        </p:nvGraphicFramePr>
        <p:xfrm>
          <a:off x="3899756" y="5194021"/>
          <a:ext cx="3000000" cy="3000000"/>
        </p:xfrm>
        <a:graphic>
          <a:graphicData uri="http://schemas.openxmlformats.org/drawingml/2006/table">
            <a:tbl>
              <a:tblPr>
                <a:noFill/>
                <a:tableStyleId>{84936C0C-99A8-467F-8D94-B88695F3C880}</a:tableStyleId>
              </a:tblPr>
              <a:tblGrid>
                <a:gridCol w="648075"/>
                <a:gridCol w="648075"/>
                <a:gridCol w="648075"/>
                <a:gridCol w="6480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r>
            </a:tbl>
          </a:graphicData>
        </a:graphic>
      </p:graphicFrame>
      <p:sp>
        <p:nvSpPr>
          <p:cNvPr id="645" name="Google Shape;645;p15"/>
          <p:cNvSpPr/>
          <p:nvPr/>
        </p:nvSpPr>
        <p:spPr>
          <a:xfrm>
            <a:off x="3899756" y="5554061"/>
            <a:ext cx="204039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 1</a:t>
            </a:r>
            <a:endParaRPr sz="1600">
              <a:solidFill>
                <a:srgbClr val="EC7061"/>
              </a:solidFill>
              <a:latin typeface="Arial"/>
              <a:ea typeface="Arial"/>
              <a:cs typeface="Arial"/>
              <a:sym typeface="Arial"/>
            </a:endParaRPr>
          </a:p>
        </p:txBody>
      </p:sp>
      <p:sp>
        <p:nvSpPr>
          <p:cNvPr id="646" name="Google Shape;646;p15"/>
          <p:cNvSpPr/>
          <p:nvPr/>
        </p:nvSpPr>
        <p:spPr>
          <a:xfrm>
            <a:off x="3095135" y="4469251"/>
            <a:ext cx="807321" cy="83099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chemeClr val="dk1"/>
                </a:solidFill>
                <a:latin typeface="Arial"/>
                <a:ea typeface="Arial"/>
                <a:cs typeface="Arial"/>
                <a:sym typeface="Arial"/>
              </a:rPr>
              <a:t>Power</a:t>
            </a:r>
            <a:endParaRPr/>
          </a:p>
        </p:txBody>
      </p:sp>
      <p:sp>
        <p:nvSpPr>
          <p:cNvPr id="647" name="Google Shape;647;p15"/>
          <p:cNvSpPr/>
          <p:nvPr/>
        </p:nvSpPr>
        <p:spPr>
          <a:xfrm>
            <a:off x="3288524" y="5185609"/>
            <a:ext cx="455712" cy="33855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chemeClr val="dk1"/>
                </a:solidFill>
                <a:latin typeface="Arial"/>
                <a:ea typeface="Arial"/>
                <a:cs typeface="Arial"/>
                <a:sym typeface="Arial"/>
              </a:rPr>
              <a:t>Bit</a:t>
            </a:r>
            <a:endParaRPr/>
          </a:p>
        </p:txBody>
      </p:sp>
      <p:graphicFrame>
        <p:nvGraphicFramePr>
          <p:cNvPr id="648" name="Google Shape;648;p15"/>
          <p:cNvGraphicFramePr/>
          <p:nvPr/>
        </p:nvGraphicFramePr>
        <p:xfrm>
          <a:off x="6780076" y="4333647"/>
          <a:ext cx="3000000" cy="3000000"/>
        </p:xfrm>
        <a:graphic>
          <a:graphicData uri="http://schemas.openxmlformats.org/drawingml/2006/table">
            <a:tbl>
              <a:tblPr>
                <a:noFill/>
                <a:tableStyleId>{84936C0C-99A8-467F-8D94-B88695F3C880}</a:tableStyleId>
              </a:tblPr>
              <a:tblGrid>
                <a:gridCol w="648075"/>
                <a:gridCol w="648075"/>
                <a:gridCol w="648075"/>
                <a:gridCol w="6480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2</a:t>
                      </a:r>
                      <a:r>
                        <a:rPr baseline="30000" lang="en-US" sz="1400" u="none" cap="none" strike="noStrike">
                          <a:solidFill>
                            <a:schemeClr val="dk1"/>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2</a:t>
                      </a:r>
                      <a:r>
                        <a:rPr baseline="30000" lang="en-US" sz="1400" u="none" cap="none" strike="noStrike">
                          <a:solidFill>
                            <a:schemeClr val="dk1"/>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2</a:t>
                      </a:r>
                      <a:r>
                        <a:rPr baseline="30000" lang="en-US"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2</a:t>
                      </a:r>
                      <a:r>
                        <a:rPr baseline="30000"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r>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8</a:t>
                      </a:r>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4</a:t>
                      </a:r>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2</a:t>
                      </a:r>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r>
            </a:tbl>
          </a:graphicData>
        </a:graphic>
      </p:graphicFrame>
      <p:graphicFrame>
        <p:nvGraphicFramePr>
          <p:cNvPr id="649" name="Google Shape;649;p15"/>
          <p:cNvGraphicFramePr/>
          <p:nvPr/>
        </p:nvGraphicFramePr>
        <p:xfrm>
          <a:off x="6780076" y="5194021"/>
          <a:ext cx="3000000" cy="3000000"/>
        </p:xfrm>
        <a:graphic>
          <a:graphicData uri="http://schemas.openxmlformats.org/drawingml/2006/table">
            <a:tbl>
              <a:tblPr>
                <a:noFill/>
                <a:tableStyleId>{84936C0C-99A8-467F-8D94-B88695F3C880}</a:tableStyleId>
              </a:tblPr>
              <a:tblGrid>
                <a:gridCol w="648075"/>
                <a:gridCol w="648075"/>
                <a:gridCol w="648075"/>
                <a:gridCol w="6480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r>
            </a:tbl>
          </a:graphicData>
        </a:graphic>
      </p:graphicFrame>
      <p:sp>
        <p:nvSpPr>
          <p:cNvPr id="650" name="Google Shape;650;p15"/>
          <p:cNvSpPr/>
          <p:nvPr/>
        </p:nvSpPr>
        <p:spPr>
          <a:xfrm>
            <a:off x="6744072" y="5563413"/>
            <a:ext cx="244827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 8+4+2=14=E</a:t>
            </a:r>
            <a:endParaRPr sz="1600">
              <a:solidFill>
                <a:srgbClr val="EC7061"/>
              </a:solidFill>
              <a:latin typeface="Arial"/>
              <a:ea typeface="Arial"/>
              <a:cs typeface="Arial"/>
              <a:sym typeface="Arial"/>
            </a:endParaRPr>
          </a:p>
        </p:txBody>
      </p:sp>
      <p:sp>
        <p:nvSpPr>
          <p:cNvPr id="651" name="Google Shape;651;p15"/>
          <p:cNvSpPr txBox="1"/>
          <p:nvPr/>
        </p:nvSpPr>
        <p:spPr>
          <a:xfrm>
            <a:off x="1030383" y="4491209"/>
            <a:ext cx="1896819" cy="917087"/>
          </a:xfrm>
          <a:prstGeom prst="rect">
            <a:avLst/>
          </a:prstGeom>
          <a:solidFill>
            <a:srgbClr val="F3FBFE"/>
          </a:solidFill>
          <a:ln cap="flat" cmpd="sng" w="12700">
            <a:solidFill>
              <a:srgbClr val="3FCDFF"/>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Conversion between hexadecimal and binary digits</a:t>
            </a:r>
            <a:endParaRPr b="1" sz="1400">
              <a:solidFill>
                <a:schemeClr val="dk1"/>
              </a:solidFill>
              <a:latin typeface="Arial"/>
              <a:ea typeface="Arial"/>
              <a:cs typeface="Arial"/>
              <a:sym typeface="Arial"/>
            </a:endParaRPr>
          </a:p>
        </p:txBody>
      </p:sp>
      <p:sp>
        <p:nvSpPr>
          <p:cNvPr id="652" name="Google Shape;652;p15"/>
          <p:cNvSpPr/>
          <p:nvPr/>
        </p:nvSpPr>
        <p:spPr>
          <a:xfrm>
            <a:off x="10754675" y="3020295"/>
            <a:ext cx="784190"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6-byte</a:t>
            </a:r>
            <a:endParaRPr sz="1600">
              <a:solidFill>
                <a:schemeClr val="dk1"/>
              </a:solidFill>
              <a:latin typeface="Arial"/>
              <a:ea typeface="Arial"/>
              <a:cs typeface="Arial"/>
              <a:sym typeface="Arial"/>
            </a:endParaRPr>
          </a:p>
          <a:p>
            <a:pPr indent="0" lvl="0" marL="0" marR="0" rtl="0" algn="ctr">
              <a:spcBef>
                <a:spcPts val="0"/>
              </a:spcBef>
              <a:spcAft>
                <a:spcPts val="0"/>
              </a:spcAft>
              <a:buNone/>
            </a:pPr>
            <a:r>
              <a:t/>
            </a:r>
            <a:endParaRPr sz="1600">
              <a:solidFill>
                <a:schemeClr val="dk1"/>
              </a:solidFill>
              <a:latin typeface="Arial"/>
              <a:ea typeface="Arial"/>
              <a:cs typeface="Arial"/>
              <a:sym typeface="Arial"/>
            </a:endParaRPr>
          </a:p>
        </p:txBody>
      </p:sp>
      <p:sp>
        <p:nvSpPr>
          <p:cNvPr id="653" name="Google Shape;653;p15"/>
          <p:cNvSpPr/>
          <p:nvPr/>
        </p:nvSpPr>
        <p:spPr>
          <a:xfrm>
            <a:off x="10775514" y="3312683"/>
            <a:ext cx="742512"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48-bit</a:t>
            </a:r>
            <a:endParaRPr/>
          </a:p>
        </p:txBody>
      </p:sp>
      <p:sp>
        <p:nvSpPr>
          <p:cNvPr id="654" name="Google Shape;654;p15"/>
          <p:cNvSpPr txBox="1"/>
          <p:nvPr/>
        </p:nvSpPr>
        <p:spPr>
          <a:xfrm>
            <a:off x="2747628" y="2641459"/>
            <a:ext cx="5375189"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For example, 00-1E-10-DD-DD-02 or 001E-10DD-DD02</a:t>
            </a:r>
            <a:endParaRPr sz="1600">
              <a:solidFill>
                <a:schemeClr val="dk1"/>
              </a:solidFill>
              <a:latin typeface="Arial"/>
              <a:ea typeface="Arial"/>
              <a:cs typeface="Arial"/>
              <a:sym typeface="Arial"/>
            </a:endParaRPr>
          </a:p>
        </p:txBody>
      </p:sp>
      <p:sp>
        <p:nvSpPr>
          <p:cNvPr id="655" name="Google Shape;655;p15"/>
          <p:cNvSpPr/>
          <p:nvPr/>
        </p:nvSpPr>
        <p:spPr>
          <a:xfrm flipH="1">
            <a:off x="3887900" y="3669873"/>
            <a:ext cx="5478567" cy="663713"/>
          </a:xfrm>
          <a:custGeom>
            <a:rect b="b" l="l" r="r" t="t"/>
            <a:pathLst>
              <a:path extrusionOk="0" h="704652" w="8968406">
                <a:moveTo>
                  <a:pt x="0" y="704652"/>
                </a:moveTo>
                <a:lnTo>
                  <a:pt x="6470550" y="3067"/>
                </a:lnTo>
                <a:lnTo>
                  <a:pt x="8580320" y="0"/>
                </a:lnTo>
                <a:lnTo>
                  <a:pt x="8968406" y="686698"/>
                </a:lnTo>
                <a:lnTo>
                  <a:pt x="0" y="704652"/>
                </a:lnTo>
                <a:close/>
              </a:path>
            </a:pathLst>
          </a:custGeom>
          <a:gradFill>
            <a:gsLst>
              <a:gs pos="0">
                <a:srgbClr val="99DFF9"/>
              </a:gs>
              <a:gs pos="100000">
                <a:srgbClr val="F4FB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656" name="Google Shape;656;p15"/>
          <p:cNvGraphicFramePr/>
          <p:nvPr/>
        </p:nvGraphicFramePr>
        <p:xfrm>
          <a:off x="3899756" y="4333647"/>
          <a:ext cx="3000000" cy="3000000"/>
        </p:xfrm>
        <a:graphic>
          <a:graphicData uri="http://schemas.openxmlformats.org/drawingml/2006/table">
            <a:tbl>
              <a:tblPr>
                <a:noFill/>
                <a:tableStyleId>{84936C0C-99A8-467F-8D94-B88695F3C880}</a:tableStyleId>
              </a:tblPr>
              <a:tblGrid>
                <a:gridCol w="648075"/>
                <a:gridCol w="648075"/>
                <a:gridCol w="648075"/>
                <a:gridCol w="6480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2</a:t>
                      </a:r>
                      <a:r>
                        <a:rPr baseline="30000" lang="en-US" sz="1400" u="none" cap="none" strike="noStrike">
                          <a:solidFill>
                            <a:schemeClr val="dk1"/>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2</a:t>
                      </a:r>
                      <a:r>
                        <a:rPr baseline="30000" lang="en-US" sz="1400" u="none" cap="none" strike="noStrike">
                          <a:solidFill>
                            <a:schemeClr val="dk1"/>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2</a:t>
                      </a:r>
                      <a:r>
                        <a:rPr baseline="30000" lang="en-US" sz="14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2</a:t>
                      </a:r>
                      <a:r>
                        <a:rPr baseline="30000"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r>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8</a:t>
                      </a:r>
                      <a:endParaRPr b="0" i="0" sz="1400" u="none" cap="none" strike="noStrike">
                        <a:solidFill>
                          <a:schemeClr val="dk1"/>
                        </a:solidFill>
                        <a:latin typeface="Arial"/>
                        <a:ea typeface="Arial"/>
                        <a:cs typeface="Arial"/>
                        <a:sym typeface="Arial"/>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4</a:t>
                      </a:r>
                      <a:endParaRPr b="0" i="0" sz="1400" u="none" cap="none" strike="noStrike">
                        <a:solidFill>
                          <a:schemeClr val="dk1"/>
                        </a:solidFill>
                        <a:latin typeface="Arial"/>
                        <a:ea typeface="Arial"/>
                        <a:cs typeface="Arial"/>
                        <a:sym typeface="Arial"/>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r>
            </a:tbl>
          </a:graphicData>
        </a:graphic>
      </p:graphicFrame>
      <p:grpSp>
        <p:nvGrpSpPr>
          <p:cNvPr id="657" name="Google Shape;657;p15"/>
          <p:cNvGrpSpPr/>
          <p:nvPr/>
        </p:nvGrpSpPr>
        <p:grpSpPr>
          <a:xfrm>
            <a:off x="7117517" y="121216"/>
            <a:ext cx="4957810" cy="212400"/>
            <a:chOff x="6925793" y="165460"/>
            <a:chExt cx="4957810" cy="212400"/>
          </a:xfrm>
        </p:grpSpPr>
        <p:sp>
          <p:nvSpPr>
            <p:cNvPr id="658" name="Google Shape;658;p15"/>
            <p:cNvSpPr/>
            <p:nvPr/>
          </p:nvSpPr>
          <p:spPr>
            <a:xfrm>
              <a:off x="8732658" y="165460"/>
              <a:ext cx="1330893" cy="212400"/>
            </a:xfrm>
            <a:prstGeom prst="chevron">
              <a:avLst>
                <a:gd fmla="val 50000"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rgbClr val="FFFFFF"/>
                  </a:solidFill>
                  <a:latin typeface="Arial"/>
                  <a:ea typeface="Arial"/>
                  <a:cs typeface="Arial"/>
                  <a:sym typeface="Arial"/>
                </a:rPr>
                <a:t>MAC address</a:t>
              </a:r>
              <a:endParaRPr/>
            </a:p>
          </p:txBody>
        </p:sp>
        <p:sp>
          <p:nvSpPr>
            <p:cNvPr id="659" name="Google Shape;659;p15"/>
            <p:cNvSpPr/>
            <p:nvPr/>
          </p:nvSpPr>
          <p:spPr>
            <a:xfrm>
              <a:off x="9984432" y="165460"/>
              <a:ext cx="1899171" cy="212400"/>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Ethernet frame type</a:t>
              </a:r>
              <a:endParaRPr/>
            </a:p>
          </p:txBody>
        </p:sp>
        <p:sp>
          <p:nvSpPr>
            <p:cNvPr id="660" name="Google Shape;660;p15"/>
            <p:cNvSpPr/>
            <p:nvPr/>
          </p:nvSpPr>
          <p:spPr>
            <a:xfrm>
              <a:off x="6925793" y="165460"/>
              <a:ext cx="1885983" cy="212400"/>
            </a:xfrm>
            <a:prstGeom prst="homePlate">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Ethernet Frame Format</a:t>
              </a:r>
              <a:endParaRPr sz="1200">
                <a:solidFill>
                  <a:schemeClr val="dk1"/>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16"/>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800"/>
              <a:buChar char="●"/>
            </a:pPr>
            <a:r>
              <a:rPr lang="en-US" sz="1600">
                <a:latin typeface="Arial"/>
                <a:ea typeface="Arial"/>
                <a:cs typeface="Arial"/>
                <a:sym typeface="Arial"/>
              </a:rPr>
              <a:t>Organizationally unique identifier (OUI): a 24-bit (3-byte) number. It is a globally unique identifier assigned </a:t>
            </a:r>
            <a:br>
              <a:rPr lang="en-US" sz="1600">
                <a:latin typeface="Arial"/>
                <a:ea typeface="Arial"/>
                <a:cs typeface="Arial"/>
                <a:sym typeface="Arial"/>
              </a:rPr>
            </a:br>
            <a:r>
              <a:rPr lang="en-US" sz="1600">
                <a:latin typeface="Arial"/>
                <a:ea typeface="Arial"/>
                <a:cs typeface="Arial"/>
                <a:sym typeface="Arial"/>
              </a:rPr>
              <a:t>by the IEEE.</a:t>
            </a:r>
            <a:endParaRPr/>
          </a:p>
          <a:p>
            <a:pPr indent="-302279" lvl="0" marL="302279" rtl="0" algn="just">
              <a:lnSpc>
                <a:spcPct val="140000"/>
              </a:lnSpc>
              <a:spcBef>
                <a:spcPts val="792"/>
              </a:spcBef>
              <a:spcAft>
                <a:spcPts val="0"/>
              </a:spcAft>
              <a:buClr>
                <a:schemeClr val="dk1"/>
              </a:buClr>
              <a:buSzPts val="800"/>
              <a:buChar char="●"/>
            </a:pPr>
            <a:r>
              <a:rPr lang="en-US" sz="1600">
                <a:latin typeface="Arial"/>
                <a:ea typeface="Arial"/>
                <a:cs typeface="Arial"/>
                <a:sym typeface="Arial"/>
              </a:rPr>
              <a:t>Company ID (CID): a 24-bit (3-byte) number. It is assigned by a manufacturer.</a:t>
            </a:r>
            <a:endParaRPr/>
          </a:p>
          <a:p>
            <a:pPr indent="-251479" lvl="0" marL="302279" rtl="0" algn="just">
              <a:lnSpc>
                <a:spcPct val="140000"/>
              </a:lnSpc>
              <a:spcBef>
                <a:spcPts val="792"/>
              </a:spcBef>
              <a:spcAft>
                <a:spcPts val="0"/>
              </a:spcAft>
              <a:buClr>
                <a:schemeClr val="dk1"/>
              </a:buClr>
              <a:buSzPts val="800"/>
              <a:buNone/>
            </a:pPr>
            <a:r>
              <a:t/>
            </a:r>
            <a:endParaRPr sz="1600">
              <a:latin typeface="Arial"/>
              <a:ea typeface="Arial"/>
              <a:cs typeface="Arial"/>
              <a:sym typeface="Arial"/>
            </a:endParaRPr>
          </a:p>
          <a:p>
            <a:pPr indent="-251479" lvl="0" marL="302279" rtl="0" algn="just">
              <a:lnSpc>
                <a:spcPct val="140000"/>
              </a:lnSpc>
              <a:spcBef>
                <a:spcPts val="792"/>
              </a:spcBef>
              <a:spcAft>
                <a:spcPts val="0"/>
              </a:spcAft>
              <a:buClr>
                <a:schemeClr val="dk1"/>
              </a:buClr>
              <a:buSzPts val="800"/>
              <a:buNone/>
            </a:pPr>
            <a:r>
              <a:t/>
            </a:r>
            <a:endParaRPr sz="1600">
              <a:latin typeface="Arial"/>
              <a:ea typeface="Arial"/>
              <a:cs typeface="Arial"/>
              <a:sym typeface="Arial"/>
            </a:endParaRPr>
          </a:p>
          <a:p>
            <a:pPr indent="-302279" lvl="0" marL="302279" rtl="0" algn="just">
              <a:lnSpc>
                <a:spcPct val="140000"/>
              </a:lnSpc>
              <a:spcBef>
                <a:spcPts val="0"/>
              </a:spcBef>
              <a:spcAft>
                <a:spcPts val="0"/>
              </a:spcAft>
              <a:buClr>
                <a:schemeClr val="dk1"/>
              </a:buClr>
              <a:buSzPts val="800"/>
              <a:buChar char="●"/>
            </a:pPr>
            <a:r>
              <a:rPr lang="en-US" sz="1600">
                <a:latin typeface="Arial"/>
                <a:ea typeface="Arial"/>
                <a:cs typeface="Arial"/>
                <a:sym typeface="Arial"/>
              </a:rPr>
              <a:t>MAC address classification:</a:t>
            </a:r>
            <a:endParaRPr sz="1600">
              <a:latin typeface="Arial"/>
              <a:ea typeface="Arial"/>
              <a:cs typeface="Arial"/>
              <a:sym typeface="Arial"/>
            </a:endParaRPr>
          </a:p>
        </p:txBody>
      </p:sp>
      <p:sp>
        <p:nvSpPr>
          <p:cNvPr id="666" name="Google Shape;666;p16"/>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MAC Address Composition and Classification</a:t>
            </a:r>
            <a:endParaRPr>
              <a:latin typeface="Arial"/>
              <a:ea typeface="Arial"/>
              <a:cs typeface="Arial"/>
              <a:sym typeface="Arial"/>
            </a:endParaRPr>
          </a:p>
        </p:txBody>
      </p:sp>
      <p:graphicFrame>
        <p:nvGraphicFramePr>
          <p:cNvPr id="667" name="Google Shape;667;p16"/>
          <p:cNvGraphicFramePr/>
          <p:nvPr/>
        </p:nvGraphicFramePr>
        <p:xfrm>
          <a:off x="2729852" y="2598112"/>
          <a:ext cx="3000000" cy="3000000"/>
        </p:xfrm>
        <a:graphic>
          <a:graphicData uri="http://schemas.openxmlformats.org/drawingml/2006/table">
            <a:tbl>
              <a:tblPr bandRow="1" firstRow="1">
                <a:noFill/>
                <a:tableStyleId>{2C067428-DC08-4BEC-9048-23FDCD1FA422}</a:tableStyleId>
              </a:tblPr>
              <a:tblGrid>
                <a:gridCol w="3636400"/>
                <a:gridCol w="3636400"/>
              </a:tblGrid>
              <a:tr h="288025">
                <a:tc>
                  <a:txBody>
                    <a:bodyPr/>
                    <a:lstStyle/>
                    <a:p>
                      <a:pPr indent="0" lvl="0" marL="0" marR="0" rtl="0" algn="ctr">
                        <a:spcBef>
                          <a:spcPts val="0"/>
                        </a:spcBef>
                        <a:spcAft>
                          <a:spcPts val="0"/>
                        </a:spcAft>
                        <a:buNone/>
                      </a:pPr>
                      <a:r>
                        <a:rPr b="1" lang="en-US" sz="1799" u="none" cap="none" strike="noStrike">
                          <a:solidFill>
                            <a:schemeClr val="lt1"/>
                          </a:solidFill>
                          <a:latin typeface="Arial"/>
                          <a:ea typeface="Arial"/>
                          <a:cs typeface="Arial"/>
                          <a:sym typeface="Arial"/>
                        </a:rPr>
                        <a:t>OUI</a:t>
                      </a:r>
                      <a:endParaRPr b="1" sz="1799" u="none" cap="none" strike="noStrike">
                        <a:solidFill>
                          <a:schemeClr val="lt1"/>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b="1" lang="en-US" sz="1799" u="none" cap="none" strike="noStrike">
                          <a:solidFill>
                            <a:schemeClr val="dk1"/>
                          </a:solidFill>
                          <a:latin typeface="Arial"/>
                          <a:ea typeface="Arial"/>
                          <a:cs typeface="Arial"/>
                          <a:sym typeface="Arial"/>
                        </a:rPr>
                        <a:t>CID</a:t>
                      </a:r>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668" name="Google Shape;668;p16"/>
          <p:cNvGraphicFramePr/>
          <p:nvPr/>
        </p:nvGraphicFramePr>
        <p:xfrm>
          <a:off x="2551082" y="4084776"/>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lt1"/>
                          </a:solidFill>
                          <a:latin typeface="Arial"/>
                          <a:ea typeface="Arial"/>
                          <a:cs typeface="Arial"/>
                          <a:sym typeface="Arial"/>
                        </a:rPr>
                        <a:t>XXXXXXX</a:t>
                      </a:r>
                      <a:r>
                        <a:rPr b="1" lang="en-US" sz="1400" u="none" cap="none" strike="noStrike">
                          <a:solidFill>
                            <a:srgbClr val="EC7061"/>
                          </a:solidFill>
                          <a:latin typeface="Arial"/>
                          <a:ea typeface="Arial"/>
                          <a:cs typeface="Arial"/>
                          <a:sym typeface="Arial"/>
                        </a:rPr>
                        <a:t>0</a:t>
                      </a:r>
                      <a:endParaRPr b="1" sz="1400" u="none" cap="none" strike="noStrike">
                        <a:solidFill>
                          <a:srgbClr val="EC7061"/>
                        </a:solidFill>
                        <a:latin typeface="Arial"/>
                        <a:ea typeface="Arial"/>
                        <a:cs typeface="Arial"/>
                        <a:sym typeface="Arial"/>
                      </a:endParaRPr>
                    </a:p>
                  </a:txBody>
                  <a:tcPr marT="45725" marB="45725" marR="91450" marL="91450">
                    <a:lnL cap="flat" cmpd="sng" w="12700">
                      <a:solidFill>
                        <a:srgbClr val="109EE5"/>
                      </a:solidFill>
                      <a:prstDash val="solid"/>
                      <a:round/>
                      <a:headEnd len="sm" w="sm" type="none"/>
                      <a:tailEnd len="sm" w="sm" type="none"/>
                    </a:lnL>
                    <a:lnR cap="flat" cmpd="sng" w="12700">
                      <a:solidFill>
                        <a:srgbClr val="109EE5"/>
                      </a:solidFill>
                      <a:prstDash val="solid"/>
                      <a:round/>
                      <a:headEnd len="sm" w="sm" type="none"/>
                      <a:tailEnd len="sm" w="sm" type="none"/>
                    </a:lnR>
                    <a:lnT cap="flat" cmpd="sng" w="12700">
                      <a:solidFill>
                        <a:srgbClr val="109EE5"/>
                      </a:solidFill>
                      <a:prstDash val="solid"/>
                      <a:round/>
                      <a:headEnd len="sm" w="sm" type="none"/>
                      <a:tailEnd len="sm" w="sm" type="none"/>
                    </a:lnT>
                    <a:lnB cap="flat" cmpd="sng" w="12700">
                      <a:solidFill>
                        <a:srgbClr val="109EE5"/>
                      </a:solidFill>
                      <a:prstDash val="solid"/>
                      <a:round/>
                      <a:headEnd len="sm" w="sm" type="none"/>
                      <a:tailEnd len="sm" w="sm" type="none"/>
                    </a:lnB>
                    <a:solidFill>
                      <a:srgbClr val="00B0F0"/>
                    </a:solidFill>
                  </a:tcPr>
                </a:tc>
              </a:tr>
            </a:tbl>
          </a:graphicData>
        </a:graphic>
      </p:graphicFrame>
      <p:sp>
        <p:nvSpPr>
          <p:cNvPr id="669" name="Google Shape;669;p16"/>
          <p:cNvSpPr/>
          <p:nvPr/>
        </p:nvSpPr>
        <p:spPr>
          <a:xfrm>
            <a:off x="365110" y="4063615"/>
            <a:ext cx="1911101"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Unicast MAC address</a:t>
            </a:r>
            <a:endParaRPr/>
          </a:p>
        </p:txBody>
      </p:sp>
      <p:sp>
        <p:nvSpPr>
          <p:cNvPr id="670" name="Google Shape;670;p16"/>
          <p:cNvSpPr/>
          <p:nvPr/>
        </p:nvSpPr>
        <p:spPr>
          <a:xfrm>
            <a:off x="365110" y="4900708"/>
            <a:ext cx="2063385"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Multicast MAC address</a:t>
            </a:r>
            <a:endParaRPr/>
          </a:p>
        </p:txBody>
      </p:sp>
      <p:sp>
        <p:nvSpPr>
          <p:cNvPr id="671" name="Google Shape;671;p16"/>
          <p:cNvSpPr/>
          <p:nvPr/>
        </p:nvSpPr>
        <p:spPr>
          <a:xfrm>
            <a:off x="365110" y="5755803"/>
            <a:ext cx="210987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Broadcast MAC address</a:t>
            </a:r>
            <a:endParaRPr/>
          </a:p>
        </p:txBody>
      </p:sp>
      <p:graphicFrame>
        <p:nvGraphicFramePr>
          <p:cNvPr id="672" name="Google Shape;672;p16"/>
          <p:cNvGraphicFramePr/>
          <p:nvPr/>
        </p:nvGraphicFramePr>
        <p:xfrm>
          <a:off x="3782062" y="4084776"/>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lt1"/>
                          </a:solidFill>
                          <a:latin typeface="Arial"/>
                          <a:ea typeface="Arial"/>
                          <a:cs typeface="Arial"/>
                          <a:sym typeface="Arial"/>
                        </a:rPr>
                        <a:t>XXXXXXXX</a:t>
                      </a:r>
                      <a:endParaRPr b="1" sz="1400" u="none" cap="none" strike="noStrike">
                        <a:solidFill>
                          <a:schemeClr val="lt1"/>
                        </a:solidFill>
                        <a:latin typeface="Arial"/>
                        <a:ea typeface="Arial"/>
                        <a:cs typeface="Arial"/>
                        <a:sym typeface="Arial"/>
                      </a:endParaRPr>
                    </a:p>
                  </a:txBody>
                  <a:tcPr marT="45725" marB="45725" marR="91450" marL="91450">
                    <a:lnL cap="flat" cmpd="sng" w="12700">
                      <a:solidFill>
                        <a:srgbClr val="109EE5"/>
                      </a:solidFill>
                      <a:prstDash val="solid"/>
                      <a:round/>
                      <a:headEnd len="sm" w="sm" type="none"/>
                      <a:tailEnd len="sm" w="sm" type="none"/>
                    </a:lnL>
                    <a:lnR cap="flat" cmpd="sng" w="12700">
                      <a:solidFill>
                        <a:srgbClr val="109EE5"/>
                      </a:solidFill>
                      <a:prstDash val="solid"/>
                      <a:round/>
                      <a:headEnd len="sm" w="sm" type="none"/>
                      <a:tailEnd len="sm" w="sm" type="none"/>
                    </a:lnR>
                    <a:lnT cap="flat" cmpd="sng" w="12700">
                      <a:solidFill>
                        <a:srgbClr val="109EE5"/>
                      </a:solidFill>
                      <a:prstDash val="solid"/>
                      <a:round/>
                      <a:headEnd len="sm" w="sm" type="none"/>
                      <a:tailEnd len="sm" w="sm" type="none"/>
                    </a:lnT>
                    <a:lnB cap="flat" cmpd="sng" w="12700">
                      <a:solidFill>
                        <a:srgbClr val="109EE5"/>
                      </a:solidFill>
                      <a:prstDash val="solid"/>
                      <a:round/>
                      <a:headEnd len="sm" w="sm" type="none"/>
                      <a:tailEnd len="sm" w="sm" type="none"/>
                    </a:lnB>
                    <a:solidFill>
                      <a:srgbClr val="00B0F0"/>
                    </a:solidFill>
                  </a:tcPr>
                </a:tc>
              </a:tr>
            </a:tbl>
          </a:graphicData>
        </a:graphic>
      </p:graphicFrame>
      <p:graphicFrame>
        <p:nvGraphicFramePr>
          <p:cNvPr id="673" name="Google Shape;673;p16"/>
          <p:cNvGraphicFramePr/>
          <p:nvPr/>
        </p:nvGraphicFramePr>
        <p:xfrm>
          <a:off x="5013042" y="4084776"/>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lt1"/>
                          </a:solidFill>
                          <a:latin typeface="Arial"/>
                          <a:ea typeface="Arial"/>
                          <a:cs typeface="Arial"/>
                          <a:sym typeface="Arial"/>
                        </a:rPr>
                        <a:t>XXXXXXXX</a:t>
                      </a:r>
                      <a:endParaRPr b="1" sz="1400" u="none" cap="none" strike="noStrike">
                        <a:solidFill>
                          <a:schemeClr val="lt1"/>
                        </a:solidFill>
                        <a:latin typeface="Arial"/>
                        <a:ea typeface="Arial"/>
                        <a:cs typeface="Arial"/>
                        <a:sym typeface="Arial"/>
                      </a:endParaRPr>
                    </a:p>
                  </a:txBody>
                  <a:tcPr marT="45725" marB="45725" marR="91450" marL="91450">
                    <a:lnL cap="flat" cmpd="sng" w="12700">
                      <a:solidFill>
                        <a:srgbClr val="109EE5"/>
                      </a:solidFill>
                      <a:prstDash val="solid"/>
                      <a:round/>
                      <a:headEnd len="sm" w="sm" type="none"/>
                      <a:tailEnd len="sm" w="sm" type="none"/>
                    </a:lnL>
                    <a:lnR cap="flat" cmpd="sng" w="12700">
                      <a:solidFill>
                        <a:srgbClr val="109EE5"/>
                      </a:solidFill>
                      <a:prstDash val="solid"/>
                      <a:round/>
                      <a:headEnd len="sm" w="sm" type="none"/>
                      <a:tailEnd len="sm" w="sm" type="none"/>
                    </a:lnR>
                    <a:lnT cap="flat" cmpd="sng" w="12700">
                      <a:solidFill>
                        <a:srgbClr val="109EE5"/>
                      </a:solidFill>
                      <a:prstDash val="solid"/>
                      <a:round/>
                      <a:headEnd len="sm" w="sm" type="none"/>
                      <a:tailEnd len="sm" w="sm" type="none"/>
                    </a:lnT>
                    <a:lnB cap="flat" cmpd="sng" w="12700">
                      <a:solidFill>
                        <a:srgbClr val="109EE5"/>
                      </a:solidFill>
                      <a:prstDash val="solid"/>
                      <a:round/>
                      <a:headEnd len="sm" w="sm" type="none"/>
                      <a:tailEnd len="sm" w="sm" type="none"/>
                    </a:lnB>
                    <a:solidFill>
                      <a:srgbClr val="00B0F0"/>
                    </a:solidFill>
                  </a:tcPr>
                </a:tc>
              </a:tr>
            </a:tbl>
          </a:graphicData>
        </a:graphic>
      </p:graphicFrame>
      <p:graphicFrame>
        <p:nvGraphicFramePr>
          <p:cNvPr id="674" name="Google Shape;674;p16"/>
          <p:cNvGraphicFramePr/>
          <p:nvPr/>
        </p:nvGraphicFramePr>
        <p:xfrm>
          <a:off x="6244022" y="4084776"/>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XXXXXXXX</a:t>
                      </a:r>
                      <a:endParaRPr b="1" sz="1400" u="none" cap="none" strike="noStrike">
                        <a:solidFill>
                          <a:srgbClr val="C00000"/>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675" name="Google Shape;675;p16"/>
          <p:cNvGraphicFramePr/>
          <p:nvPr/>
        </p:nvGraphicFramePr>
        <p:xfrm>
          <a:off x="7475002" y="4084776"/>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XXXXXXXX</a:t>
                      </a:r>
                      <a:endParaRPr b="1" sz="1400" u="none" cap="none" strike="noStrike">
                        <a:solidFill>
                          <a:srgbClr val="C00000"/>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676" name="Google Shape;676;p16"/>
          <p:cNvGraphicFramePr/>
          <p:nvPr/>
        </p:nvGraphicFramePr>
        <p:xfrm>
          <a:off x="8705984" y="4084776"/>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XXXXXXXX</a:t>
                      </a:r>
                      <a:endParaRPr b="1" sz="1400" u="none" cap="none" strike="noStrike">
                        <a:solidFill>
                          <a:srgbClr val="C00000"/>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677" name="Google Shape;677;p16"/>
          <p:cNvGraphicFramePr/>
          <p:nvPr/>
        </p:nvGraphicFramePr>
        <p:xfrm>
          <a:off x="2551082" y="4904484"/>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XXXXXXX</a:t>
                      </a:r>
                      <a:r>
                        <a:rPr b="1" lang="en-US" sz="1400" u="none" cap="none" strike="noStrike">
                          <a:solidFill>
                            <a:srgbClr val="EC7061"/>
                          </a:solidFill>
                          <a:latin typeface="Arial"/>
                          <a:ea typeface="Arial"/>
                          <a:cs typeface="Arial"/>
                          <a:sym typeface="Arial"/>
                        </a:rPr>
                        <a:t>1</a:t>
                      </a:r>
                      <a:endParaRPr b="1" sz="1400" u="none" cap="none" strike="noStrike">
                        <a:solidFill>
                          <a:srgbClr val="EC7061"/>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678" name="Google Shape;678;p16"/>
          <p:cNvGraphicFramePr/>
          <p:nvPr/>
        </p:nvGraphicFramePr>
        <p:xfrm>
          <a:off x="3782062" y="4904484"/>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XXXXXXXX</a:t>
                      </a:r>
                      <a:endParaRPr b="1" sz="1400" u="none" cap="none" strike="noStrike">
                        <a:solidFill>
                          <a:srgbClr val="C00000"/>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679" name="Google Shape;679;p16"/>
          <p:cNvGraphicFramePr/>
          <p:nvPr/>
        </p:nvGraphicFramePr>
        <p:xfrm>
          <a:off x="5013042" y="4904484"/>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XXXXXXXX</a:t>
                      </a:r>
                      <a:endParaRPr b="1" sz="1400" u="none" cap="none" strike="noStrike">
                        <a:solidFill>
                          <a:srgbClr val="C00000"/>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680" name="Google Shape;680;p16"/>
          <p:cNvGraphicFramePr/>
          <p:nvPr/>
        </p:nvGraphicFramePr>
        <p:xfrm>
          <a:off x="6244022" y="4904484"/>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XXXXXXXX</a:t>
                      </a:r>
                      <a:endParaRPr b="1" sz="1400" u="none" cap="none" strike="noStrike">
                        <a:solidFill>
                          <a:srgbClr val="C00000"/>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681" name="Google Shape;681;p16"/>
          <p:cNvGraphicFramePr/>
          <p:nvPr/>
        </p:nvGraphicFramePr>
        <p:xfrm>
          <a:off x="7475002" y="4904484"/>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XXXXXXXX</a:t>
                      </a:r>
                      <a:endParaRPr b="1" sz="1400" u="none" cap="none" strike="noStrike">
                        <a:solidFill>
                          <a:srgbClr val="C00000"/>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682" name="Google Shape;682;p16"/>
          <p:cNvGraphicFramePr/>
          <p:nvPr/>
        </p:nvGraphicFramePr>
        <p:xfrm>
          <a:off x="8705984" y="4904484"/>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XXXXXXXX</a:t>
                      </a:r>
                      <a:endParaRPr b="1" sz="1400" u="none" cap="none" strike="noStrike">
                        <a:solidFill>
                          <a:srgbClr val="C00000"/>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683" name="Google Shape;683;p16"/>
          <p:cNvGraphicFramePr/>
          <p:nvPr/>
        </p:nvGraphicFramePr>
        <p:xfrm>
          <a:off x="2551082" y="5768580"/>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11111111</a:t>
                      </a:r>
                      <a:endParaRPr b="1" sz="1400" u="none" cap="none" strike="noStrike">
                        <a:solidFill>
                          <a:srgbClr val="C00000"/>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684" name="Google Shape;684;p16"/>
          <p:cNvGraphicFramePr/>
          <p:nvPr/>
        </p:nvGraphicFramePr>
        <p:xfrm>
          <a:off x="3782062" y="5768580"/>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11111111</a:t>
                      </a:r>
                      <a:endParaRPr b="1" sz="1400" u="none" cap="none" strike="noStrike">
                        <a:solidFill>
                          <a:srgbClr val="C00000"/>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685" name="Google Shape;685;p16"/>
          <p:cNvGraphicFramePr/>
          <p:nvPr/>
        </p:nvGraphicFramePr>
        <p:xfrm>
          <a:off x="5013042" y="5768580"/>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11111111</a:t>
                      </a:r>
                      <a:endParaRPr b="1" sz="1400" u="none" cap="none" strike="noStrike">
                        <a:solidFill>
                          <a:srgbClr val="C00000"/>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686" name="Google Shape;686;p16"/>
          <p:cNvGraphicFramePr/>
          <p:nvPr/>
        </p:nvGraphicFramePr>
        <p:xfrm>
          <a:off x="6244022" y="5768580"/>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11111111</a:t>
                      </a:r>
                      <a:endParaRPr b="1" sz="1400" u="none" cap="none" strike="noStrike">
                        <a:solidFill>
                          <a:srgbClr val="C00000"/>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687" name="Google Shape;687;p16"/>
          <p:cNvGraphicFramePr/>
          <p:nvPr/>
        </p:nvGraphicFramePr>
        <p:xfrm>
          <a:off x="7475002" y="5768580"/>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11111111</a:t>
                      </a:r>
                      <a:endParaRPr b="1" sz="1400" u="none" cap="none" strike="noStrike">
                        <a:solidFill>
                          <a:srgbClr val="C00000"/>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688" name="Google Shape;688;p16"/>
          <p:cNvGraphicFramePr/>
          <p:nvPr/>
        </p:nvGraphicFramePr>
        <p:xfrm>
          <a:off x="8705984" y="5768580"/>
          <a:ext cx="3000000" cy="3000000"/>
        </p:xfrm>
        <a:graphic>
          <a:graphicData uri="http://schemas.openxmlformats.org/drawingml/2006/table">
            <a:tbl>
              <a:tblPr bandRow="1" firstRow="1">
                <a:noFill/>
                <a:tableStyleId>{2C067428-DC08-4BEC-9048-23FDCD1FA422}</a:tableStyleId>
              </a:tblPr>
              <a:tblGrid>
                <a:gridCol w="1114350"/>
              </a:tblGrid>
              <a:tr h="2880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11111111</a:t>
                      </a:r>
                      <a:endParaRPr b="1" sz="1400" u="none" cap="none" strike="noStrike">
                        <a:solidFill>
                          <a:srgbClr val="C00000"/>
                        </a:solidFill>
                        <a:latin typeface="Arial"/>
                        <a:ea typeface="Arial"/>
                        <a:cs typeface="Arial"/>
                        <a:sym typeface="Arial"/>
                      </a:endParaRPr>
                    </a:p>
                  </a:txBody>
                  <a:tcPr marT="45725" marB="45725" marR="91450" marL="91450">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sp>
        <p:nvSpPr>
          <p:cNvPr id="689" name="Google Shape;689;p16"/>
          <p:cNvSpPr/>
          <p:nvPr/>
        </p:nvSpPr>
        <p:spPr>
          <a:xfrm rot="-5400000">
            <a:off x="4257709" y="2171664"/>
            <a:ext cx="144016" cy="3564394"/>
          </a:xfrm>
          <a:prstGeom prst="rightBrace">
            <a:avLst>
              <a:gd fmla="val 8333" name="adj1"/>
              <a:gd fmla="val 50000" name="adj2"/>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690" name="Google Shape;690;p16"/>
          <p:cNvSpPr/>
          <p:nvPr/>
        </p:nvSpPr>
        <p:spPr>
          <a:xfrm>
            <a:off x="3915670" y="3579304"/>
            <a:ext cx="828092"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OUI</a:t>
            </a:r>
            <a:endParaRPr sz="1400">
              <a:solidFill>
                <a:schemeClr val="dk1"/>
              </a:solidFill>
              <a:latin typeface="Arial"/>
              <a:ea typeface="Arial"/>
              <a:cs typeface="Arial"/>
              <a:sym typeface="Arial"/>
            </a:endParaRPr>
          </a:p>
        </p:txBody>
      </p:sp>
      <p:sp>
        <p:nvSpPr>
          <p:cNvPr id="691" name="Google Shape;691;p16"/>
          <p:cNvSpPr/>
          <p:nvPr/>
        </p:nvSpPr>
        <p:spPr>
          <a:xfrm rot="-5400000">
            <a:off x="4257709" y="2999757"/>
            <a:ext cx="144016" cy="3564394"/>
          </a:xfrm>
          <a:prstGeom prst="rightBrace">
            <a:avLst>
              <a:gd fmla="val 8333" name="adj1"/>
              <a:gd fmla="val 50000" name="adj2"/>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692" name="Google Shape;692;p16"/>
          <p:cNvSpPr/>
          <p:nvPr/>
        </p:nvSpPr>
        <p:spPr>
          <a:xfrm>
            <a:off x="3983745" y="4407397"/>
            <a:ext cx="92525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Non-OUI</a:t>
            </a:r>
            <a:endParaRPr sz="1400">
              <a:solidFill>
                <a:schemeClr val="dk1"/>
              </a:solidFill>
              <a:latin typeface="Arial"/>
              <a:ea typeface="Arial"/>
              <a:cs typeface="Arial"/>
              <a:sym typeface="Arial"/>
            </a:endParaRPr>
          </a:p>
        </p:txBody>
      </p:sp>
      <p:sp>
        <p:nvSpPr>
          <p:cNvPr id="693" name="Google Shape;693;p16"/>
          <p:cNvSpPr/>
          <p:nvPr/>
        </p:nvSpPr>
        <p:spPr>
          <a:xfrm rot="-5400000">
            <a:off x="4257709" y="3863853"/>
            <a:ext cx="144016" cy="3564394"/>
          </a:xfrm>
          <a:prstGeom prst="rightBrace">
            <a:avLst>
              <a:gd fmla="val 8333" name="adj1"/>
              <a:gd fmla="val 50000" name="adj2"/>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694" name="Google Shape;694;p16"/>
          <p:cNvSpPr/>
          <p:nvPr/>
        </p:nvSpPr>
        <p:spPr>
          <a:xfrm>
            <a:off x="3983745" y="5271493"/>
            <a:ext cx="92525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Non-OUI</a:t>
            </a:r>
            <a:endParaRPr sz="1400">
              <a:solidFill>
                <a:schemeClr val="dk1"/>
              </a:solidFill>
              <a:latin typeface="Arial"/>
              <a:ea typeface="Arial"/>
              <a:cs typeface="Arial"/>
              <a:sym typeface="Arial"/>
            </a:endParaRPr>
          </a:p>
        </p:txBody>
      </p:sp>
      <p:sp>
        <p:nvSpPr>
          <p:cNvPr id="695" name="Google Shape;695;p16"/>
          <p:cNvSpPr/>
          <p:nvPr/>
        </p:nvSpPr>
        <p:spPr>
          <a:xfrm>
            <a:off x="9820326" y="4063615"/>
            <a:ext cx="1980220"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00-1E-10-DD-DD-02</a:t>
            </a:r>
            <a:endParaRPr sz="1400">
              <a:solidFill>
                <a:schemeClr val="dk1"/>
              </a:solidFill>
              <a:latin typeface="Arial"/>
              <a:ea typeface="Arial"/>
              <a:cs typeface="Arial"/>
              <a:sym typeface="Arial"/>
            </a:endParaRPr>
          </a:p>
        </p:txBody>
      </p:sp>
      <p:sp>
        <p:nvSpPr>
          <p:cNvPr id="696" name="Google Shape;696;p16"/>
          <p:cNvSpPr/>
          <p:nvPr/>
        </p:nvSpPr>
        <p:spPr>
          <a:xfrm>
            <a:off x="9820326" y="4911452"/>
            <a:ext cx="1980220"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01-80-C2-00-00-01</a:t>
            </a:r>
            <a:endParaRPr sz="1400">
              <a:solidFill>
                <a:schemeClr val="dk1"/>
              </a:solidFill>
              <a:latin typeface="Arial"/>
              <a:ea typeface="Arial"/>
              <a:cs typeface="Arial"/>
              <a:sym typeface="Arial"/>
            </a:endParaRPr>
          </a:p>
        </p:txBody>
      </p:sp>
      <p:sp>
        <p:nvSpPr>
          <p:cNvPr id="697" name="Google Shape;697;p16"/>
          <p:cNvSpPr/>
          <p:nvPr/>
        </p:nvSpPr>
        <p:spPr>
          <a:xfrm>
            <a:off x="9820326" y="5775548"/>
            <a:ext cx="1980220"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FF-FF-FF-FF-FF-FF</a:t>
            </a:r>
            <a:endParaRPr sz="1400">
              <a:solidFill>
                <a:schemeClr val="dk1"/>
              </a:solidFill>
              <a:latin typeface="Arial"/>
              <a:ea typeface="Arial"/>
              <a:cs typeface="Arial"/>
              <a:sym typeface="Arial"/>
            </a:endParaRPr>
          </a:p>
        </p:txBody>
      </p:sp>
      <p:sp>
        <p:nvSpPr>
          <p:cNvPr id="698" name="Google Shape;698;p16"/>
          <p:cNvSpPr/>
          <p:nvPr/>
        </p:nvSpPr>
        <p:spPr>
          <a:xfrm>
            <a:off x="10096220" y="3759324"/>
            <a:ext cx="1212409"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Example</a:t>
            </a:r>
            <a:endParaRPr/>
          </a:p>
        </p:txBody>
      </p:sp>
      <p:grpSp>
        <p:nvGrpSpPr>
          <p:cNvPr id="699" name="Google Shape;699;p16"/>
          <p:cNvGrpSpPr/>
          <p:nvPr/>
        </p:nvGrpSpPr>
        <p:grpSpPr>
          <a:xfrm>
            <a:off x="7117517" y="121216"/>
            <a:ext cx="4957810" cy="212400"/>
            <a:chOff x="6925793" y="165460"/>
            <a:chExt cx="4957810" cy="212400"/>
          </a:xfrm>
        </p:grpSpPr>
        <p:sp>
          <p:nvSpPr>
            <p:cNvPr id="700" name="Google Shape;700;p16"/>
            <p:cNvSpPr/>
            <p:nvPr/>
          </p:nvSpPr>
          <p:spPr>
            <a:xfrm>
              <a:off x="8732658" y="165460"/>
              <a:ext cx="1330893" cy="212400"/>
            </a:xfrm>
            <a:prstGeom prst="chevron">
              <a:avLst>
                <a:gd fmla="val 50000"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rgbClr val="FFFFFF"/>
                  </a:solidFill>
                  <a:latin typeface="Arial"/>
                  <a:ea typeface="Arial"/>
                  <a:cs typeface="Arial"/>
                  <a:sym typeface="Arial"/>
                </a:rPr>
                <a:t>MAC address</a:t>
              </a:r>
              <a:endParaRPr/>
            </a:p>
          </p:txBody>
        </p:sp>
        <p:sp>
          <p:nvSpPr>
            <p:cNvPr id="701" name="Google Shape;701;p16"/>
            <p:cNvSpPr/>
            <p:nvPr/>
          </p:nvSpPr>
          <p:spPr>
            <a:xfrm>
              <a:off x="9984432" y="165460"/>
              <a:ext cx="1899171" cy="212400"/>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Ethernet frame type</a:t>
              </a:r>
              <a:endParaRPr/>
            </a:p>
          </p:txBody>
        </p:sp>
        <p:sp>
          <p:nvSpPr>
            <p:cNvPr id="702" name="Google Shape;702;p16"/>
            <p:cNvSpPr/>
            <p:nvPr/>
          </p:nvSpPr>
          <p:spPr>
            <a:xfrm>
              <a:off x="6925793" y="165460"/>
              <a:ext cx="1885983" cy="212400"/>
            </a:xfrm>
            <a:prstGeom prst="homePlate">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Ethernet Frame Format</a:t>
              </a:r>
              <a:endParaRPr sz="1200">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6" name="Shape 706"/>
        <p:cNvGrpSpPr/>
        <p:nvPr/>
      </p:nvGrpSpPr>
      <p:grpSpPr>
        <a:xfrm>
          <a:off x="0" y="0"/>
          <a:ext cx="0" cy="0"/>
          <a:chOff x="0" y="0"/>
          <a:chExt cx="0" cy="0"/>
        </a:xfrm>
      </p:grpSpPr>
      <p:sp>
        <p:nvSpPr>
          <p:cNvPr id="707" name="Google Shape;707;p17"/>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99"/>
              <a:buFont typeface="Arial"/>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18"/>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Unicast Ethernet Frame</a:t>
            </a:r>
            <a:endParaRPr/>
          </a:p>
        </p:txBody>
      </p:sp>
      <p:grpSp>
        <p:nvGrpSpPr>
          <p:cNvPr id="713" name="Google Shape;713;p18"/>
          <p:cNvGrpSpPr/>
          <p:nvPr/>
        </p:nvGrpSpPr>
        <p:grpSpPr>
          <a:xfrm>
            <a:off x="6256644" y="1772816"/>
            <a:ext cx="4968552" cy="2698990"/>
            <a:chOff x="3407073" y="2405939"/>
            <a:chExt cx="4968552" cy="2698990"/>
          </a:xfrm>
        </p:grpSpPr>
        <p:pic>
          <p:nvPicPr>
            <p:cNvPr descr="PC.png" id="714" name="Google Shape;714;p18"/>
            <p:cNvPicPr preferRelativeResize="0"/>
            <p:nvPr/>
          </p:nvPicPr>
          <p:blipFill rotWithShape="1">
            <a:blip r:embed="rId3">
              <a:alphaModFix/>
            </a:blip>
            <a:srcRect b="0" l="0" r="0" t="0"/>
            <a:stretch/>
          </p:blipFill>
          <p:spPr>
            <a:xfrm>
              <a:off x="3479081" y="2709036"/>
              <a:ext cx="703126" cy="540000"/>
            </a:xfrm>
            <a:prstGeom prst="rect">
              <a:avLst/>
            </a:prstGeom>
            <a:noFill/>
            <a:ln>
              <a:noFill/>
            </a:ln>
          </p:spPr>
        </p:pic>
        <p:pic>
          <p:nvPicPr>
            <p:cNvPr descr="PC.png" id="715" name="Google Shape;715;p18"/>
            <p:cNvPicPr preferRelativeResize="0"/>
            <p:nvPr/>
          </p:nvPicPr>
          <p:blipFill rotWithShape="1">
            <a:blip r:embed="rId3">
              <a:alphaModFix/>
            </a:blip>
            <a:srcRect b="0" l="0" r="0" t="0"/>
            <a:stretch/>
          </p:blipFill>
          <p:spPr>
            <a:xfrm>
              <a:off x="4703217" y="4221088"/>
              <a:ext cx="703126" cy="540000"/>
            </a:xfrm>
            <a:prstGeom prst="rect">
              <a:avLst/>
            </a:prstGeom>
            <a:noFill/>
            <a:ln>
              <a:noFill/>
            </a:ln>
          </p:spPr>
        </p:pic>
        <p:pic>
          <p:nvPicPr>
            <p:cNvPr descr="PC.png" id="716" name="Google Shape;716;p18"/>
            <p:cNvPicPr preferRelativeResize="0"/>
            <p:nvPr/>
          </p:nvPicPr>
          <p:blipFill rotWithShape="1">
            <a:blip r:embed="rId3">
              <a:alphaModFix/>
            </a:blip>
            <a:srcRect b="0" l="0" r="0" t="0"/>
            <a:stretch/>
          </p:blipFill>
          <p:spPr>
            <a:xfrm>
              <a:off x="6340351" y="2709036"/>
              <a:ext cx="703126" cy="540000"/>
            </a:xfrm>
            <a:prstGeom prst="rect">
              <a:avLst/>
            </a:prstGeom>
            <a:noFill/>
            <a:ln>
              <a:noFill/>
            </a:ln>
          </p:spPr>
        </p:pic>
        <p:cxnSp>
          <p:nvCxnSpPr>
            <p:cNvPr id="717" name="Google Shape;717;p18"/>
            <p:cNvCxnSpPr/>
            <p:nvPr/>
          </p:nvCxnSpPr>
          <p:spPr>
            <a:xfrm>
              <a:off x="3407073" y="3753036"/>
              <a:ext cx="4968552" cy="0"/>
            </a:xfrm>
            <a:prstGeom prst="straightConnector1">
              <a:avLst/>
            </a:prstGeom>
            <a:solidFill>
              <a:schemeClr val="accent1"/>
            </a:solidFill>
            <a:ln cap="flat" cmpd="sng" w="28575">
              <a:solidFill>
                <a:schemeClr val="dk1"/>
              </a:solidFill>
              <a:prstDash val="solid"/>
              <a:round/>
              <a:headEnd len="sm" w="sm" type="none"/>
              <a:tailEnd len="sm" w="sm" type="none"/>
            </a:ln>
          </p:spPr>
        </p:cxnSp>
        <p:cxnSp>
          <p:nvCxnSpPr>
            <p:cNvPr id="718" name="Google Shape;718;p18"/>
            <p:cNvCxnSpPr>
              <a:stCxn id="714" idx="2"/>
            </p:cNvCxnSpPr>
            <p:nvPr/>
          </p:nvCxnSpPr>
          <p:spPr>
            <a:xfrm>
              <a:off x="3830644" y="3249036"/>
              <a:ext cx="0" cy="5040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719" name="Google Shape;719;p18"/>
            <p:cNvCxnSpPr/>
            <p:nvPr/>
          </p:nvCxnSpPr>
          <p:spPr>
            <a:xfrm rot="10800000">
              <a:off x="5051884" y="3752342"/>
              <a:ext cx="0" cy="50475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720" name="Google Shape;720;p18"/>
            <p:cNvCxnSpPr>
              <a:stCxn id="716" idx="2"/>
            </p:cNvCxnSpPr>
            <p:nvPr/>
          </p:nvCxnSpPr>
          <p:spPr>
            <a:xfrm>
              <a:off x="6691914" y="3249036"/>
              <a:ext cx="0" cy="504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721" name="Google Shape;721;p18"/>
            <p:cNvSpPr/>
            <p:nvPr/>
          </p:nvSpPr>
          <p:spPr>
            <a:xfrm>
              <a:off x="3410494" y="2405939"/>
              <a:ext cx="739305"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A</a:t>
              </a:r>
              <a:endParaRPr sz="1400">
                <a:solidFill>
                  <a:schemeClr val="dk1"/>
                </a:solidFill>
                <a:latin typeface="Arial"/>
                <a:ea typeface="Arial"/>
                <a:cs typeface="Arial"/>
                <a:sym typeface="Arial"/>
              </a:endParaRPr>
            </a:p>
          </p:txBody>
        </p:sp>
        <p:sp>
          <p:nvSpPr>
            <p:cNvPr id="722" name="Google Shape;722;p18"/>
            <p:cNvSpPr/>
            <p:nvPr/>
          </p:nvSpPr>
          <p:spPr>
            <a:xfrm>
              <a:off x="6253214" y="2405939"/>
              <a:ext cx="72968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B</a:t>
              </a:r>
              <a:endParaRPr sz="1400">
                <a:solidFill>
                  <a:schemeClr val="dk1"/>
                </a:solidFill>
                <a:latin typeface="Arial"/>
                <a:ea typeface="Arial"/>
                <a:cs typeface="Arial"/>
                <a:sym typeface="Arial"/>
              </a:endParaRPr>
            </a:p>
          </p:txBody>
        </p:sp>
        <p:pic>
          <p:nvPicPr>
            <p:cNvPr descr="PC.png" id="723" name="Google Shape;723;p18"/>
            <p:cNvPicPr preferRelativeResize="0"/>
            <p:nvPr/>
          </p:nvPicPr>
          <p:blipFill rotWithShape="1">
            <a:blip r:embed="rId3">
              <a:alphaModFix/>
            </a:blip>
            <a:srcRect b="0" l="0" r="0" t="0"/>
            <a:stretch/>
          </p:blipFill>
          <p:spPr>
            <a:xfrm>
              <a:off x="7536160" y="4221088"/>
              <a:ext cx="703126" cy="540000"/>
            </a:xfrm>
            <a:prstGeom prst="rect">
              <a:avLst/>
            </a:prstGeom>
            <a:noFill/>
            <a:ln>
              <a:noFill/>
            </a:ln>
          </p:spPr>
        </p:pic>
        <p:cxnSp>
          <p:nvCxnSpPr>
            <p:cNvPr id="724" name="Google Shape;724;p18"/>
            <p:cNvCxnSpPr/>
            <p:nvPr/>
          </p:nvCxnSpPr>
          <p:spPr>
            <a:xfrm rot="10800000">
              <a:off x="7884827" y="3752342"/>
              <a:ext cx="0" cy="50475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725" name="Google Shape;725;p18"/>
            <p:cNvSpPr/>
            <p:nvPr/>
          </p:nvSpPr>
          <p:spPr>
            <a:xfrm>
              <a:off x="4668237" y="4797152"/>
              <a:ext cx="73129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C</a:t>
              </a:r>
              <a:endParaRPr sz="1400">
                <a:solidFill>
                  <a:schemeClr val="dk1"/>
                </a:solidFill>
                <a:latin typeface="Arial"/>
                <a:ea typeface="Arial"/>
                <a:cs typeface="Arial"/>
                <a:sym typeface="Arial"/>
              </a:endParaRPr>
            </a:p>
          </p:txBody>
        </p:sp>
        <p:sp>
          <p:nvSpPr>
            <p:cNvPr id="726" name="Google Shape;726;p18"/>
            <p:cNvSpPr/>
            <p:nvPr/>
          </p:nvSpPr>
          <p:spPr>
            <a:xfrm>
              <a:off x="7502133" y="4797152"/>
              <a:ext cx="752129"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D</a:t>
              </a:r>
              <a:endParaRPr sz="1400">
                <a:solidFill>
                  <a:schemeClr val="dk1"/>
                </a:solidFill>
                <a:latin typeface="Arial"/>
                <a:ea typeface="Arial"/>
                <a:cs typeface="Arial"/>
                <a:sym typeface="Arial"/>
              </a:endParaRPr>
            </a:p>
          </p:txBody>
        </p:sp>
        <p:cxnSp>
          <p:nvCxnSpPr>
            <p:cNvPr id="727" name="Google Shape;727;p18"/>
            <p:cNvCxnSpPr/>
            <p:nvPr/>
          </p:nvCxnSpPr>
          <p:spPr>
            <a:xfrm rot="5400000">
              <a:off x="3863772" y="3501028"/>
              <a:ext cx="360000" cy="0"/>
            </a:xfrm>
            <a:prstGeom prst="straightConnector1">
              <a:avLst/>
            </a:prstGeom>
            <a:solidFill>
              <a:schemeClr val="accent1"/>
            </a:solidFill>
            <a:ln cap="flat" cmpd="sng" w="19050">
              <a:solidFill>
                <a:srgbClr val="3FCDFF"/>
              </a:solidFill>
              <a:prstDash val="solid"/>
              <a:round/>
              <a:headEnd len="sm" w="sm" type="none"/>
              <a:tailEnd len="med" w="med" type="triangle"/>
            </a:ln>
          </p:spPr>
        </p:cxnSp>
        <p:cxnSp>
          <p:nvCxnSpPr>
            <p:cNvPr id="728" name="Google Shape;728;p18"/>
            <p:cNvCxnSpPr/>
            <p:nvPr/>
          </p:nvCxnSpPr>
          <p:spPr>
            <a:xfrm rot="5400000">
              <a:off x="5030870" y="4005044"/>
              <a:ext cx="360000" cy="0"/>
            </a:xfrm>
            <a:prstGeom prst="straightConnector1">
              <a:avLst/>
            </a:prstGeom>
            <a:solidFill>
              <a:schemeClr val="accent1"/>
            </a:solidFill>
            <a:ln cap="flat" cmpd="sng" w="19050">
              <a:solidFill>
                <a:srgbClr val="3FCDFF"/>
              </a:solidFill>
              <a:prstDash val="solid"/>
              <a:round/>
              <a:headEnd len="sm" w="sm" type="none"/>
              <a:tailEnd len="med" w="med" type="triangle"/>
            </a:ln>
          </p:spPr>
        </p:cxnSp>
        <p:cxnSp>
          <p:nvCxnSpPr>
            <p:cNvPr id="729" name="Google Shape;729;p18"/>
            <p:cNvCxnSpPr/>
            <p:nvPr/>
          </p:nvCxnSpPr>
          <p:spPr>
            <a:xfrm rot="5400000">
              <a:off x="7881249" y="4005044"/>
              <a:ext cx="360000" cy="0"/>
            </a:xfrm>
            <a:prstGeom prst="straightConnector1">
              <a:avLst/>
            </a:prstGeom>
            <a:solidFill>
              <a:schemeClr val="accent1"/>
            </a:solidFill>
            <a:ln cap="flat" cmpd="sng" w="19050">
              <a:solidFill>
                <a:srgbClr val="3FCDFF"/>
              </a:solidFill>
              <a:prstDash val="solid"/>
              <a:round/>
              <a:headEnd len="sm" w="sm" type="none"/>
              <a:tailEnd len="med" w="med" type="triangle"/>
            </a:ln>
          </p:spPr>
        </p:cxnSp>
        <p:cxnSp>
          <p:nvCxnSpPr>
            <p:cNvPr id="730" name="Google Shape;730;p18"/>
            <p:cNvCxnSpPr/>
            <p:nvPr/>
          </p:nvCxnSpPr>
          <p:spPr>
            <a:xfrm rot="-5400000">
              <a:off x="6636080" y="3500989"/>
              <a:ext cx="360000" cy="0"/>
            </a:xfrm>
            <a:prstGeom prst="straightConnector1">
              <a:avLst/>
            </a:prstGeom>
            <a:solidFill>
              <a:schemeClr val="accent1"/>
            </a:solidFill>
            <a:ln cap="flat" cmpd="sng" w="19050">
              <a:solidFill>
                <a:srgbClr val="3FCDFF"/>
              </a:solidFill>
              <a:prstDash val="solid"/>
              <a:round/>
              <a:headEnd len="sm" w="sm" type="none"/>
              <a:tailEnd len="med" w="med" type="triangle"/>
            </a:ln>
          </p:spPr>
        </p:cxnSp>
        <p:sp>
          <p:nvSpPr>
            <p:cNvPr id="731" name="Google Shape;731;p18"/>
            <p:cNvSpPr/>
            <p:nvPr/>
          </p:nvSpPr>
          <p:spPr>
            <a:xfrm>
              <a:off x="3935760" y="3267400"/>
              <a:ext cx="1116124"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Unicast Frame</a:t>
              </a:r>
              <a:endParaRPr/>
            </a:p>
          </p:txBody>
        </p:sp>
      </p:grpSp>
      <p:graphicFrame>
        <p:nvGraphicFramePr>
          <p:cNvPr id="732" name="Google Shape;732;p18"/>
          <p:cNvGraphicFramePr/>
          <p:nvPr/>
        </p:nvGraphicFramePr>
        <p:xfrm>
          <a:off x="1384577" y="3716338"/>
          <a:ext cx="3000000" cy="3000000"/>
        </p:xfrm>
        <a:graphic>
          <a:graphicData uri="http://schemas.openxmlformats.org/drawingml/2006/table">
            <a:tbl>
              <a:tblPr bandRow="1" firstRow="1">
                <a:noFill/>
                <a:tableStyleId>{F503C2F4-6DC0-438F-B06D-3F21902DEA79}</a:tableStyleId>
              </a:tblPr>
              <a:tblGrid>
                <a:gridCol w="2154700"/>
                <a:gridCol w="1278150"/>
                <a:gridCol w="1278150"/>
              </a:tblGrid>
              <a:tr h="370850">
                <a:tc>
                  <a:txBody>
                    <a:bodyPr/>
                    <a:lstStyle/>
                    <a:p>
                      <a:pPr indent="0" lvl="0" marL="0" marR="0" rtl="0" algn="ctr">
                        <a:spcBef>
                          <a:spcPts val="0"/>
                        </a:spcBef>
                        <a:spcAft>
                          <a:spcPts val="0"/>
                        </a:spcAft>
                        <a:buNone/>
                      </a:pPr>
                      <a:r>
                        <a:rPr b="1" lang="en-US" sz="1400" u="none" cap="none" strike="noStrike">
                          <a:latin typeface="Arial"/>
                          <a:ea typeface="Arial"/>
                          <a:cs typeface="Arial"/>
                          <a:sym typeface="Arial"/>
                        </a:rPr>
                        <a:t>D.MAC: </a:t>
                      </a:r>
                      <a:endParaRPr/>
                    </a:p>
                    <a:p>
                      <a:pPr indent="0" lvl="0" marL="0" marR="0" rtl="0" algn="ctr">
                        <a:spcBef>
                          <a:spcPts val="0"/>
                        </a:spcBef>
                        <a:spcAft>
                          <a:spcPts val="0"/>
                        </a:spcAft>
                        <a:buNone/>
                      </a:pPr>
                      <a:r>
                        <a:rPr b="1" lang="en-US" sz="1400" u="none" cap="none" strike="noStrike">
                          <a:latin typeface="Arial"/>
                          <a:ea typeface="Arial"/>
                          <a:cs typeface="Arial"/>
                          <a:sym typeface="Arial"/>
                        </a:rPr>
                        <a:t>00-1E-10-DD-DD-02</a:t>
                      </a:r>
                      <a:endParaRPr/>
                    </a:p>
                  </a:txBody>
                  <a:tcPr marT="45725" marB="4572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u="none" cap="none" strike="noStrike">
                          <a:latin typeface="Arial"/>
                          <a:ea typeface="Arial"/>
                          <a:cs typeface="Arial"/>
                          <a:sym typeface="Arial"/>
                        </a:rPr>
                        <a:t>S.MAC</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u="none" cap="none" strike="noStrike">
                          <a:solidFill>
                            <a:schemeClr val="dk1"/>
                          </a:solidFill>
                          <a:latin typeface="Arial"/>
                          <a:ea typeface="Arial"/>
                          <a:cs typeface="Arial"/>
                          <a:sym typeface="Arial"/>
                        </a:rPr>
                        <a:t>DATA</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tcPr>
                </a:tc>
              </a:tr>
            </a:tbl>
          </a:graphicData>
        </a:graphic>
      </p:graphicFrame>
      <p:sp>
        <p:nvSpPr>
          <p:cNvPr id="733" name="Google Shape;733;p18"/>
          <p:cNvSpPr/>
          <p:nvPr/>
        </p:nvSpPr>
        <p:spPr>
          <a:xfrm>
            <a:off x="2360828" y="3043928"/>
            <a:ext cx="252027" cy="432048"/>
          </a:xfrm>
          <a:prstGeom prst="downArrow">
            <a:avLst>
              <a:gd fmla="val 50000" name="adj1"/>
              <a:gd fmla="val 50000" name="adj2"/>
            </a:avLst>
          </a:prstGeom>
          <a:gradFill>
            <a:gsLst>
              <a:gs pos="0">
                <a:srgbClr val="F6F9FC">
                  <a:alpha val="0"/>
                </a:srgbClr>
              </a:gs>
              <a:gs pos="15000">
                <a:srgbClr val="F6F9FC">
                  <a:alpha val="0"/>
                </a:srgbClr>
              </a:gs>
              <a:gs pos="81000">
                <a:srgbClr val="99DFF9"/>
              </a:gs>
              <a:gs pos="100000">
                <a:srgbClr val="99DFF9"/>
              </a:gs>
            </a:gsLst>
            <a:lin ang="5400000" scaled="0"/>
          </a:gradFill>
          <a:ln cap="flat" cmpd="sng" w="15875">
            <a:solidFill>
              <a:srgbClr val="F6F9F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4" name="Google Shape;734;p18"/>
          <p:cNvSpPr/>
          <p:nvPr/>
        </p:nvSpPr>
        <p:spPr>
          <a:xfrm>
            <a:off x="1199456" y="4279240"/>
            <a:ext cx="10222482" cy="589919"/>
          </a:xfrm>
          <a:custGeom>
            <a:rect b="b" l="l" r="r" t="t"/>
            <a:pathLst>
              <a:path extrusionOk="0" h="882041" w="5168418">
                <a:moveTo>
                  <a:pt x="0" y="858333"/>
                </a:moveTo>
                <a:lnTo>
                  <a:pt x="99798" y="0"/>
                </a:lnTo>
                <a:lnTo>
                  <a:pt x="1173879" y="1"/>
                </a:lnTo>
                <a:lnTo>
                  <a:pt x="5168418" y="882041"/>
                </a:lnTo>
                <a:lnTo>
                  <a:pt x="0" y="858333"/>
                </a:lnTo>
                <a:close/>
              </a:path>
            </a:pathLst>
          </a:custGeom>
          <a:gradFill>
            <a:gsLst>
              <a:gs pos="0">
                <a:srgbClr val="99DFF9"/>
              </a:gs>
              <a:gs pos="100000">
                <a:srgbClr val="F4FBFE"/>
              </a:gs>
            </a:gsLst>
            <a:lin ang="135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735" name="Google Shape;735;p18"/>
          <p:cNvGraphicFramePr/>
          <p:nvPr/>
        </p:nvGraphicFramePr>
        <p:xfrm>
          <a:off x="1163452"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b="1" lang="en-US" sz="1400" u="none" cap="none" strike="noStrike">
                          <a:solidFill>
                            <a:srgbClr val="EC706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graphicFrame>
        <p:nvGraphicFramePr>
          <p:cNvPr id="736" name="Google Shape;736;p18"/>
          <p:cNvGraphicFramePr/>
          <p:nvPr/>
        </p:nvGraphicFramePr>
        <p:xfrm>
          <a:off x="2877685"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graphicFrame>
        <p:nvGraphicFramePr>
          <p:cNvPr id="737" name="Google Shape;737;p18"/>
          <p:cNvGraphicFramePr/>
          <p:nvPr/>
        </p:nvGraphicFramePr>
        <p:xfrm>
          <a:off x="4591918"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graphicFrame>
        <p:nvGraphicFramePr>
          <p:cNvPr id="738" name="Google Shape;738;p18"/>
          <p:cNvGraphicFramePr/>
          <p:nvPr/>
        </p:nvGraphicFramePr>
        <p:xfrm>
          <a:off x="6306151"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graphicFrame>
        <p:nvGraphicFramePr>
          <p:cNvPr id="739" name="Google Shape;739;p18"/>
          <p:cNvGraphicFramePr/>
          <p:nvPr/>
        </p:nvGraphicFramePr>
        <p:xfrm>
          <a:off x="8020384"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graphicFrame>
        <p:nvGraphicFramePr>
          <p:cNvPr id="740" name="Google Shape;740;p18"/>
          <p:cNvGraphicFramePr/>
          <p:nvPr/>
        </p:nvGraphicFramePr>
        <p:xfrm>
          <a:off x="9734615"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sp>
        <p:nvSpPr>
          <p:cNvPr id="741" name="Google Shape;741;p18"/>
          <p:cNvSpPr/>
          <p:nvPr/>
        </p:nvSpPr>
        <p:spPr>
          <a:xfrm>
            <a:off x="1343472"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00-</a:t>
            </a:r>
            <a:endParaRPr sz="1400">
              <a:solidFill>
                <a:schemeClr val="dk1"/>
              </a:solidFill>
              <a:latin typeface="Arial"/>
              <a:ea typeface="Arial"/>
              <a:cs typeface="Arial"/>
              <a:sym typeface="Arial"/>
            </a:endParaRPr>
          </a:p>
        </p:txBody>
      </p:sp>
      <p:sp>
        <p:nvSpPr>
          <p:cNvPr id="742" name="Google Shape;742;p18"/>
          <p:cNvSpPr/>
          <p:nvPr/>
        </p:nvSpPr>
        <p:spPr>
          <a:xfrm>
            <a:off x="3035660"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1E-</a:t>
            </a:r>
            <a:endParaRPr sz="1400">
              <a:solidFill>
                <a:schemeClr val="dk1"/>
              </a:solidFill>
              <a:latin typeface="Arial"/>
              <a:ea typeface="Arial"/>
              <a:cs typeface="Arial"/>
              <a:sym typeface="Arial"/>
            </a:endParaRPr>
          </a:p>
        </p:txBody>
      </p:sp>
      <p:sp>
        <p:nvSpPr>
          <p:cNvPr id="743" name="Google Shape;743;p18"/>
          <p:cNvSpPr/>
          <p:nvPr/>
        </p:nvSpPr>
        <p:spPr>
          <a:xfrm>
            <a:off x="4750599"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10-</a:t>
            </a:r>
            <a:endParaRPr sz="1400">
              <a:solidFill>
                <a:schemeClr val="dk1"/>
              </a:solidFill>
              <a:latin typeface="Arial"/>
              <a:ea typeface="Arial"/>
              <a:cs typeface="Arial"/>
              <a:sym typeface="Arial"/>
            </a:endParaRPr>
          </a:p>
        </p:txBody>
      </p:sp>
      <p:sp>
        <p:nvSpPr>
          <p:cNvPr id="744" name="Google Shape;744;p18"/>
          <p:cNvSpPr/>
          <p:nvPr/>
        </p:nvSpPr>
        <p:spPr>
          <a:xfrm>
            <a:off x="6456040"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DD-</a:t>
            </a:r>
            <a:endParaRPr sz="1400">
              <a:solidFill>
                <a:schemeClr val="dk1"/>
              </a:solidFill>
              <a:latin typeface="Arial"/>
              <a:ea typeface="Arial"/>
              <a:cs typeface="Arial"/>
              <a:sym typeface="Arial"/>
            </a:endParaRPr>
          </a:p>
        </p:txBody>
      </p:sp>
      <p:sp>
        <p:nvSpPr>
          <p:cNvPr id="745" name="Google Shape;745;p18"/>
          <p:cNvSpPr/>
          <p:nvPr/>
        </p:nvSpPr>
        <p:spPr>
          <a:xfrm>
            <a:off x="8184232"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DD-</a:t>
            </a:r>
            <a:endParaRPr sz="1400">
              <a:solidFill>
                <a:schemeClr val="dk1"/>
              </a:solidFill>
              <a:latin typeface="Arial"/>
              <a:ea typeface="Arial"/>
              <a:cs typeface="Arial"/>
              <a:sym typeface="Arial"/>
            </a:endParaRPr>
          </a:p>
        </p:txBody>
      </p:sp>
      <p:sp>
        <p:nvSpPr>
          <p:cNvPr id="746" name="Google Shape;746;p18"/>
          <p:cNvSpPr/>
          <p:nvPr/>
        </p:nvSpPr>
        <p:spPr>
          <a:xfrm>
            <a:off x="9912424"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02</a:t>
            </a:r>
            <a:endParaRPr sz="1400">
              <a:solidFill>
                <a:schemeClr val="dk1"/>
              </a:solidFill>
              <a:latin typeface="Arial"/>
              <a:ea typeface="Arial"/>
              <a:cs typeface="Arial"/>
              <a:sym typeface="Arial"/>
            </a:endParaRPr>
          </a:p>
        </p:txBody>
      </p:sp>
      <p:grpSp>
        <p:nvGrpSpPr>
          <p:cNvPr id="747" name="Google Shape;747;p18"/>
          <p:cNvGrpSpPr/>
          <p:nvPr/>
        </p:nvGrpSpPr>
        <p:grpSpPr>
          <a:xfrm>
            <a:off x="7921795" y="3165324"/>
            <a:ext cx="288000" cy="288000"/>
            <a:chOff x="856677" y="2615810"/>
            <a:chExt cx="288000" cy="288000"/>
          </a:xfrm>
        </p:grpSpPr>
        <p:sp>
          <p:nvSpPr>
            <p:cNvPr id="748" name="Google Shape;748;p18"/>
            <p:cNvSpPr/>
            <p:nvPr/>
          </p:nvSpPr>
          <p:spPr>
            <a:xfrm>
              <a:off x="856677" y="2615810"/>
              <a:ext cx="288000" cy="288000"/>
            </a:xfrm>
            <a:prstGeom prst="ellipse">
              <a:avLst/>
            </a:prstGeom>
            <a:solidFill>
              <a:srgbClr val="EC7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49" name="Google Shape;749;p18"/>
            <p:cNvGrpSpPr/>
            <p:nvPr/>
          </p:nvGrpSpPr>
          <p:grpSpPr>
            <a:xfrm>
              <a:off x="898854" y="2657987"/>
              <a:ext cx="203646" cy="203647"/>
              <a:chOff x="864077" y="2609640"/>
              <a:chExt cx="288000" cy="288003"/>
            </a:xfrm>
          </p:grpSpPr>
          <p:cxnSp>
            <p:nvCxnSpPr>
              <p:cNvPr id="750" name="Google Shape;750;p18"/>
              <p:cNvCxnSpPr>
                <a:stCxn id="748" idx="3"/>
                <a:endCxn id="748" idx="7"/>
              </p:cNvCxnSpPr>
              <p:nvPr/>
            </p:nvCxnSpPr>
            <p:spPr>
              <a:xfrm flipH="1" rot="10800000">
                <a:off x="864077" y="2609644"/>
                <a:ext cx="288000" cy="288000"/>
              </a:xfrm>
              <a:prstGeom prst="straightConnector1">
                <a:avLst/>
              </a:prstGeom>
              <a:solidFill>
                <a:srgbClr val="EC7061"/>
              </a:solidFill>
              <a:ln cap="rnd" cmpd="sng" w="38100">
                <a:solidFill>
                  <a:schemeClr val="lt1"/>
                </a:solidFill>
                <a:prstDash val="solid"/>
                <a:round/>
                <a:headEnd len="sm" w="sm" type="none"/>
                <a:tailEnd len="sm" w="sm" type="none"/>
              </a:ln>
            </p:spPr>
          </p:cxnSp>
          <p:cxnSp>
            <p:nvCxnSpPr>
              <p:cNvPr id="751" name="Google Shape;751;p18"/>
              <p:cNvCxnSpPr>
                <a:stCxn id="748" idx="1"/>
                <a:endCxn id="748" idx="5"/>
              </p:cNvCxnSpPr>
              <p:nvPr/>
            </p:nvCxnSpPr>
            <p:spPr>
              <a:xfrm>
                <a:off x="864077" y="2609640"/>
                <a:ext cx="288000" cy="288000"/>
              </a:xfrm>
              <a:prstGeom prst="straightConnector1">
                <a:avLst/>
              </a:prstGeom>
              <a:solidFill>
                <a:srgbClr val="EC7061"/>
              </a:solidFill>
              <a:ln cap="rnd" cmpd="sng" w="38100">
                <a:solidFill>
                  <a:schemeClr val="lt1"/>
                </a:solidFill>
                <a:prstDash val="solid"/>
                <a:round/>
                <a:headEnd len="sm" w="sm" type="none"/>
                <a:tailEnd len="sm" w="sm" type="none"/>
              </a:ln>
            </p:spPr>
          </p:cxnSp>
        </p:grpSp>
      </p:grpSp>
      <p:grpSp>
        <p:nvGrpSpPr>
          <p:cNvPr id="752" name="Google Shape;752;p18"/>
          <p:cNvGrpSpPr/>
          <p:nvPr/>
        </p:nvGrpSpPr>
        <p:grpSpPr>
          <a:xfrm>
            <a:off x="10776559" y="3165324"/>
            <a:ext cx="288000" cy="288000"/>
            <a:chOff x="856677" y="2615810"/>
            <a:chExt cx="288000" cy="288000"/>
          </a:xfrm>
        </p:grpSpPr>
        <p:sp>
          <p:nvSpPr>
            <p:cNvPr id="753" name="Google Shape;753;p18"/>
            <p:cNvSpPr/>
            <p:nvPr/>
          </p:nvSpPr>
          <p:spPr>
            <a:xfrm>
              <a:off x="856677" y="2615810"/>
              <a:ext cx="288000" cy="288000"/>
            </a:xfrm>
            <a:prstGeom prst="ellipse">
              <a:avLst/>
            </a:prstGeom>
            <a:solidFill>
              <a:srgbClr val="EC7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54" name="Google Shape;754;p18"/>
            <p:cNvGrpSpPr/>
            <p:nvPr/>
          </p:nvGrpSpPr>
          <p:grpSpPr>
            <a:xfrm>
              <a:off x="898854" y="2657987"/>
              <a:ext cx="203646" cy="203647"/>
              <a:chOff x="864077" y="2609640"/>
              <a:chExt cx="288000" cy="288003"/>
            </a:xfrm>
          </p:grpSpPr>
          <p:cxnSp>
            <p:nvCxnSpPr>
              <p:cNvPr id="755" name="Google Shape;755;p18"/>
              <p:cNvCxnSpPr>
                <a:stCxn id="753" idx="3"/>
                <a:endCxn id="753" idx="7"/>
              </p:cNvCxnSpPr>
              <p:nvPr/>
            </p:nvCxnSpPr>
            <p:spPr>
              <a:xfrm flipH="1" rot="10800000">
                <a:off x="864077" y="2609644"/>
                <a:ext cx="288000" cy="288000"/>
              </a:xfrm>
              <a:prstGeom prst="straightConnector1">
                <a:avLst/>
              </a:prstGeom>
              <a:solidFill>
                <a:srgbClr val="EC7061"/>
              </a:solidFill>
              <a:ln cap="rnd" cmpd="sng" w="38100">
                <a:solidFill>
                  <a:schemeClr val="lt1"/>
                </a:solidFill>
                <a:prstDash val="solid"/>
                <a:round/>
                <a:headEnd len="sm" w="sm" type="none"/>
                <a:tailEnd len="sm" w="sm" type="none"/>
              </a:ln>
            </p:spPr>
          </p:cxnSp>
          <p:cxnSp>
            <p:nvCxnSpPr>
              <p:cNvPr id="756" name="Google Shape;756;p18"/>
              <p:cNvCxnSpPr>
                <a:stCxn id="753" idx="1"/>
                <a:endCxn id="753" idx="5"/>
              </p:cNvCxnSpPr>
              <p:nvPr/>
            </p:nvCxnSpPr>
            <p:spPr>
              <a:xfrm>
                <a:off x="864077" y="2609640"/>
                <a:ext cx="288000" cy="288000"/>
              </a:xfrm>
              <a:prstGeom prst="straightConnector1">
                <a:avLst/>
              </a:prstGeom>
              <a:solidFill>
                <a:srgbClr val="EC7061"/>
              </a:solidFill>
              <a:ln cap="rnd" cmpd="sng" w="38100">
                <a:solidFill>
                  <a:schemeClr val="lt1"/>
                </a:solidFill>
                <a:prstDash val="solid"/>
                <a:round/>
                <a:headEnd len="sm" w="sm" type="none"/>
                <a:tailEnd len="sm" w="sm" type="none"/>
              </a:ln>
            </p:spPr>
          </p:cxnSp>
        </p:grpSp>
      </p:grpSp>
      <p:grpSp>
        <p:nvGrpSpPr>
          <p:cNvPr id="757" name="Google Shape;757;p18"/>
          <p:cNvGrpSpPr/>
          <p:nvPr/>
        </p:nvGrpSpPr>
        <p:grpSpPr>
          <a:xfrm>
            <a:off x="7117517" y="121216"/>
            <a:ext cx="4957810" cy="212400"/>
            <a:chOff x="6925793" y="165460"/>
            <a:chExt cx="4957810" cy="212400"/>
          </a:xfrm>
        </p:grpSpPr>
        <p:sp>
          <p:nvSpPr>
            <p:cNvPr id="758" name="Google Shape;758;p18"/>
            <p:cNvSpPr/>
            <p:nvPr/>
          </p:nvSpPr>
          <p:spPr>
            <a:xfrm>
              <a:off x="8732658" y="165460"/>
              <a:ext cx="1330893" cy="212400"/>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MAC address</a:t>
              </a:r>
              <a:endParaRPr/>
            </a:p>
          </p:txBody>
        </p:sp>
        <p:sp>
          <p:nvSpPr>
            <p:cNvPr id="759" name="Google Shape;759;p18"/>
            <p:cNvSpPr/>
            <p:nvPr/>
          </p:nvSpPr>
          <p:spPr>
            <a:xfrm>
              <a:off x="9984432" y="165460"/>
              <a:ext cx="1899171" cy="212400"/>
            </a:xfrm>
            <a:prstGeom prst="chevron">
              <a:avLst>
                <a:gd fmla="val 50000"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rgbClr val="FFFFFF"/>
                  </a:solidFill>
                  <a:latin typeface="Arial"/>
                  <a:ea typeface="Arial"/>
                  <a:cs typeface="Arial"/>
                  <a:sym typeface="Arial"/>
                </a:rPr>
                <a:t>Ethernet frame type</a:t>
              </a:r>
              <a:endParaRPr/>
            </a:p>
          </p:txBody>
        </p:sp>
        <p:sp>
          <p:nvSpPr>
            <p:cNvPr id="760" name="Google Shape;760;p18"/>
            <p:cNvSpPr/>
            <p:nvPr/>
          </p:nvSpPr>
          <p:spPr>
            <a:xfrm>
              <a:off x="6925793" y="165460"/>
              <a:ext cx="1885983" cy="212400"/>
            </a:xfrm>
            <a:prstGeom prst="homePlate">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Ethernet Frame Format</a:t>
              </a:r>
              <a:endParaRPr sz="1200">
                <a:solidFill>
                  <a:schemeClr val="dk1"/>
                </a:solidFill>
                <a:latin typeface="Arial"/>
                <a:ea typeface="Arial"/>
                <a:cs typeface="Arial"/>
                <a:sym typeface="Arial"/>
              </a:endParaRPr>
            </a:p>
          </p:txBody>
        </p:sp>
      </p:grpSp>
      <p:sp>
        <p:nvSpPr>
          <p:cNvPr id="761" name="Google Shape;761;p18"/>
          <p:cNvSpPr/>
          <p:nvPr/>
        </p:nvSpPr>
        <p:spPr>
          <a:xfrm>
            <a:off x="1384576" y="1917913"/>
            <a:ext cx="4320000" cy="925200"/>
          </a:xfrm>
          <a:prstGeom prst="roundRect">
            <a:avLst>
              <a:gd fmla="val 2303" name="adj"/>
            </a:avLst>
          </a:prstGeom>
          <a:solidFill>
            <a:srgbClr val="3FCDFF">
              <a:alpha val="4705"/>
            </a:srgbClr>
          </a:solidFill>
          <a:ln cap="flat" cmpd="sng" w="12700">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A unicast Ethernet frame is also called a unicast frame.</a:t>
            </a:r>
            <a:endParaRPr sz="1400">
              <a:solidFill>
                <a:srgbClr val="000000"/>
              </a:solidFill>
              <a:latin typeface="Arial"/>
              <a:ea typeface="Arial"/>
              <a:cs typeface="Arial"/>
              <a:sym typeface="Arial"/>
            </a:endParaRPr>
          </a:p>
          <a:p>
            <a:pPr indent="-285750" lvl="0" marL="285750" marR="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The destination MAC address of a unicast frame is a unicast MAC address.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9"/>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Broadcast Ethernet Frame</a:t>
            </a:r>
            <a:endParaRPr/>
          </a:p>
        </p:txBody>
      </p:sp>
      <p:grpSp>
        <p:nvGrpSpPr>
          <p:cNvPr id="767" name="Google Shape;767;p19"/>
          <p:cNvGrpSpPr/>
          <p:nvPr/>
        </p:nvGrpSpPr>
        <p:grpSpPr>
          <a:xfrm>
            <a:off x="6256644" y="1772816"/>
            <a:ext cx="4968552" cy="2698990"/>
            <a:chOff x="3407073" y="2405939"/>
            <a:chExt cx="4968552" cy="2698990"/>
          </a:xfrm>
        </p:grpSpPr>
        <p:pic>
          <p:nvPicPr>
            <p:cNvPr descr="PC.png" id="768" name="Google Shape;768;p19"/>
            <p:cNvPicPr preferRelativeResize="0"/>
            <p:nvPr/>
          </p:nvPicPr>
          <p:blipFill rotWithShape="1">
            <a:blip r:embed="rId3">
              <a:alphaModFix/>
            </a:blip>
            <a:srcRect b="0" l="0" r="0" t="0"/>
            <a:stretch/>
          </p:blipFill>
          <p:spPr>
            <a:xfrm>
              <a:off x="3479081" y="2709036"/>
              <a:ext cx="703126" cy="540000"/>
            </a:xfrm>
            <a:prstGeom prst="rect">
              <a:avLst/>
            </a:prstGeom>
            <a:noFill/>
            <a:ln>
              <a:noFill/>
            </a:ln>
          </p:spPr>
        </p:pic>
        <p:pic>
          <p:nvPicPr>
            <p:cNvPr descr="PC.png" id="769" name="Google Shape;769;p19"/>
            <p:cNvPicPr preferRelativeResize="0"/>
            <p:nvPr/>
          </p:nvPicPr>
          <p:blipFill rotWithShape="1">
            <a:blip r:embed="rId3">
              <a:alphaModFix/>
            </a:blip>
            <a:srcRect b="0" l="0" r="0" t="0"/>
            <a:stretch/>
          </p:blipFill>
          <p:spPr>
            <a:xfrm>
              <a:off x="4703217" y="4221088"/>
              <a:ext cx="703126" cy="540000"/>
            </a:xfrm>
            <a:prstGeom prst="rect">
              <a:avLst/>
            </a:prstGeom>
            <a:noFill/>
            <a:ln>
              <a:noFill/>
            </a:ln>
          </p:spPr>
        </p:pic>
        <p:pic>
          <p:nvPicPr>
            <p:cNvPr descr="PC.png" id="770" name="Google Shape;770;p19"/>
            <p:cNvPicPr preferRelativeResize="0"/>
            <p:nvPr/>
          </p:nvPicPr>
          <p:blipFill rotWithShape="1">
            <a:blip r:embed="rId3">
              <a:alphaModFix/>
            </a:blip>
            <a:srcRect b="0" l="0" r="0" t="0"/>
            <a:stretch/>
          </p:blipFill>
          <p:spPr>
            <a:xfrm>
              <a:off x="6340351" y="2709036"/>
              <a:ext cx="703126" cy="540000"/>
            </a:xfrm>
            <a:prstGeom prst="rect">
              <a:avLst/>
            </a:prstGeom>
            <a:noFill/>
            <a:ln>
              <a:noFill/>
            </a:ln>
          </p:spPr>
        </p:pic>
        <p:cxnSp>
          <p:nvCxnSpPr>
            <p:cNvPr id="771" name="Google Shape;771;p19"/>
            <p:cNvCxnSpPr/>
            <p:nvPr/>
          </p:nvCxnSpPr>
          <p:spPr>
            <a:xfrm>
              <a:off x="3407073" y="3753036"/>
              <a:ext cx="4968552" cy="0"/>
            </a:xfrm>
            <a:prstGeom prst="straightConnector1">
              <a:avLst/>
            </a:prstGeom>
            <a:solidFill>
              <a:schemeClr val="accent1"/>
            </a:solidFill>
            <a:ln cap="flat" cmpd="sng" w="28575">
              <a:solidFill>
                <a:schemeClr val="dk1"/>
              </a:solidFill>
              <a:prstDash val="solid"/>
              <a:round/>
              <a:headEnd len="sm" w="sm" type="none"/>
              <a:tailEnd len="sm" w="sm" type="none"/>
            </a:ln>
          </p:spPr>
        </p:cxnSp>
        <p:cxnSp>
          <p:nvCxnSpPr>
            <p:cNvPr id="772" name="Google Shape;772;p19"/>
            <p:cNvCxnSpPr>
              <a:stCxn id="768" idx="2"/>
            </p:cNvCxnSpPr>
            <p:nvPr/>
          </p:nvCxnSpPr>
          <p:spPr>
            <a:xfrm>
              <a:off x="3830644" y="3249036"/>
              <a:ext cx="0" cy="5040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773" name="Google Shape;773;p19"/>
            <p:cNvCxnSpPr/>
            <p:nvPr/>
          </p:nvCxnSpPr>
          <p:spPr>
            <a:xfrm rot="10800000">
              <a:off x="5051884" y="3752342"/>
              <a:ext cx="0" cy="50475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774" name="Google Shape;774;p19"/>
            <p:cNvCxnSpPr>
              <a:stCxn id="770" idx="2"/>
            </p:cNvCxnSpPr>
            <p:nvPr/>
          </p:nvCxnSpPr>
          <p:spPr>
            <a:xfrm>
              <a:off x="6691914" y="3249036"/>
              <a:ext cx="0" cy="504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775" name="Google Shape;775;p19"/>
            <p:cNvSpPr/>
            <p:nvPr/>
          </p:nvSpPr>
          <p:spPr>
            <a:xfrm>
              <a:off x="3428720" y="2405939"/>
              <a:ext cx="739305"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A</a:t>
              </a:r>
              <a:endParaRPr sz="1400">
                <a:solidFill>
                  <a:schemeClr val="dk1"/>
                </a:solidFill>
                <a:latin typeface="Arial"/>
                <a:ea typeface="Arial"/>
                <a:cs typeface="Arial"/>
                <a:sym typeface="Arial"/>
              </a:endParaRPr>
            </a:p>
          </p:txBody>
        </p:sp>
        <p:sp>
          <p:nvSpPr>
            <p:cNvPr id="776" name="Google Shape;776;p19"/>
            <p:cNvSpPr/>
            <p:nvPr/>
          </p:nvSpPr>
          <p:spPr>
            <a:xfrm>
              <a:off x="6253214" y="2405939"/>
              <a:ext cx="72968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B</a:t>
              </a:r>
              <a:endParaRPr sz="1400">
                <a:solidFill>
                  <a:schemeClr val="dk1"/>
                </a:solidFill>
                <a:latin typeface="Arial"/>
                <a:ea typeface="Arial"/>
                <a:cs typeface="Arial"/>
                <a:sym typeface="Arial"/>
              </a:endParaRPr>
            </a:p>
          </p:txBody>
        </p:sp>
        <p:pic>
          <p:nvPicPr>
            <p:cNvPr descr="PC.png" id="777" name="Google Shape;777;p19"/>
            <p:cNvPicPr preferRelativeResize="0"/>
            <p:nvPr/>
          </p:nvPicPr>
          <p:blipFill rotWithShape="1">
            <a:blip r:embed="rId3">
              <a:alphaModFix/>
            </a:blip>
            <a:srcRect b="0" l="0" r="0" t="0"/>
            <a:stretch/>
          </p:blipFill>
          <p:spPr>
            <a:xfrm>
              <a:off x="7536160" y="4221088"/>
              <a:ext cx="703126" cy="540000"/>
            </a:xfrm>
            <a:prstGeom prst="rect">
              <a:avLst/>
            </a:prstGeom>
            <a:noFill/>
            <a:ln>
              <a:noFill/>
            </a:ln>
          </p:spPr>
        </p:pic>
        <p:cxnSp>
          <p:nvCxnSpPr>
            <p:cNvPr id="778" name="Google Shape;778;p19"/>
            <p:cNvCxnSpPr/>
            <p:nvPr/>
          </p:nvCxnSpPr>
          <p:spPr>
            <a:xfrm rot="10800000">
              <a:off x="7884827" y="3752342"/>
              <a:ext cx="0" cy="50475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779" name="Google Shape;779;p19"/>
            <p:cNvSpPr/>
            <p:nvPr/>
          </p:nvSpPr>
          <p:spPr>
            <a:xfrm>
              <a:off x="4668237" y="4797152"/>
              <a:ext cx="73129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C</a:t>
              </a:r>
              <a:endParaRPr sz="1400">
                <a:solidFill>
                  <a:schemeClr val="dk1"/>
                </a:solidFill>
                <a:latin typeface="Arial"/>
                <a:ea typeface="Arial"/>
                <a:cs typeface="Arial"/>
                <a:sym typeface="Arial"/>
              </a:endParaRPr>
            </a:p>
          </p:txBody>
        </p:sp>
        <p:sp>
          <p:nvSpPr>
            <p:cNvPr id="780" name="Google Shape;780;p19"/>
            <p:cNvSpPr/>
            <p:nvPr/>
          </p:nvSpPr>
          <p:spPr>
            <a:xfrm>
              <a:off x="7502133" y="4797152"/>
              <a:ext cx="752129"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D</a:t>
              </a:r>
              <a:endParaRPr sz="1400">
                <a:solidFill>
                  <a:schemeClr val="dk1"/>
                </a:solidFill>
                <a:latin typeface="Arial"/>
                <a:ea typeface="Arial"/>
                <a:cs typeface="Arial"/>
                <a:sym typeface="Arial"/>
              </a:endParaRPr>
            </a:p>
          </p:txBody>
        </p:sp>
        <p:cxnSp>
          <p:nvCxnSpPr>
            <p:cNvPr id="781" name="Google Shape;781;p19"/>
            <p:cNvCxnSpPr/>
            <p:nvPr/>
          </p:nvCxnSpPr>
          <p:spPr>
            <a:xfrm rot="5400000">
              <a:off x="3863772" y="3501028"/>
              <a:ext cx="360000" cy="0"/>
            </a:xfrm>
            <a:prstGeom prst="straightConnector1">
              <a:avLst/>
            </a:prstGeom>
            <a:solidFill>
              <a:schemeClr val="accent1"/>
            </a:solidFill>
            <a:ln cap="flat" cmpd="sng" w="19050">
              <a:solidFill>
                <a:srgbClr val="3FCDFF"/>
              </a:solidFill>
              <a:prstDash val="solid"/>
              <a:round/>
              <a:headEnd len="sm" w="sm" type="none"/>
              <a:tailEnd len="med" w="med" type="triangle"/>
            </a:ln>
          </p:spPr>
        </p:cxnSp>
        <p:cxnSp>
          <p:nvCxnSpPr>
            <p:cNvPr id="782" name="Google Shape;782;p19"/>
            <p:cNvCxnSpPr/>
            <p:nvPr/>
          </p:nvCxnSpPr>
          <p:spPr>
            <a:xfrm rot="5400000">
              <a:off x="5030870" y="4005044"/>
              <a:ext cx="360000" cy="0"/>
            </a:xfrm>
            <a:prstGeom prst="straightConnector1">
              <a:avLst/>
            </a:prstGeom>
            <a:solidFill>
              <a:schemeClr val="accent1"/>
            </a:solidFill>
            <a:ln cap="flat" cmpd="sng" w="19050">
              <a:solidFill>
                <a:srgbClr val="3FCDFF"/>
              </a:solidFill>
              <a:prstDash val="solid"/>
              <a:round/>
              <a:headEnd len="sm" w="sm" type="none"/>
              <a:tailEnd len="med" w="med" type="triangle"/>
            </a:ln>
          </p:spPr>
        </p:cxnSp>
        <p:cxnSp>
          <p:nvCxnSpPr>
            <p:cNvPr id="783" name="Google Shape;783;p19"/>
            <p:cNvCxnSpPr/>
            <p:nvPr/>
          </p:nvCxnSpPr>
          <p:spPr>
            <a:xfrm rot="5400000">
              <a:off x="7881249" y="4005044"/>
              <a:ext cx="360000" cy="0"/>
            </a:xfrm>
            <a:prstGeom prst="straightConnector1">
              <a:avLst/>
            </a:prstGeom>
            <a:solidFill>
              <a:schemeClr val="accent1"/>
            </a:solidFill>
            <a:ln cap="flat" cmpd="sng" w="19050">
              <a:solidFill>
                <a:srgbClr val="3FCDFF"/>
              </a:solidFill>
              <a:prstDash val="solid"/>
              <a:round/>
              <a:headEnd len="sm" w="sm" type="none"/>
              <a:tailEnd len="med" w="med" type="triangle"/>
            </a:ln>
          </p:spPr>
        </p:cxnSp>
        <p:cxnSp>
          <p:nvCxnSpPr>
            <p:cNvPr id="784" name="Google Shape;784;p19"/>
            <p:cNvCxnSpPr/>
            <p:nvPr/>
          </p:nvCxnSpPr>
          <p:spPr>
            <a:xfrm rot="-5400000">
              <a:off x="6636080" y="3500989"/>
              <a:ext cx="360000" cy="0"/>
            </a:xfrm>
            <a:prstGeom prst="straightConnector1">
              <a:avLst/>
            </a:prstGeom>
            <a:solidFill>
              <a:schemeClr val="accent1"/>
            </a:solidFill>
            <a:ln cap="flat" cmpd="sng" w="19050">
              <a:solidFill>
                <a:srgbClr val="3FCDFF"/>
              </a:solidFill>
              <a:prstDash val="solid"/>
              <a:round/>
              <a:headEnd len="sm" w="sm" type="none"/>
              <a:tailEnd len="med" w="med" type="triangle"/>
            </a:ln>
          </p:spPr>
        </p:cxnSp>
        <p:sp>
          <p:nvSpPr>
            <p:cNvPr id="785" name="Google Shape;785;p19"/>
            <p:cNvSpPr/>
            <p:nvPr/>
          </p:nvSpPr>
          <p:spPr>
            <a:xfrm>
              <a:off x="3935760" y="3284984"/>
              <a:ext cx="1116124"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Broadcast Frame</a:t>
              </a:r>
              <a:endParaRPr/>
            </a:p>
          </p:txBody>
        </p:sp>
      </p:grpSp>
      <p:graphicFrame>
        <p:nvGraphicFramePr>
          <p:cNvPr id="786" name="Google Shape;786;p19"/>
          <p:cNvGraphicFramePr/>
          <p:nvPr/>
        </p:nvGraphicFramePr>
        <p:xfrm>
          <a:off x="1384577" y="3716338"/>
          <a:ext cx="3000000" cy="3000000"/>
        </p:xfrm>
        <a:graphic>
          <a:graphicData uri="http://schemas.openxmlformats.org/drawingml/2006/table">
            <a:tbl>
              <a:tblPr bandRow="1" firstRow="1">
                <a:noFill/>
                <a:tableStyleId>{F503C2F4-6DC0-438F-B06D-3F21902DEA79}</a:tableStyleId>
              </a:tblPr>
              <a:tblGrid>
                <a:gridCol w="2154700"/>
                <a:gridCol w="1278150"/>
                <a:gridCol w="1278150"/>
              </a:tblGrid>
              <a:tr h="370850">
                <a:tc>
                  <a:txBody>
                    <a:bodyPr/>
                    <a:lstStyle/>
                    <a:p>
                      <a:pPr indent="0" lvl="0" marL="0" marR="0" rtl="0" algn="ctr">
                        <a:spcBef>
                          <a:spcPts val="0"/>
                        </a:spcBef>
                        <a:spcAft>
                          <a:spcPts val="0"/>
                        </a:spcAft>
                        <a:buNone/>
                      </a:pPr>
                      <a:r>
                        <a:rPr b="1" lang="en-US" sz="1400" u="none" cap="none" strike="noStrike">
                          <a:latin typeface="Arial"/>
                          <a:ea typeface="Arial"/>
                          <a:cs typeface="Arial"/>
                          <a:sym typeface="Arial"/>
                        </a:rPr>
                        <a:t>D.MAC: </a:t>
                      </a:r>
                      <a:endParaRPr/>
                    </a:p>
                    <a:p>
                      <a:pPr indent="0" lvl="0" marL="0" marR="0" rtl="0" algn="ctr">
                        <a:spcBef>
                          <a:spcPts val="0"/>
                        </a:spcBef>
                        <a:spcAft>
                          <a:spcPts val="0"/>
                        </a:spcAft>
                        <a:buNone/>
                      </a:pPr>
                      <a:r>
                        <a:rPr b="1" lang="en-US" sz="1400" u="none" cap="none" strike="noStrike">
                          <a:latin typeface="Arial"/>
                          <a:ea typeface="Arial"/>
                          <a:cs typeface="Arial"/>
                          <a:sym typeface="Arial"/>
                        </a:rPr>
                        <a:t>FF-FF-FF-FF-FF-FF</a:t>
                      </a:r>
                      <a:endParaRPr/>
                    </a:p>
                  </a:txBody>
                  <a:tcPr marT="45725" marB="4572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u="none" cap="none" strike="noStrike">
                          <a:latin typeface="Arial"/>
                          <a:ea typeface="Arial"/>
                          <a:cs typeface="Arial"/>
                          <a:sym typeface="Arial"/>
                        </a:rPr>
                        <a:t>S.MAC</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u="none" cap="none" strike="noStrike">
                          <a:solidFill>
                            <a:schemeClr val="dk1"/>
                          </a:solidFill>
                          <a:latin typeface="Arial"/>
                          <a:ea typeface="Arial"/>
                          <a:cs typeface="Arial"/>
                          <a:sym typeface="Arial"/>
                        </a:rPr>
                        <a:t>DATA</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tcPr>
                </a:tc>
              </a:tr>
            </a:tbl>
          </a:graphicData>
        </a:graphic>
      </p:graphicFrame>
      <p:graphicFrame>
        <p:nvGraphicFramePr>
          <p:cNvPr id="787" name="Google Shape;787;p19"/>
          <p:cNvGraphicFramePr/>
          <p:nvPr/>
        </p:nvGraphicFramePr>
        <p:xfrm>
          <a:off x="1163452"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graphicFrame>
        <p:nvGraphicFramePr>
          <p:cNvPr id="788" name="Google Shape;788;p19"/>
          <p:cNvGraphicFramePr/>
          <p:nvPr/>
        </p:nvGraphicFramePr>
        <p:xfrm>
          <a:off x="2877685"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graphicFrame>
        <p:nvGraphicFramePr>
          <p:cNvPr id="789" name="Google Shape;789;p19"/>
          <p:cNvGraphicFramePr/>
          <p:nvPr/>
        </p:nvGraphicFramePr>
        <p:xfrm>
          <a:off x="4591918"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graphicFrame>
        <p:nvGraphicFramePr>
          <p:cNvPr id="790" name="Google Shape;790;p19"/>
          <p:cNvGraphicFramePr/>
          <p:nvPr/>
        </p:nvGraphicFramePr>
        <p:xfrm>
          <a:off x="6306151"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graphicFrame>
        <p:nvGraphicFramePr>
          <p:cNvPr id="791" name="Google Shape;791;p19"/>
          <p:cNvGraphicFramePr/>
          <p:nvPr/>
        </p:nvGraphicFramePr>
        <p:xfrm>
          <a:off x="8020384"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graphicFrame>
        <p:nvGraphicFramePr>
          <p:cNvPr id="792" name="Google Shape;792;p19"/>
          <p:cNvGraphicFramePr/>
          <p:nvPr/>
        </p:nvGraphicFramePr>
        <p:xfrm>
          <a:off x="9734615"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sp>
        <p:nvSpPr>
          <p:cNvPr id="793" name="Google Shape;793;p19"/>
          <p:cNvSpPr/>
          <p:nvPr/>
        </p:nvSpPr>
        <p:spPr>
          <a:xfrm>
            <a:off x="1343472"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FF-</a:t>
            </a:r>
            <a:endParaRPr sz="1400">
              <a:solidFill>
                <a:schemeClr val="dk1"/>
              </a:solidFill>
              <a:latin typeface="Arial"/>
              <a:ea typeface="Arial"/>
              <a:cs typeface="Arial"/>
              <a:sym typeface="Arial"/>
            </a:endParaRPr>
          </a:p>
        </p:txBody>
      </p:sp>
      <p:sp>
        <p:nvSpPr>
          <p:cNvPr id="794" name="Google Shape;794;p19"/>
          <p:cNvSpPr/>
          <p:nvPr/>
        </p:nvSpPr>
        <p:spPr>
          <a:xfrm>
            <a:off x="3035660"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FF-</a:t>
            </a:r>
            <a:endParaRPr sz="1400">
              <a:solidFill>
                <a:schemeClr val="dk1"/>
              </a:solidFill>
              <a:latin typeface="Arial"/>
              <a:ea typeface="Arial"/>
              <a:cs typeface="Arial"/>
              <a:sym typeface="Arial"/>
            </a:endParaRPr>
          </a:p>
        </p:txBody>
      </p:sp>
      <p:sp>
        <p:nvSpPr>
          <p:cNvPr id="795" name="Google Shape;795;p19"/>
          <p:cNvSpPr/>
          <p:nvPr/>
        </p:nvSpPr>
        <p:spPr>
          <a:xfrm>
            <a:off x="4750599"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FF-</a:t>
            </a:r>
            <a:endParaRPr sz="1400">
              <a:solidFill>
                <a:schemeClr val="dk1"/>
              </a:solidFill>
              <a:latin typeface="Arial"/>
              <a:ea typeface="Arial"/>
              <a:cs typeface="Arial"/>
              <a:sym typeface="Arial"/>
            </a:endParaRPr>
          </a:p>
        </p:txBody>
      </p:sp>
      <p:sp>
        <p:nvSpPr>
          <p:cNvPr id="796" name="Google Shape;796;p19"/>
          <p:cNvSpPr/>
          <p:nvPr/>
        </p:nvSpPr>
        <p:spPr>
          <a:xfrm>
            <a:off x="6456040"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FF-</a:t>
            </a:r>
            <a:endParaRPr sz="1400">
              <a:solidFill>
                <a:schemeClr val="dk1"/>
              </a:solidFill>
              <a:latin typeface="Arial"/>
              <a:ea typeface="Arial"/>
              <a:cs typeface="Arial"/>
              <a:sym typeface="Arial"/>
            </a:endParaRPr>
          </a:p>
        </p:txBody>
      </p:sp>
      <p:sp>
        <p:nvSpPr>
          <p:cNvPr id="797" name="Google Shape;797;p19"/>
          <p:cNvSpPr/>
          <p:nvPr/>
        </p:nvSpPr>
        <p:spPr>
          <a:xfrm>
            <a:off x="8184232"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FF-</a:t>
            </a:r>
            <a:endParaRPr sz="1400">
              <a:solidFill>
                <a:schemeClr val="dk1"/>
              </a:solidFill>
              <a:latin typeface="Arial"/>
              <a:ea typeface="Arial"/>
              <a:cs typeface="Arial"/>
              <a:sym typeface="Arial"/>
            </a:endParaRPr>
          </a:p>
        </p:txBody>
      </p:sp>
      <p:sp>
        <p:nvSpPr>
          <p:cNvPr id="798" name="Google Shape;798;p19"/>
          <p:cNvSpPr/>
          <p:nvPr/>
        </p:nvSpPr>
        <p:spPr>
          <a:xfrm>
            <a:off x="9912424"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FF</a:t>
            </a:r>
            <a:endParaRPr sz="1400">
              <a:solidFill>
                <a:schemeClr val="dk1"/>
              </a:solidFill>
              <a:latin typeface="Arial"/>
              <a:ea typeface="Arial"/>
              <a:cs typeface="Arial"/>
              <a:sym typeface="Arial"/>
            </a:endParaRPr>
          </a:p>
        </p:txBody>
      </p:sp>
      <p:sp>
        <p:nvSpPr>
          <p:cNvPr id="799" name="Google Shape;799;p19"/>
          <p:cNvSpPr/>
          <p:nvPr/>
        </p:nvSpPr>
        <p:spPr>
          <a:xfrm>
            <a:off x="2360828" y="3043928"/>
            <a:ext cx="252027" cy="432048"/>
          </a:xfrm>
          <a:prstGeom prst="downArrow">
            <a:avLst>
              <a:gd fmla="val 50000" name="adj1"/>
              <a:gd fmla="val 50000" name="adj2"/>
            </a:avLst>
          </a:prstGeom>
          <a:gradFill>
            <a:gsLst>
              <a:gs pos="0">
                <a:srgbClr val="F6F9FC">
                  <a:alpha val="0"/>
                </a:srgbClr>
              </a:gs>
              <a:gs pos="15000">
                <a:srgbClr val="F6F9FC">
                  <a:alpha val="0"/>
                </a:srgbClr>
              </a:gs>
              <a:gs pos="81000">
                <a:srgbClr val="99DFF9"/>
              </a:gs>
              <a:gs pos="100000">
                <a:srgbClr val="99DFF9"/>
              </a:gs>
            </a:gsLst>
            <a:lin ang="5400000" scaled="0"/>
          </a:gradFill>
          <a:ln cap="flat" cmpd="sng" w="15875">
            <a:solidFill>
              <a:srgbClr val="F6F9F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0" name="Google Shape;800;p19"/>
          <p:cNvSpPr/>
          <p:nvPr/>
        </p:nvSpPr>
        <p:spPr>
          <a:xfrm>
            <a:off x="1384576" y="1922000"/>
            <a:ext cx="4320000" cy="925832"/>
          </a:xfrm>
          <a:prstGeom prst="roundRect">
            <a:avLst>
              <a:gd fmla="val 2303" name="adj"/>
            </a:avLst>
          </a:prstGeom>
          <a:solidFill>
            <a:srgbClr val="3FCDFF">
              <a:alpha val="4705"/>
            </a:srgbClr>
          </a:solidFill>
          <a:ln cap="flat" cmpd="sng" w="12700">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A broadcast Ethernet frame ia also called a broadcast frame.</a:t>
            </a:r>
            <a:endParaRPr/>
          </a:p>
          <a:p>
            <a:pPr indent="-285750" lvl="0" marL="285750" marR="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The destination MAC address of a broadcast frame is a broadcast MAC address.</a:t>
            </a:r>
            <a:endParaRPr/>
          </a:p>
        </p:txBody>
      </p:sp>
      <p:sp>
        <p:nvSpPr>
          <p:cNvPr id="801" name="Google Shape;801;p19"/>
          <p:cNvSpPr/>
          <p:nvPr/>
        </p:nvSpPr>
        <p:spPr>
          <a:xfrm>
            <a:off x="1199456" y="4279240"/>
            <a:ext cx="10222482" cy="589919"/>
          </a:xfrm>
          <a:custGeom>
            <a:rect b="b" l="l" r="r" t="t"/>
            <a:pathLst>
              <a:path extrusionOk="0" h="882041" w="5168418">
                <a:moveTo>
                  <a:pt x="0" y="858333"/>
                </a:moveTo>
                <a:lnTo>
                  <a:pt x="99798" y="0"/>
                </a:lnTo>
                <a:lnTo>
                  <a:pt x="1173879" y="1"/>
                </a:lnTo>
                <a:lnTo>
                  <a:pt x="5168418" y="882041"/>
                </a:lnTo>
                <a:lnTo>
                  <a:pt x="0" y="858333"/>
                </a:lnTo>
                <a:close/>
              </a:path>
            </a:pathLst>
          </a:custGeom>
          <a:gradFill>
            <a:gsLst>
              <a:gs pos="0">
                <a:srgbClr val="99DFF9"/>
              </a:gs>
              <a:gs pos="100000">
                <a:srgbClr val="F4FBFE"/>
              </a:gs>
            </a:gsLst>
            <a:lin ang="135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802" name="Google Shape;802;p19"/>
          <p:cNvGrpSpPr/>
          <p:nvPr/>
        </p:nvGrpSpPr>
        <p:grpSpPr>
          <a:xfrm>
            <a:off x="7117517" y="121216"/>
            <a:ext cx="4957810" cy="212400"/>
            <a:chOff x="6925793" y="165460"/>
            <a:chExt cx="4957810" cy="212400"/>
          </a:xfrm>
        </p:grpSpPr>
        <p:sp>
          <p:nvSpPr>
            <p:cNvPr id="803" name="Google Shape;803;p19"/>
            <p:cNvSpPr/>
            <p:nvPr/>
          </p:nvSpPr>
          <p:spPr>
            <a:xfrm>
              <a:off x="8732658" y="165460"/>
              <a:ext cx="1330893" cy="212400"/>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MAC address</a:t>
              </a:r>
              <a:endParaRPr/>
            </a:p>
          </p:txBody>
        </p:sp>
        <p:sp>
          <p:nvSpPr>
            <p:cNvPr id="804" name="Google Shape;804;p19"/>
            <p:cNvSpPr/>
            <p:nvPr/>
          </p:nvSpPr>
          <p:spPr>
            <a:xfrm>
              <a:off x="9984432" y="165460"/>
              <a:ext cx="1899171" cy="212400"/>
            </a:xfrm>
            <a:prstGeom prst="chevron">
              <a:avLst>
                <a:gd fmla="val 50000"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rgbClr val="FFFFFF"/>
                  </a:solidFill>
                  <a:latin typeface="Arial"/>
                  <a:ea typeface="Arial"/>
                  <a:cs typeface="Arial"/>
                  <a:sym typeface="Arial"/>
                </a:rPr>
                <a:t>Ethernet frame type</a:t>
              </a:r>
              <a:endParaRPr/>
            </a:p>
          </p:txBody>
        </p:sp>
        <p:sp>
          <p:nvSpPr>
            <p:cNvPr id="805" name="Google Shape;805;p19"/>
            <p:cNvSpPr/>
            <p:nvPr/>
          </p:nvSpPr>
          <p:spPr>
            <a:xfrm>
              <a:off x="6925793" y="165460"/>
              <a:ext cx="1885983" cy="212400"/>
            </a:xfrm>
            <a:prstGeom prst="homePlate">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Ethernet Frame Format</a:t>
              </a:r>
              <a:endParaRPr sz="1200">
                <a:solidFill>
                  <a:schemeClr val="dk1"/>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20"/>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Multicast Ethernet Frame</a:t>
            </a:r>
            <a:endParaRPr/>
          </a:p>
        </p:txBody>
      </p:sp>
      <p:grpSp>
        <p:nvGrpSpPr>
          <p:cNvPr id="811" name="Google Shape;811;p20"/>
          <p:cNvGrpSpPr/>
          <p:nvPr/>
        </p:nvGrpSpPr>
        <p:grpSpPr>
          <a:xfrm>
            <a:off x="6256644" y="1772816"/>
            <a:ext cx="4968552" cy="2698990"/>
            <a:chOff x="3407073" y="2405939"/>
            <a:chExt cx="4968552" cy="2698990"/>
          </a:xfrm>
        </p:grpSpPr>
        <p:pic>
          <p:nvPicPr>
            <p:cNvPr descr="PC.png" id="812" name="Google Shape;812;p20"/>
            <p:cNvPicPr preferRelativeResize="0"/>
            <p:nvPr/>
          </p:nvPicPr>
          <p:blipFill rotWithShape="1">
            <a:blip r:embed="rId3">
              <a:alphaModFix/>
            </a:blip>
            <a:srcRect b="0" l="0" r="0" t="0"/>
            <a:stretch/>
          </p:blipFill>
          <p:spPr>
            <a:xfrm>
              <a:off x="3479081" y="2709036"/>
              <a:ext cx="703126" cy="540000"/>
            </a:xfrm>
            <a:prstGeom prst="rect">
              <a:avLst/>
            </a:prstGeom>
            <a:noFill/>
            <a:ln>
              <a:noFill/>
            </a:ln>
          </p:spPr>
        </p:pic>
        <p:pic>
          <p:nvPicPr>
            <p:cNvPr descr="PC.png" id="813" name="Google Shape;813;p20"/>
            <p:cNvPicPr preferRelativeResize="0"/>
            <p:nvPr/>
          </p:nvPicPr>
          <p:blipFill rotWithShape="1">
            <a:blip r:embed="rId3">
              <a:alphaModFix/>
            </a:blip>
            <a:srcRect b="0" l="0" r="0" t="0"/>
            <a:stretch/>
          </p:blipFill>
          <p:spPr>
            <a:xfrm>
              <a:off x="4703217" y="4221088"/>
              <a:ext cx="703126" cy="540000"/>
            </a:xfrm>
            <a:prstGeom prst="rect">
              <a:avLst/>
            </a:prstGeom>
            <a:noFill/>
            <a:ln>
              <a:noFill/>
            </a:ln>
          </p:spPr>
        </p:pic>
        <p:pic>
          <p:nvPicPr>
            <p:cNvPr descr="PC.png" id="814" name="Google Shape;814;p20"/>
            <p:cNvPicPr preferRelativeResize="0"/>
            <p:nvPr/>
          </p:nvPicPr>
          <p:blipFill rotWithShape="1">
            <a:blip r:embed="rId3">
              <a:alphaModFix/>
            </a:blip>
            <a:srcRect b="0" l="0" r="0" t="0"/>
            <a:stretch/>
          </p:blipFill>
          <p:spPr>
            <a:xfrm>
              <a:off x="6340351" y="2709036"/>
              <a:ext cx="703126" cy="540000"/>
            </a:xfrm>
            <a:prstGeom prst="rect">
              <a:avLst/>
            </a:prstGeom>
            <a:noFill/>
            <a:ln>
              <a:noFill/>
            </a:ln>
          </p:spPr>
        </p:pic>
        <p:cxnSp>
          <p:nvCxnSpPr>
            <p:cNvPr id="815" name="Google Shape;815;p20"/>
            <p:cNvCxnSpPr/>
            <p:nvPr/>
          </p:nvCxnSpPr>
          <p:spPr>
            <a:xfrm>
              <a:off x="3407073" y="3753036"/>
              <a:ext cx="4968552" cy="0"/>
            </a:xfrm>
            <a:prstGeom prst="straightConnector1">
              <a:avLst/>
            </a:prstGeom>
            <a:solidFill>
              <a:schemeClr val="accent1"/>
            </a:solidFill>
            <a:ln cap="flat" cmpd="sng" w="28575">
              <a:solidFill>
                <a:schemeClr val="dk1"/>
              </a:solidFill>
              <a:prstDash val="solid"/>
              <a:round/>
              <a:headEnd len="sm" w="sm" type="none"/>
              <a:tailEnd len="sm" w="sm" type="none"/>
            </a:ln>
          </p:spPr>
        </p:cxnSp>
        <p:cxnSp>
          <p:nvCxnSpPr>
            <p:cNvPr id="816" name="Google Shape;816;p20"/>
            <p:cNvCxnSpPr>
              <a:stCxn id="812" idx="2"/>
            </p:cNvCxnSpPr>
            <p:nvPr/>
          </p:nvCxnSpPr>
          <p:spPr>
            <a:xfrm>
              <a:off x="3830644" y="3249036"/>
              <a:ext cx="0" cy="50400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817" name="Google Shape;817;p20"/>
            <p:cNvCxnSpPr/>
            <p:nvPr/>
          </p:nvCxnSpPr>
          <p:spPr>
            <a:xfrm rot="10800000">
              <a:off x="5051884" y="3752342"/>
              <a:ext cx="0" cy="50475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818" name="Google Shape;818;p20"/>
            <p:cNvCxnSpPr>
              <a:stCxn id="814" idx="2"/>
            </p:cNvCxnSpPr>
            <p:nvPr/>
          </p:nvCxnSpPr>
          <p:spPr>
            <a:xfrm>
              <a:off x="6691914" y="3249036"/>
              <a:ext cx="0" cy="504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819" name="Google Shape;819;p20"/>
            <p:cNvSpPr/>
            <p:nvPr/>
          </p:nvSpPr>
          <p:spPr>
            <a:xfrm>
              <a:off x="3428720" y="2405939"/>
              <a:ext cx="739305"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A</a:t>
              </a:r>
              <a:endParaRPr sz="1400">
                <a:solidFill>
                  <a:schemeClr val="dk1"/>
                </a:solidFill>
                <a:latin typeface="Arial"/>
                <a:ea typeface="Arial"/>
                <a:cs typeface="Arial"/>
                <a:sym typeface="Arial"/>
              </a:endParaRPr>
            </a:p>
          </p:txBody>
        </p:sp>
        <p:sp>
          <p:nvSpPr>
            <p:cNvPr id="820" name="Google Shape;820;p20"/>
            <p:cNvSpPr/>
            <p:nvPr/>
          </p:nvSpPr>
          <p:spPr>
            <a:xfrm>
              <a:off x="6253214" y="2405939"/>
              <a:ext cx="72968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B</a:t>
              </a:r>
              <a:endParaRPr sz="1400">
                <a:solidFill>
                  <a:schemeClr val="dk1"/>
                </a:solidFill>
                <a:latin typeface="Arial"/>
                <a:ea typeface="Arial"/>
                <a:cs typeface="Arial"/>
                <a:sym typeface="Arial"/>
              </a:endParaRPr>
            </a:p>
          </p:txBody>
        </p:sp>
        <p:pic>
          <p:nvPicPr>
            <p:cNvPr descr="PC.png" id="821" name="Google Shape;821;p20"/>
            <p:cNvPicPr preferRelativeResize="0"/>
            <p:nvPr/>
          </p:nvPicPr>
          <p:blipFill rotWithShape="1">
            <a:blip r:embed="rId3">
              <a:alphaModFix/>
            </a:blip>
            <a:srcRect b="0" l="0" r="0" t="0"/>
            <a:stretch/>
          </p:blipFill>
          <p:spPr>
            <a:xfrm>
              <a:off x="7536160" y="4221088"/>
              <a:ext cx="703126" cy="540000"/>
            </a:xfrm>
            <a:prstGeom prst="rect">
              <a:avLst/>
            </a:prstGeom>
            <a:noFill/>
            <a:ln>
              <a:noFill/>
            </a:ln>
          </p:spPr>
        </p:pic>
        <p:cxnSp>
          <p:nvCxnSpPr>
            <p:cNvPr id="822" name="Google Shape;822;p20"/>
            <p:cNvCxnSpPr/>
            <p:nvPr/>
          </p:nvCxnSpPr>
          <p:spPr>
            <a:xfrm rot="10800000">
              <a:off x="7884827" y="3752342"/>
              <a:ext cx="0" cy="50475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823" name="Google Shape;823;p20"/>
            <p:cNvSpPr/>
            <p:nvPr/>
          </p:nvSpPr>
          <p:spPr>
            <a:xfrm>
              <a:off x="4668237" y="4797152"/>
              <a:ext cx="73129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C</a:t>
              </a:r>
              <a:endParaRPr sz="1400">
                <a:solidFill>
                  <a:schemeClr val="dk1"/>
                </a:solidFill>
                <a:latin typeface="Arial"/>
                <a:ea typeface="Arial"/>
                <a:cs typeface="Arial"/>
                <a:sym typeface="Arial"/>
              </a:endParaRPr>
            </a:p>
          </p:txBody>
        </p:sp>
        <p:sp>
          <p:nvSpPr>
            <p:cNvPr id="824" name="Google Shape;824;p20"/>
            <p:cNvSpPr/>
            <p:nvPr/>
          </p:nvSpPr>
          <p:spPr>
            <a:xfrm>
              <a:off x="7502133" y="4797152"/>
              <a:ext cx="752129"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D</a:t>
              </a:r>
              <a:endParaRPr sz="1400">
                <a:solidFill>
                  <a:schemeClr val="dk1"/>
                </a:solidFill>
                <a:latin typeface="Arial"/>
                <a:ea typeface="Arial"/>
                <a:cs typeface="Arial"/>
                <a:sym typeface="Arial"/>
              </a:endParaRPr>
            </a:p>
          </p:txBody>
        </p:sp>
        <p:cxnSp>
          <p:nvCxnSpPr>
            <p:cNvPr id="825" name="Google Shape;825;p20"/>
            <p:cNvCxnSpPr/>
            <p:nvPr/>
          </p:nvCxnSpPr>
          <p:spPr>
            <a:xfrm rot="5400000">
              <a:off x="3863772" y="3501028"/>
              <a:ext cx="360000" cy="0"/>
            </a:xfrm>
            <a:prstGeom prst="straightConnector1">
              <a:avLst/>
            </a:prstGeom>
            <a:solidFill>
              <a:schemeClr val="accent1"/>
            </a:solidFill>
            <a:ln cap="flat" cmpd="sng" w="19050">
              <a:solidFill>
                <a:srgbClr val="3FCDFF"/>
              </a:solidFill>
              <a:prstDash val="solid"/>
              <a:round/>
              <a:headEnd len="sm" w="sm" type="none"/>
              <a:tailEnd len="med" w="med" type="triangle"/>
            </a:ln>
          </p:spPr>
        </p:cxnSp>
        <p:cxnSp>
          <p:nvCxnSpPr>
            <p:cNvPr id="826" name="Google Shape;826;p20"/>
            <p:cNvCxnSpPr/>
            <p:nvPr/>
          </p:nvCxnSpPr>
          <p:spPr>
            <a:xfrm rot="5400000">
              <a:off x="5030870" y="4005044"/>
              <a:ext cx="360000" cy="0"/>
            </a:xfrm>
            <a:prstGeom prst="straightConnector1">
              <a:avLst/>
            </a:prstGeom>
            <a:solidFill>
              <a:schemeClr val="accent1"/>
            </a:solidFill>
            <a:ln cap="flat" cmpd="sng" w="19050">
              <a:solidFill>
                <a:srgbClr val="3FCDFF"/>
              </a:solidFill>
              <a:prstDash val="solid"/>
              <a:round/>
              <a:headEnd len="sm" w="sm" type="none"/>
              <a:tailEnd len="med" w="med" type="triangle"/>
            </a:ln>
          </p:spPr>
        </p:cxnSp>
        <p:cxnSp>
          <p:nvCxnSpPr>
            <p:cNvPr id="827" name="Google Shape;827;p20"/>
            <p:cNvCxnSpPr/>
            <p:nvPr/>
          </p:nvCxnSpPr>
          <p:spPr>
            <a:xfrm rot="5400000">
              <a:off x="7881249" y="4005044"/>
              <a:ext cx="360000" cy="0"/>
            </a:xfrm>
            <a:prstGeom prst="straightConnector1">
              <a:avLst/>
            </a:prstGeom>
            <a:solidFill>
              <a:schemeClr val="accent1"/>
            </a:solidFill>
            <a:ln cap="flat" cmpd="sng" w="19050">
              <a:solidFill>
                <a:srgbClr val="3FCDFF"/>
              </a:solidFill>
              <a:prstDash val="solid"/>
              <a:round/>
              <a:headEnd len="sm" w="sm" type="none"/>
              <a:tailEnd len="med" w="med" type="triangle"/>
            </a:ln>
          </p:spPr>
        </p:cxnSp>
        <p:cxnSp>
          <p:nvCxnSpPr>
            <p:cNvPr id="828" name="Google Shape;828;p20"/>
            <p:cNvCxnSpPr/>
            <p:nvPr/>
          </p:nvCxnSpPr>
          <p:spPr>
            <a:xfrm rot="-5400000">
              <a:off x="6636080" y="3500989"/>
              <a:ext cx="360000" cy="0"/>
            </a:xfrm>
            <a:prstGeom prst="straightConnector1">
              <a:avLst/>
            </a:prstGeom>
            <a:solidFill>
              <a:schemeClr val="accent1"/>
            </a:solidFill>
            <a:ln cap="flat" cmpd="sng" w="19050">
              <a:solidFill>
                <a:srgbClr val="3FCDFF"/>
              </a:solidFill>
              <a:prstDash val="solid"/>
              <a:round/>
              <a:headEnd len="sm" w="sm" type="none"/>
              <a:tailEnd len="med" w="med" type="triangle"/>
            </a:ln>
          </p:spPr>
        </p:cxnSp>
        <p:sp>
          <p:nvSpPr>
            <p:cNvPr id="829" name="Google Shape;829;p20"/>
            <p:cNvSpPr/>
            <p:nvPr/>
          </p:nvSpPr>
          <p:spPr>
            <a:xfrm>
              <a:off x="3935760" y="3284984"/>
              <a:ext cx="1116124"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Multicast Frame</a:t>
              </a:r>
              <a:endParaRPr/>
            </a:p>
          </p:txBody>
        </p:sp>
      </p:grpSp>
      <p:graphicFrame>
        <p:nvGraphicFramePr>
          <p:cNvPr id="830" name="Google Shape;830;p20"/>
          <p:cNvGraphicFramePr/>
          <p:nvPr/>
        </p:nvGraphicFramePr>
        <p:xfrm>
          <a:off x="1384577" y="3716338"/>
          <a:ext cx="3000000" cy="3000000"/>
        </p:xfrm>
        <a:graphic>
          <a:graphicData uri="http://schemas.openxmlformats.org/drawingml/2006/table">
            <a:tbl>
              <a:tblPr bandRow="1" firstRow="1">
                <a:noFill/>
                <a:tableStyleId>{F503C2F4-6DC0-438F-B06D-3F21902DEA79}</a:tableStyleId>
              </a:tblPr>
              <a:tblGrid>
                <a:gridCol w="2154700"/>
                <a:gridCol w="1278150"/>
                <a:gridCol w="1278150"/>
              </a:tblGrid>
              <a:tr h="370850">
                <a:tc>
                  <a:txBody>
                    <a:bodyPr/>
                    <a:lstStyle/>
                    <a:p>
                      <a:pPr indent="0" lvl="0" marL="0" marR="0" rtl="0" algn="ctr">
                        <a:spcBef>
                          <a:spcPts val="0"/>
                        </a:spcBef>
                        <a:spcAft>
                          <a:spcPts val="0"/>
                        </a:spcAft>
                        <a:buNone/>
                      </a:pPr>
                      <a:r>
                        <a:rPr b="1" lang="en-US" sz="1400" u="none" cap="none" strike="noStrike">
                          <a:latin typeface="Arial"/>
                          <a:ea typeface="Arial"/>
                          <a:cs typeface="Arial"/>
                          <a:sym typeface="Arial"/>
                        </a:rPr>
                        <a:t>D.MAC: </a:t>
                      </a:r>
                      <a:endParaRPr/>
                    </a:p>
                    <a:p>
                      <a:pPr indent="0" lvl="0" marL="0" marR="0" rtl="0" algn="ctr">
                        <a:spcBef>
                          <a:spcPts val="0"/>
                        </a:spcBef>
                        <a:spcAft>
                          <a:spcPts val="0"/>
                        </a:spcAft>
                        <a:buNone/>
                      </a:pPr>
                      <a:r>
                        <a:rPr b="1" lang="en-US" sz="1400" u="none" cap="none" strike="noStrike">
                          <a:latin typeface="Arial"/>
                          <a:ea typeface="Arial"/>
                          <a:cs typeface="Arial"/>
                          <a:sym typeface="Arial"/>
                        </a:rPr>
                        <a:t>01-80-C2-00-00-01</a:t>
                      </a:r>
                      <a:endParaRPr/>
                    </a:p>
                  </a:txBody>
                  <a:tcPr marT="45725" marB="4572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u="none" cap="none" strike="noStrike">
                          <a:latin typeface="Arial"/>
                          <a:ea typeface="Arial"/>
                          <a:cs typeface="Arial"/>
                          <a:sym typeface="Arial"/>
                        </a:rPr>
                        <a:t>S.MAC</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u="none" cap="none" strike="noStrike">
                          <a:solidFill>
                            <a:schemeClr val="dk1"/>
                          </a:solidFill>
                          <a:latin typeface="Arial"/>
                          <a:ea typeface="Arial"/>
                          <a:cs typeface="Arial"/>
                          <a:sym typeface="Arial"/>
                        </a:rPr>
                        <a:t>DATA</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tcPr>
                </a:tc>
              </a:tr>
            </a:tbl>
          </a:graphicData>
        </a:graphic>
      </p:graphicFrame>
      <p:sp>
        <p:nvSpPr>
          <p:cNvPr id="831" name="Google Shape;831;p20"/>
          <p:cNvSpPr/>
          <p:nvPr/>
        </p:nvSpPr>
        <p:spPr>
          <a:xfrm>
            <a:off x="1343472"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01-</a:t>
            </a:r>
            <a:endParaRPr sz="1400">
              <a:solidFill>
                <a:schemeClr val="dk1"/>
              </a:solidFill>
              <a:latin typeface="Arial"/>
              <a:ea typeface="Arial"/>
              <a:cs typeface="Arial"/>
              <a:sym typeface="Arial"/>
            </a:endParaRPr>
          </a:p>
        </p:txBody>
      </p:sp>
      <p:sp>
        <p:nvSpPr>
          <p:cNvPr id="832" name="Google Shape;832;p20"/>
          <p:cNvSpPr/>
          <p:nvPr/>
        </p:nvSpPr>
        <p:spPr>
          <a:xfrm>
            <a:off x="3035660"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80-</a:t>
            </a:r>
            <a:endParaRPr sz="1400">
              <a:solidFill>
                <a:schemeClr val="dk1"/>
              </a:solidFill>
              <a:latin typeface="Arial"/>
              <a:ea typeface="Arial"/>
              <a:cs typeface="Arial"/>
              <a:sym typeface="Arial"/>
            </a:endParaRPr>
          </a:p>
        </p:txBody>
      </p:sp>
      <p:sp>
        <p:nvSpPr>
          <p:cNvPr id="833" name="Google Shape;833;p20"/>
          <p:cNvSpPr/>
          <p:nvPr/>
        </p:nvSpPr>
        <p:spPr>
          <a:xfrm>
            <a:off x="4750599"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C2-</a:t>
            </a:r>
            <a:endParaRPr sz="1400">
              <a:solidFill>
                <a:schemeClr val="dk1"/>
              </a:solidFill>
              <a:latin typeface="Arial"/>
              <a:ea typeface="Arial"/>
              <a:cs typeface="Arial"/>
              <a:sym typeface="Arial"/>
            </a:endParaRPr>
          </a:p>
        </p:txBody>
      </p:sp>
      <p:sp>
        <p:nvSpPr>
          <p:cNvPr id="834" name="Google Shape;834;p20"/>
          <p:cNvSpPr/>
          <p:nvPr/>
        </p:nvSpPr>
        <p:spPr>
          <a:xfrm>
            <a:off x="6456040"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00-</a:t>
            </a:r>
            <a:endParaRPr sz="1400">
              <a:solidFill>
                <a:schemeClr val="dk1"/>
              </a:solidFill>
              <a:latin typeface="Arial"/>
              <a:ea typeface="Arial"/>
              <a:cs typeface="Arial"/>
              <a:sym typeface="Arial"/>
            </a:endParaRPr>
          </a:p>
        </p:txBody>
      </p:sp>
      <p:sp>
        <p:nvSpPr>
          <p:cNvPr id="835" name="Google Shape;835;p20"/>
          <p:cNvSpPr/>
          <p:nvPr/>
        </p:nvSpPr>
        <p:spPr>
          <a:xfrm>
            <a:off x="8184232"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00-</a:t>
            </a:r>
            <a:endParaRPr sz="1400">
              <a:solidFill>
                <a:schemeClr val="dk1"/>
              </a:solidFill>
              <a:latin typeface="Arial"/>
              <a:ea typeface="Arial"/>
              <a:cs typeface="Arial"/>
              <a:sym typeface="Arial"/>
            </a:endParaRPr>
          </a:p>
        </p:txBody>
      </p:sp>
      <p:sp>
        <p:nvSpPr>
          <p:cNvPr id="836" name="Google Shape;836;p20"/>
          <p:cNvSpPr/>
          <p:nvPr/>
        </p:nvSpPr>
        <p:spPr>
          <a:xfrm>
            <a:off x="9912424" y="5265204"/>
            <a:ext cx="13321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01</a:t>
            </a:r>
            <a:endParaRPr sz="1400">
              <a:solidFill>
                <a:schemeClr val="dk1"/>
              </a:solidFill>
              <a:latin typeface="Arial"/>
              <a:ea typeface="Arial"/>
              <a:cs typeface="Arial"/>
              <a:sym typeface="Arial"/>
            </a:endParaRPr>
          </a:p>
        </p:txBody>
      </p:sp>
      <p:graphicFrame>
        <p:nvGraphicFramePr>
          <p:cNvPr id="837" name="Google Shape;837;p20"/>
          <p:cNvGraphicFramePr/>
          <p:nvPr/>
        </p:nvGraphicFramePr>
        <p:xfrm>
          <a:off x="1163452"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b="1" lang="en-US" sz="1400" u="none" cap="none" strike="noStrike">
                          <a:solidFill>
                            <a:srgbClr val="EC706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graphicFrame>
        <p:nvGraphicFramePr>
          <p:cNvPr id="838" name="Google Shape;838;p20"/>
          <p:cNvGraphicFramePr/>
          <p:nvPr/>
        </p:nvGraphicFramePr>
        <p:xfrm>
          <a:off x="2877685"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graphicFrame>
        <p:nvGraphicFramePr>
          <p:cNvPr id="839" name="Google Shape;839;p20"/>
          <p:cNvGraphicFramePr/>
          <p:nvPr/>
        </p:nvGraphicFramePr>
        <p:xfrm>
          <a:off x="4591918"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graphicFrame>
        <p:nvGraphicFramePr>
          <p:cNvPr id="840" name="Google Shape;840;p20"/>
          <p:cNvGraphicFramePr/>
          <p:nvPr/>
        </p:nvGraphicFramePr>
        <p:xfrm>
          <a:off x="6306151"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graphicFrame>
        <p:nvGraphicFramePr>
          <p:cNvPr id="841" name="Google Shape;841;p20"/>
          <p:cNvGraphicFramePr/>
          <p:nvPr/>
        </p:nvGraphicFramePr>
        <p:xfrm>
          <a:off x="8020384"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graphicFrame>
        <p:nvGraphicFramePr>
          <p:cNvPr id="842" name="Google Shape;842;p20"/>
          <p:cNvGraphicFramePr/>
          <p:nvPr/>
        </p:nvGraphicFramePr>
        <p:xfrm>
          <a:off x="9734615" y="4905164"/>
          <a:ext cx="3000000" cy="3000000"/>
        </p:xfrm>
        <a:graphic>
          <a:graphicData uri="http://schemas.openxmlformats.org/drawingml/2006/table">
            <a:tbl>
              <a:tblPr>
                <a:noFill/>
                <a:tableStyleId>{84936C0C-99A8-467F-8D94-B88695F3C880}</a:tableStyleId>
              </a:tblPr>
              <a:tblGrid>
                <a:gridCol w="208275"/>
                <a:gridCol w="208275"/>
                <a:gridCol w="208275"/>
                <a:gridCol w="208275"/>
                <a:gridCol w="208275"/>
                <a:gridCol w="208275"/>
                <a:gridCol w="208275"/>
                <a:gridCol w="208275"/>
              </a:tblGrid>
              <a:tr h="360050">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0</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A9A9A9"/>
                        </a:buClr>
                        <a:buSzPts val="1400"/>
                        <a:buFont typeface="Arial"/>
                        <a:buNone/>
                      </a:pPr>
                      <a:r>
                        <a:rPr lang="en-US" sz="1400" u="none" cap="none" strike="noStrike">
                          <a:solidFill>
                            <a:schemeClr val="dk1"/>
                          </a:solidFill>
                          <a:latin typeface="Arial"/>
                          <a:ea typeface="Arial"/>
                          <a:cs typeface="Arial"/>
                          <a:sym typeface="Arial"/>
                        </a:rPr>
                        <a:t>1</a:t>
                      </a:r>
                      <a:endParaRPr/>
                    </a:p>
                  </a:txBody>
                  <a:tcPr marT="45775" marB="45775" marR="91450" marL="91450" anchor="ctr">
                    <a:lnL cap="flat" cmpd="sng" w="12700">
                      <a:solidFill>
                        <a:srgbClr val="99DFF9"/>
                      </a:solidFill>
                      <a:prstDash val="solid"/>
                      <a:round/>
                      <a:headEnd len="sm" w="sm" type="none"/>
                      <a:tailEnd len="sm" w="sm" type="none"/>
                    </a:lnL>
                    <a:lnR cap="flat" cmpd="sng" w="12700">
                      <a:solidFill>
                        <a:srgbClr val="99DFF9"/>
                      </a:solidFill>
                      <a:prstDash val="solid"/>
                      <a:round/>
                      <a:headEnd len="sm" w="sm" type="none"/>
                      <a:tailEnd len="sm" w="sm" type="none"/>
                    </a:lnR>
                    <a:lnT cap="flat" cmpd="sng" w="12700">
                      <a:solidFill>
                        <a:srgbClr val="99DFF9"/>
                      </a:solidFill>
                      <a:prstDash val="solid"/>
                      <a:round/>
                      <a:headEnd len="sm" w="sm" type="none"/>
                      <a:tailEnd len="sm" w="sm" type="none"/>
                    </a:lnT>
                    <a:lnB cap="flat" cmpd="sng" w="12700">
                      <a:solidFill>
                        <a:srgbClr val="99DFF9"/>
                      </a:solidFill>
                      <a:prstDash val="solid"/>
                      <a:round/>
                      <a:headEnd len="sm" w="sm" type="none"/>
                      <a:tailEnd len="sm" w="sm" type="none"/>
                    </a:lnB>
                    <a:solidFill>
                      <a:schemeClr val="lt1"/>
                    </a:solidFill>
                  </a:tcPr>
                </a:tc>
              </a:tr>
            </a:tbl>
          </a:graphicData>
        </a:graphic>
      </p:graphicFrame>
      <p:sp>
        <p:nvSpPr>
          <p:cNvPr id="843" name="Google Shape;843;p20"/>
          <p:cNvSpPr/>
          <p:nvPr/>
        </p:nvSpPr>
        <p:spPr>
          <a:xfrm>
            <a:off x="2360828" y="3043928"/>
            <a:ext cx="252027" cy="432048"/>
          </a:xfrm>
          <a:prstGeom prst="downArrow">
            <a:avLst>
              <a:gd fmla="val 50000" name="adj1"/>
              <a:gd fmla="val 50000" name="adj2"/>
            </a:avLst>
          </a:prstGeom>
          <a:gradFill>
            <a:gsLst>
              <a:gs pos="0">
                <a:srgbClr val="F6F9FC">
                  <a:alpha val="0"/>
                </a:srgbClr>
              </a:gs>
              <a:gs pos="15000">
                <a:srgbClr val="F6F9FC">
                  <a:alpha val="0"/>
                </a:srgbClr>
              </a:gs>
              <a:gs pos="81000">
                <a:srgbClr val="99DFF9"/>
              </a:gs>
              <a:gs pos="100000">
                <a:srgbClr val="99DFF9"/>
              </a:gs>
            </a:gsLst>
            <a:lin ang="5400000" scaled="0"/>
          </a:gradFill>
          <a:ln cap="flat" cmpd="sng" w="15875">
            <a:solidFill>
              <a:srgbClr val="F6F9F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4" name="Google Shape;844;p20"/>
          <p:cNvSpPr/>
          <p:nvPr/>
        </p:nvSpPr>
        <p:spPr>
          <a:xfrm>
            <a:off x="1384576" y="1922000"/>
            <a:ext cx="4320000" cy="925832"/>
          </a:xfrm>
          <a:prstGeom prst="roundRect">
            <a:avLst>
              <a:gd fmla="val 2303" name="adj"/>
            </a:avLst>
          </a:prstGeom>
          <a:solidFill>
            <a:srgbClr val="3FCDFF">
              <a:alpha val="4705"/>
            </a:srgbClr>
          </a:solidFill>
          <a:ln cap="flat" cmpd="sng" w="12700">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A multicast Ethernet frame is also called a multicast frame.</a:t>
            </a:r>
            <a:endParaRPr/>
          </a:p>
          <a:p>
            <a:pPr indent="-285750" lvl="0" marL="285750" marR="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The destination MAC address of a multicast frame is a unicast MAC address.</a:t>
            </a:r>
            <a:endParaRPr sz="1400">
              <a:solidFill>
                <a:srgbClr val="000000"/>
              </a:solidFill>
              <a:latin typeface="Arial"/>
              <a:ea typeface="Arial"/>
              <a:cs typeface="Arial"/>
              <a:sym typeface="Arial"/>
            </a:endParaRPr>
          </a:p>
        </p:txBody>
      </p:sp>
      <p:sp>
        <p:nvSpPr>
          <p:cNvPr id="845" name="Google Shape;845;p20"/>
          <p:cNvSpPr/>
          <p:nvPr/>
        </p:nvSpPr>
        <p:spPr>
          <a:xfrm>
            <a:off x="1199456" y="4279240"/>
            <a:ext cx="10222482" cy="589919"/>
          </a:xfrm>
          <a:custGeom>
            <a:rect b="b" l="l" r="r" t="t"/>
            <a:pathLst>
              <a:path extrusionOk="0" h="882041" w="5168418">
                <a:moveTo>
                  <a:pt x="0" y="858333"/>
                </a:moveTo>
                <a:lnTo>
                  <a:pt x="99798" y="0"/>
                </a:lnTo>
                <a:lnTo>
                  <a:pt x="1173879" y="1"/>
                </a:lnTo>
                <a:lnTo>
                  <a:pt x="5168418" y="882041"/>
                </a:lnTo>
                <a:lnTo>
                  <a:pt x="0" y="858333"/>
                </a:lnTo>
                <a:close/>
              </a:path>
            </a:pathLst>
          </a:custGeom>
          <a:gradFill>
            <a:gsLst>
              <a:gs pos="0">
                <a:srgbClr val="99DFF9"/>
              </a:gs>
              <a:gs pos="100000">
                <a:srgbClr val="F4FBFE"/>
              </a:gs>
            </a:gsLst>
            <a:lin ang="135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846" name="Google Shape;846;p20"/>
          <p:cNvGrpSpPr/>
          <p:nvPr/>
        </p:nvGrpSpPr>
        <p:grpSpPr>
          <a:xfrm>
            <a:off x="7907940" y="3165324"/>
            <a:ext cx="288000" cy="288000"/>
            <a:chOff x="856677" y="2615810"/>
            <a:chExt cx="288000" cy="288000"/>
          </a:xfrm>
        </p:grpSpPr>
        <p:sp>
          <p:nvSpPr>
            <p:cNvPr id="847" name="Google Shape;847;p20"/>
            <p:cNvSpPr/>
            <p:nvPr/>
          </p:nvSpPr>
          <p:spPr>
            <a:xfrm>
              <a:off x="856677" y="2615810"/>
              <a:ext cx="288000" cy="288000"/>
            </a:xfrm>
            <a:prstGeom prst="ellipse">
              <a:avLst/>
            </a:prstGeom>
            <a:solidFill>
              <a:srgbClr val="EC7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848" name="Google Shape;848;p20"/>
            <p:cNvGrpSpPr/>
            <p:nvPr/>
          </p:nvGrpSpPr>
          <p:grpSpPr>
            <a:xfrm>
              <a:off x="898854" y="2657987"/>
              <a:ext cx="203646" cy="203647"/>
              <a:chOff x="864077" y="2609640"/>
              <a:chExt cx="288000" cy="288003"/>
            </a:xfrm>
          </p:grpSpPr>
          <p:cxnSp>
            <p:nvCxnSpPr>
              <p:cNvPr id="849" name="Google Shape;849;p20"/>
              <p:cNvCxnSpPr>
                <a:stCxn id="847" idx="3"/>
                <a:endCxn id="847" idx="7"/>
              </p:cNvCxnSpPr>
              <p:nvPr/>
            </p:nvCxnSpPr>
            <p:spPr>
              <a:xfrm flipH="1" rot="10800000">
                <a:off x="864077" y="2609644"/>
                <a:ext cx="288000" cy="288000"/>
              </a:xfrm>
              <a:prstGeom prst="straightConnector1">
                <a:avLst/>
              </a:prstGeom>
              <a:solidFill>
                <a:srgbClr val="EC7061"/>
              </a:solidFill>
              <a:ln cap="rnd" cmpd="sng" w="38100">
                <a:solidFill>
                  <a:schemeClr val="lt1"/>
                </a:solidFill>
                <a:prstDash val="solid"/>
                <a:round/>
                <a:headEnd len="sm" w="sm" type="none"/>
                <a:tailEnd len="sm" w="sm" type="none"/>
              </a:ln>
            </p:spPr>
          </p:cxnSp>
          <p:cxnSp>
            <p:nvCxnSpPr>
              <p:cNvPr id="850" name="Google Shape;850;p20"/>
              <p:cNvCxnSpPr>
                <a:stCxn id="847" idx="1"/>
                <a:endCxn id="847" idx="5"/>
              </p:cNvCxnSpPr>
              <p:nvPr/>
            </p:nvCxnSpPr>
            <p:spPr>
              <a:xfrm>
                <a:off x="864077" y="2609640"/>
                <a:ext cx="288000" cy="288000"/>
              </a:xfrm>
              <a:prstGeom prst="straightConnector1">
                <a:avLst/>
              </a:prstGeom>
              <a:solidFill>
                <a:srgbClr val="EC7061"/>
              </a:solidFill>
              <a:ln cap="rnd" cmpd="sng" w="38100">
                <a:solidFill>
                  <a:schemeClr val="lt1"/>
                </a:solidFill>
                <a:prstDash val="solid"/>
                <a:round/>
                <a:headEnd len="sm" w="sm" type="none"/>
                <a:tailEnd len="sm" w="sm" type="none"/>
              </a:ln>
            </p:spPr>
          </p:cxnSp>
        </p:grpSp>
      </p:grpSp>
      <p:grpSp>
        <p:nvGrpSpPr>
          <p:cNvPr id="851" name="Google Shape;851;p20"/>
          <p:cNvGrpSpPr/>
          <p:nvPr/>
        </p:nvGrpSpPr>
        <p:grpSpPr>
          <a:xfrm>
            <a:off x="7117517" y="121216"/>
            <a:ext cx="4957810" cy="212400"/>
            <a:chOff x="6925793" y="165460"/>
            <a:chExt cx="4957810" cy="212400"/>
          </a:xfrm>
        </p:grpSpPr>
        <p:sp>
          <p:nvSpPr>
            <p:cNvPr id="852" name="Google Shape;852;p20"/>
            <p:cNvSpPr/>
            <p:nvPr/>
          </p:nvSpPr>
          <p:spPr>
            <a:xfrm>
              <a:off x="8732658" y="165460"/>
              <a:ext cx="1330893" cy="212400"/>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MAC address</a:t>
              </a:r>
              <a:endParaRPr/>
            </a:p>
          </p:txBody>
        </p:sp>
        <p:sp>
          <p:nvSpPr>
            <p:cNvPr id="853" name="Google Shape;853;p20"/>
            <p:cNvSpPr/>
            <p:nvPr/>
          </p:nvSpPr>
          <p:spPr>
            <a:xfrm>
              <a:off x="9984432" y="165460"/>
              <a:ext cx="1899171" cy="212400"/>
            </a:xfrm>
            <a:prstGeom prst="chevron">
              <a:avLst>
                <a:gd fmla="val 50000"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rgbClr val="FFFFFF"/>
                  </a:solidFill>
                  <a:latin typeface="Arial"/>
                  <a:ea typeface="Arial"/>
                  <a:cs typeface="Arial"/>
                  <a:sym typeface="Arial"/>
                </a:rPr>
                <a:t>Ethernet frame type</a:t>
              </a:r>
              <a:endParaRPr/>
            </a:p>
          </p:txBody>
        </p:sp>
        <p:sp>
          <p:nvSpPr>
            <p:cNvPr id="854" name="Google Shape;854;p20"/>
            <p:cNvSpPr/>
            <p:nvPr/>
          </p:nvSpPr>
          <p:spPr>
            <a:xfrm>
              <a:off x="6925793" y="165460"/>
              <a:ext cx="1885983" cy="212400"/>
            </a:xfrm>
            <a:prstGeom prst="homePlate">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Ethernet Frame Format</a:t>
              </a:r>
              <a:endParaRPr sz="1200">
                <a:solidFill>
                  <a:schemeClr val="dk1"/>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21"/>
          <p:cNvSpPr txBox="1"/>
          <p:nvPr>
            <p:ph idx="1" type="body"/>
          </p:nvPr>
        </p:nvSpPr>
        <p:spPr>
          <a:xfrm>
            <a:off x="454816" y="1233487"/>
            <a:ext cx="11307600" cy="4680000"/>
          </a:xfrm>
          <a:prstGeom prst="rect">
            <a:avLst/>
          </a:prstGeom>
          <a:noFill/>
          <a:ln>
            <a:noFill/>
          </a:ln>
        </p:spPr>
        <p:txBody>
          <a:bodyPr anchorCtr="0" anchor="t" bIns="40050" lIns="80125" spcFirstLastPara="1" rIns="80125" wrap="square" tIns="40050">
            <a:noAutofit/>
          </a:bodyPr>
          <a:lstStyle/>
          <a:p>
            <a:pPr indent="-457017" lvl="0" marL="457017" marR="0" rtl="0" algn="just">
              <a:lnSpc>
                <a:spcPct val="140000"/>
              </a:lnSpc>
              <a:spcBef>
                <a:spcPts val="0"/>
              </a:spcBef>
              <a:spcAft>
                <a:spcPts val="0"/>
              </a:spcAft>
              <a:buClr>
                <a:srgbClr val="7F7F7F"/>
              </a:buClr>
              <a:buSzPts val="2100"/>
              <a:buFont typeface="Arial"/>
              <a:buAutoNum type="arabicPeriod"/>
            </a:pPr>
            <a:r>
              <a:rPr lang="en-US">
                <a:solidFill>
                  <a:srgbClr val="7F7F7F"/>
                </a:solidFill>
                <a:latin typeface="Arial"/>
                <a:ea typeface="Arial"/>
                <a:cs typeface="Arial"/>
                <a:sym typeface="Arial"/>
              </a:rPr>
              <a:t>Overview of Ethernet Protocols</a:t>
            </a:r>
            <a:endParaRPr/>
          </a:p>
          <a:p>
            <a:pPr indent="-457017" lvl="0" marL="457017" marR="0" rtl="0" algn="just">
              <a:lnSpc>
                <a:spcPct val="140000"/>
              </a:lnSpc>
              <a:spcBef>
                <a:spcPts val="630"/>
              </a:spcBef>
              <a:spcAft>
                <a:spcPts val="0"/>
              </a:spcAft>
              <a:buClr>
                <a:srgbClr val="7F7F7F"/>
              </a:buClr>
              <a:buSzPts val="2100"/>
              <a:buFont typeface="Arial"/>
              <a:buAutoNum type="arabicPeriod"/>
            </a:pPr>
            <a:r>
              <a:rPr lang="en-US">
                <a:solidFill>
                  <a:srgbClr val="7F7F7F"/>
                </a:solidFill>
                <a:latin typeface="Arial"/>
                <a:ea typeface="Arial"/>
                <a:cs typeface="Arial"/>
                <a:sym typeface="Arial"/>
              </a:rPr>
              <a:t>Overview of Ethernet Frames</a:t>
            </a:r>
            <a:endParaRPr/>
          </a:p>
          <a:p>
            <a:pPr indent="-457017" lvl="0" marL="457017" marR="0" rtl="0" algn="just">
              <a:lnSpc>
                <a:spcPct val="140000"/>
              </a:lnSpc>
              <a:spcBef>
                <a:spcPts val="630"/>
              </a:spcBef>
              <a:spcAft>
                <a:spcPts val="0"/>
              </a:spcAft>
              <a:buClr>
                <a:schemeClr val="dk1"/>
              </a:buClr>
              <a:buSzPts val="2100"/>
              <a:buFont typeface="Arial"/>
              <a:buAutoNum type="arabicPeriod"/>
            </a:pPr>
            <a:r>
              <a:rPr b="1" lang="en-US">
                <a:latin typeface="Arial"/>
                <a:ea typeface="Arial"/>
                <a:cs typeface="Arial"/>
                <a:sym typeface="Arial"/>
              </a:rPr>
              <a:t>Overview of Ethernet Switches</a:t>
            </a:r>
            <a:endParaRPr/>
          </a:p>
          <a:p>
            <a:pPr indent="-457017" lvl="0" marL="457017" marR="0" rtl="0" algn="just">
              <a:lnSpc>
                <a:spcPct val="140000"/>
              </a:lnSpc>
              <a:spcBef>
                <a:spcPts val="630"/>
              </a:spcBef>
              <a:spcAft>
                <a:spcPts val="0"/>
              </a:spcAft>
              <a:buClr>
                <a:srgbClr val="7F7F7F"/>
              </a:buClr>
              <a:buSzPts val="2100"/>
              <a:buFont typeface="Arial"/>
              <a:buAutoNum type="arabicPeriod"/>
            </a:pPr>
            <a:r>
              <a:rPr lang="en-US">
                <a:solidFill>
                  <a:srgbClr val="7F7F7F"/>
                </a:solidFill>
                <a:latin typeface="Arial"/>
                <a:ea typeface="Arial"/>
                <a:cs typeface="Arial"/>
                <a:sym typeface="Arial"/>
              </a:rPr>
              <a:t>Process of Data Communication Within a Network Segment</a:t>
            </a:r>
            <a:endParaRPr/>
          </a:p>
          <a:p>
            <a:pPr indent="-317380" lvl="0" marL="457017" marR="0" rtl="0" algn="just">
              <a:lnSpc>
                <a:spcPct val="140000"/>
              </a:lnSpc>
              <a:spcBef>
                <a:spcPts val="660"/>
              </a:spcBef>
              <a:spcAft>
                <a:spcPts val="0"/>
              </a:spcAft>
              <a:buClr>
                <a:schemeClr val="dk1"/>
              </a:buClr>
              <a:buSzPts val="2199"/>
              <a:buFont typeface="Arial"/>
              <a:buNone/>
            </a:pPr>
            <a:r>
              <a:t/>
            </a:r>
            <a:endParaRPr>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22"/>
          <p:cNvSpPr/>
          <p:nvPr/>
        </p:nvSpPr>
        <p:spPr>
          <a:xfrm>
            <a:off x="2365867" y="1802747"/>
            <a:ext cx="7792077" cy="831896"/>
          </a:xfrm>
          <a:prstGeom prst="rect">
            <a:avLst/>
          </a:prstGeom>
          <a:solidFill>
            <a:srgbClr val="3FCDFF">
              <a:alpha val="4705"/>
            </a:srgbClr>
          </a:solidFill>
          <a:ln cap="flat" cmpd="sng" w="12700">
            <a:solidFill>
              <a:srgbClr val="99DFF9"/>
            </a:solidFill>
            <a:prstDash val="solid"/>
            <a:round/>
            <a:headEnd len="sm" w="sm" type="none"/>
            <a:tailEnd len="sm" w="sm" type="none"/>
          </a:ln>
        </p:spPr>
        <p:txBody>
          <a:bodyPr anchorCtr="0" anchor="t" bIns="41050" lIns="82100" spcFirstLastPara="1" rIns="82100" wrap="square" tIns="41050">
            <a:noAutofit/>
          </a:bodyPr>
          <a:lstStyle/>
          <a:p>
            <a:pPr indent="0" lvl="0" marL="0" marR="0" rtl="0" algn="l">
              <a:lnSpc>
                <a:spcPct val="90000"/>
              </a:lnSpc>
              <a:spcBef>
                <a:spcPts val="0"/>
              </a:spcBef>
              <a:spcAft>
                <a:spcPts val="0"/>
              </a:spcAft>
              <a:buNone/>
            </a:pPr>
            <a:r>
              <a:t/>
            </a:r>
            <a:endParaRPr b="1" sz="3000">
              <a:solidFill>
                <a:schemeClr val="dk1"/>
              </a:solidFill>
              <a:latin typeface="Arial"/>
              <a:ea typeface="Arial"/>
              <a:cs typeface="Arial"/>
              <a:sym typeface="Arial"/>
            </a:endParaRPr>
          </a:p>
        </p:txBody>
      </p:sp>
      <p:sp>
        <p:nvSpPr>
          <p:cNvPr id="865" name="Google Shape;865;p22"/>
          <p:cNvSpPr/>
          <p:nvPr/>
        </p:nvSpPr>
        <p:spPr>
          <a:xfrm>
            <a:off x="2365867" y="2718648"/>
            <a:ext cx="7792077" cy="1680773"/>
          </a:xfrm>
          <a:prstGeom prst="rect">
            <a:avLst/>
          </a:prstGeom>
          <a:solidFill>
            <a:srgbClr val="3FCDFF">
              <a:alpha val="4705"/>
            </a:srgbClr>
          </a:solidFill>
          <a:ln cap="flat" cmpd="sng" w="12700">
            <a:solidFill>
              <a:srgbClr val="99DFF9"/>
            </a:solidFill>
            <a:prstDash val="solid"/>
            <a:round/>
            <a:headEnd len="sm" w="sm" type="none"/>
            <a:tailEnd len="sm" w="sm" type="none"/>
          </a:ln>
        </p:spPr>
        <p:txBody>
          <a:bodyPr anchorCtr="0" anchor="t" bIns="41050" lIns="82100" spcFirstLastPara="1" rIns="82100" wrap="square" tIns="41050">
            <a:noAutofit/>
          </a:bodyPr>
          <a:lstStyle/>
          <a:p>
            <a:pPr indent="0" lvl="0" marL="0" marR="0" rtl="0" algn="l">
              <a:lnSpc>
                <a:spcPct val="90000"/>
              </a:lnSpc>
              <a:spcBef>
                <a:spcPts val="0"/>
              </a:spcBef>
              <a:spcAft>
                <a:spcPts val="0"/>
              </a:spcAft>
              <a:buNone/>
            </a:pPr>
            <a:r>
              <a:t/>
            </a:r>
            <a:endParaRPr b="1" sz="3000">
              <a:solidFill>
                <a:schemeClr val="dk1"/>
              </a:solidFill>
              <a:latin typeface="Arial"/>
              <a:ea typeface="Arial"/>
              <a:cs typeface="Arial"/>
              <a:sym typeface="Arial"/>
            </a:endParaRPr>
          </a:p>
        </p:txBody>
      </p:sp>
      <p:sp>
        <p:nvSpPr>
          <p:cNvPr id="866" name="Google Shape;866;p22"/>
          <p:cNvSpPr/>
          <p:nvPr/>
        </p:nvSpPr>
        <p:spPr>
          <a:xfrm>
            <a:off x="2365867" y="4483426"/>
            <a:ext cx="7792077" cy="915743"/>
          </a:xfrm>
          <a:prstGeom prst="rect">
            <a:avLst/>
          </a:prstGeom>
          <a:solidFill>
            <a:srgbClr val="3FCDFF">
              <a:alpha val="4705"/>
            </a:srgbClr>
          </a:solidFill>
          <a:ln cap="flat" cmpd="sng" w="12700">
            <a:solidFill>
              <a:srgbClr val="99DFF9"/>
            </a:solidFill>
            <a:prstDash val="solid"/>
            <a:round/>
            <a:headEnd len="sm" w="sm" type="none"/>
            <a:tailEnd len="sm" w="sm" type="none"/>
          </a:ln>
        </p:spPr>
        <p:txBody>
          <a:bodyPr anchorCtr="0" anchor="t" bIns="41050" lIns="82100" spcFirstLastPara="1" rIns="82100" wrap="square" tIns="41050">
            <a:noAutofit/>
          </a:bodyPr>
          <a:lstStyle/>
          <a:p>
            <a:pPr indent="0" lvl="0" marL="0" marR="0" rtl="0" algn="l">
              <a:lnSpc>
                <a:spcPct val="90000"/>
              </a:lnSpc>
              <a:spcBef>
                <a:spcPts val="0"/>
              </a:spcBef>
              <a:spcAft>
                <a:spcPts val="0"/>
              </a:spcAft>
              <a:buNone/>
            </a:pPr>
            <a:r>
              <a:t/>
            </a:r>
            <a:endParaRPr b="1" sz="3000">
              <a:solidFill>
                <a:schemeClr val="dk1"/>
              </a:solidFill>
              <a:latin typeface="Arial"/>
              <a:ea typeface="Arial"/>
              <a:cs typeface="Arial"/>
              <a:sym typeface="Arial"/>
            </a:endParaRPr>
          </a:p>
        </p:txBody>
      </p:sp>
      <p:sp>
        <p:nvSpPr>
          <p:cNvPr id="867" name="Google Shape;867;p22"/>
          <p:cNvSpPr/>
          <p:nvPr/>
        </p:nvSpPr>
        <p:spPr>
          <a:xfrm>
            <a:off x="2365867" y="5482670"/>
            <a:ext cx="7792077" cy="886121"/>
          </a:xfrm>
          <a:prstGeom prst="rect">
            <a:avLst/>
          </a:prstGeom>
          <a:solidFill>
            <a:srgbClr val="3FCDFF">
              <a:alpha val="4705"/>
            </a:srgbClr>
          </a:solidFill>
          <a:ln cap="flat" cmpd="sng" w="12700">
            <a:solidFill>
              <a:srgbClr val="99DFF9"/>
            </a:solidFill>
            <a:prstDash val="solid"/>
            <a:round/>
            <a:headEnd len="sm" w="sm" type="none"/>
            <a:tailEnd len="sm" w="sm" type="none"/>
          </a:ln>
        </p:spPr>
        <p:txBody>
          <a:bodyPr anchorCtr="0" anchor="t" bIns="41050" lIns="82100" spcFirstLastPara="1" rIns="82100" wrap="square" tIns="41050">
            <a:noAutofit/>
          </a:bodyPr>
          <a:lstStyle/>
          <a:p>
            <a:pPr indent="0" lvl="0" marL="0" marR="0" rtl="0" algn="l">
              <a:lnSpc>
                <a:spcPct val="90000"/>
              </a:lnSpc>
              <a:spcBef>
                <a:spcPts val="0"/>
              </a:spcBef>
              <a:spcAft>
                <a:spcPts val="0"/>
              </a:spcAft>
              <a:buNone/>
            </a:pPr>
            <a:r>
              <a:t/>
            </a:r>
            <a:endParaRPr b="1" sz="3000">
              <a:solidFill>
                <a:schemeClr val="dk1"/>
              </a:solidFill>
              <a:latin typeface="Arial"/>
              <a:ea typeface="Arial"/>
              <a:cs typeface="Arial"/>
              <a:sym typeface="Arial"/>
            </a:endParaRPr>
          </a:p>
        </p:txBody>
      </p:sp>
      <p:sp>
        <p:nvSpPr>
          <p:cNvPr id="868" name="Google Shape;868;p22"/>
          <p:cNvSpPr/>
          <p:nvPr/>
        </p:nvSpPr>
        <p:spPr>
          <a:xfrm>
            <a:off x="2353962" y="5748966"/>
            <a:ext cx="1311578"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Access layer</a:t>
            </a:r>
            <a:endParaRPr sz="1600">
              <a:solidFill>
                <a:schemeClr val="dk1"/>
              </a:solidFill>
              <a:latin typeface="Arial"/>
              <a:ea typeface="Arial"/>
              <a:cs typeface="Arial"/>
              <a:sym typeface="Arial"/>
            </a:endParaRPr>
          </a:p>
        </p:txBody>
      </p:sp>
      <p:sp>
        <p:nvSpPr>
          <p:cNvPr id="869" name="Google Shape;869;p22"/>
          <p:cNvSpPr/>
          <p:nvPr/>
        </p:nvSpPr>
        <p:spPr>
          <a:xfrm>
            <a:off x="2353962" y="4641440"/>
            <a:ext cx="1435523"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Aggregation layer</a:t>
            </a:r>
            <a:endParaRPr sz="1600">
              <a:solidFill>
                <a:schemeClr val="dk1"/>
              </a:solidFill>
              <a:latin typeface="Arial"/>
              <a:ea typeface="Arial"/>
              <a:cs typeface="Arial"/>
              <a:sym typeface="Arial"/>
            </a:endParaRPr>
          </a:p>
        </p:txBody>
      </p:sp>
      <p:sp>
        <p:nvSpPr>
          <p:cNvPr id="870" name="Google Shape;870;p22"/>
          <p:cNvSpPr/>
          <p:nvPr/>
        </p:nvSpPr>
        <p:spPr>
          <a:xfrm>
            <a:off x="2353962" y="3487726"/>
            <a:ext cx="113524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Core layer</a:t>
            </a:r>
            <a:endParaRPr sz="1600">
              <a:solidFill>
                <a:schemeClr val="dk1"/>
              </a:solidFill>
              <a:latin typeface="Arial"/>
              <a:ea typeface="Arial"/>
              <a:cs typeface="Arial"/>
              <a:sym typeface="Arial"/>
            </a:endParaRPr>
          </a:p>
        </p:txBody>
      </p:sp>
      <p:sp>
        <p:nvSpPr>
          <p:cNvPr id="871" name="Google Shape;871;p22"/>
          <p:cNvSpPr/>
          <p:nvPr/>
        </p:nvSpPr>
        <p:spPr>
          <a:xfrm>
            <a:off x="2353962" y="2124282"/>
            <a:ext cx="129554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Egress layer</a:t>
            </a:r>
            <a:endParaRPr sz="1600">
              <a:solidFill>
                <a:schemeClr val="dk1"/>
              </a:solidFill>
              <a:latin typeface="Arial"/>
              <a:ea typeface="Arial"/>
              <a:cs typeface="Arial"/>
              <a:sym typeface="Arial"/>
            </a:endParaRPr>
          </a:p>
        </p:txBody>
      </p:sp>
      <p:sp>
        <p:nvSpPr>
          <p:cNvPr id="872" name="Google Shape;872;p22"/>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Typical Architecture of a Campus Network</a:t>
            </a:r>
            <a:endParaRPr>
              <a:latin typeface="Arial"/>
              <a:ea typeface="Arial"/>
              <a:cs typeface="Arial"/>
              <a:sym typeface="Arial"/>
            </a:endParaRPr>
          </a:p>
        </p:txBody>
      </p:sp>
      <p:grpSp>
        <p:nvGrpSpPr>
          <p:cNvPr id="873" name="Google Shape;873;p22"/>
          <p:cNvGrpSpPr/>
          <p:nvPr/>
        </p:nvGrpSpPr>
        <p:grpSpPr>
          <a:xfrm>
            <a:off x="3956151" y="1321295"/>
            <a:ext cx="5724663" cy="4870471"/>
            <a:chOff x="3696674" y="1333591"/>
            <a:chExt cx="5724663" cy="4870471"/>
          </a:xfrm>
        </p:grpSpPr>
        <p:cxnSp>
          <p:nvCxnSpPr>
            <p:cNvPr id="874" name="Google Shape;874;p22"/>
            <p:cNvCxnSpPr/>
            <p:nvPr/>
          </p:nvCxnSpPr>
          <p:spPr>
            <a:xfrm>
              <a:off x="5406152" y="2361479"/>
              <a:ext cx="800779" cy="0"/>
            </a:xfrm>
            <a:prstGeom prst="straightConnector1">
              <a:avLst/>
            </a:prstGeom>
            <a:noFill/>
            <a:ln cap="flat" cmpd="sng" w="19050">
              <a:solidFill>
                <a:schemeClr val="dk1"/>
              </a:solidFill>
              <a:prstDash val="solid"/>
              <a:round/>
              <a:headEnd len="med" w="med" type="none"/>
              <a:tailEnd len="med" w="med" type="none"/>
            </a:ln>
          </p:spPr>
        </p:cxnSp>
        <p:cxnSp>
          <p:nvCxnSpPr>
            <p:cNvPr id="875" name="Google Shape;875;p22"/>
            <p:cNvCxnSpPr/>
            <p:nvPr/>
          </p:nvCxnSpPr>
          <p:spPr>
            <a:xfrm>
              <a:off x="5178668" y="3190147"/>
              <a:ext cx="1251187" cy="0"/>
            </a:xfrm>
            <a:prstGeom prst="straightConnector1">
              <a:avLst/>
            </a:prstGeom>
            <a:noFill/>
            <a:ln cap="flat" cmpd="sng" w="19050">
              <a:solidFill>
                <a:schemeClr val="dk1"/>
              </a:solidFill>
              <a:prstDash val="dot"/>
              <a:round/>
              <a:headEnd len="med" w="med" type="none"/>
              <a:tailEnd len="med" w="med" type="none"/>
            </a:ln>
          </p:spPr>
        </p:cxnSp>
        <p:cxnSp>
          <p:nvCxnSpPr>
            <p:cNvPr id="876" name="Google Shape;876;p22"/>
            <p:cNvCxnSpPr/>
            <p:nvPr/>
          </p:nvCxnSpPr>
          <p:spPr>
            <a:xfrm>
              <a:off x="3956151" y="4910852"/>
              <a:ext cx="1253194" cy="0"/>
            </a:xfrm>
            <a:prstGeom prst="straightConnector1">
              <a:avLst/>
            </a:prstGeom>
            <a:noFill/>
            <a:ln cap="flat" cmpd="sng" w="19050">
              <a:solidFill>
                <a:schemeClr val="dk1"/>
              </a:solidFill>
              <a:prstDash val="solid"/>
              <a:round/>
              <a:headEnd len="med" w="med" type="none"/>
              <a:tailEnd len="med" w="med" type="none"/>
            </a:ln>
          </p:spPr>
        </p:cxnSp>
        <p:cxnSp>
          <p:nvCxnSpPr>
            <p:cNvPr id="877" name="Google Shape;877;p22"/>
            <p:cNvCxnSpPr/>
            <p:nvPr/>
          </p:nvCxnSpPr>
          <p:spPr>
            <a:xfrm rot="10800000">
              <a:off x="3956151" y="4910852"/>
              <a:ext cx="0" cy="878763"/>
            </a:xfrm>
            <a:prstGeom prst="straightConnector1">
              <a:avLst/>
            </a:prstGeom>
            <a:noFill/>
            <a:ln cap="flat" cmpd="sng" w="19050">
              <a:solidFill>
                <a:schemeClr val="dk1"/>
              </a:solidFill>
              <a:prstDash val="solid"/>
              <a:round/>
              <a:headEnd len="med" w="med" type="none"/>
              <a:tailEnd len="med" w="med" type="none"/>
            </a:ln>
          </p:spPr>
        </p:cxnSp>
        <p:cxnSp>
          <p:nvCxnSpPr>
            <p:cNvPr id="878" name="Google Shape;878;p22"/>
            <p:cNvCxnSpPr/>
            <p:nvPr/>
          </p:nvCxnSpPr>
          <p:spPr>
            <a:xfrm flipH="1" rot="10800000">
              <a:off x="3956151" y="4910852"/>
              <a:ext cx="1253194" cy="878761"/>
            </a:xfrm>
            <a:prstGeom prst="straightConnector1">
              <a:avLst/>
            </a:prstGeom>
            <a:noFill/>
            <a:ln cap="flat" cmpd="sng" w="19050">
              <a:solidFill>
                <a:schemeClr val="dk1"/>
              </a:solidFill>
              <a:prstDash val="solid"/>
              <a:round/>
              <a:headEnd len="med" w="med" type="none"/>
              <a:tailEnd len="med" w="med" type="none"/>
            </a:ln>
          </p:spPr>
        </p:cxnSp>
        <p:cxnSp>
          <p:nvCxnSpPr>
            <p:cNvPr id="879" name="Google Shape;879;p22"/>
            <p:cNvCxnSpPr/>
            <p:nvPr/>
          </p:nvCxnSpPr>
          <p:spPr>
            <a:xfrm>
              <a:off x="3956151" y="4910850"/>
              <a:ext cx="1253194" cy="878764"/>
            </a:xfrm>
            <a:prstGeom prst="straightConnector1">
              <a:avLst/>
            </a:prstGeom>
            <a:noFill/>
            <a:ln cap="flat" cmpd="sng" w="19050">
              <a:solidFill>
                <a:schemeClr val="dk1"/>
              </a:solidFill>
              <a:prstDash val="solid"/>
              <a:round/>
              <a:headEnd len="med" w="med" type="none"/>
              <a:tailEnd len="med" w="med" type="none"/>
            </a:ln>
          </p:spPr>
        </p:cxnSp>
        <p:cxnSp>
          <p:nvCxnSpPr>
            <p:cNvPr id="880" name="Google Shape;880;p22"/>
            <p:cNvCxnSpPr/>
            <p:nvPr/>
          </p:nvCxnSpPr>
          <p:spPr>
            <a:xfrm rot="10800000">
              <a:off x="5209345" y="4910852"/>
              <a:ext cx="0" cy="878763"/>
            </a:xfrm>
            <a:prstGeom prst="straightConnector1">
              <a:avLst/>
            </a:prstGeom>
            <a:noFill/>
            <a:ln cap="flat" cmpd="sng" w="19050">
              <a:solidFill>
                <a:schemeClr val="dk1"/>
              </a:solidFill>
              <a:prstDash val="solid"/>
              <a:round/>
              <a:headEnd len="med" w="med" type="none"/>
              <a:tailEnd len="med" w="med" type="none"/>
            </a:ln>
          </p:spPr>
        </p:cxnSp>
        <p:cxnSp>
          <p:nvCxnSpPr>
            <p:cNvPr id="881" name="Google Shape;881;p22"/>
            <p:cNvCxnSpPr/>
            <p:nvPr/>
          </p:nvCxnSpPr>
          <p:spPr>
            <a:xfrm>
              <a:off x="3956151" y="4861426"/>
              <a:ext cx="1253194" cy="0"/>
            </a:xfrm>
            <a:prstGeom prst="straightConnector1">
              <a:avLst/>
            </a:prstGeom>
            <a:noFill/>
            <a:ln cap="flat" cmpd="sng" w="19050">
              <a:solidFill>
                <a:schemeClr val="dk1"/>
              </a:solidFill>
              <a:prstDash val="solid"/>
              <a:round/>
              <a:headEnd len="med" w="med" type="none"/>
              <a:tailEnd len="med" w="med" type="none"/>
            </a:ln>
          </p:spPr>
        </p:cxnSp>
        <p:cxnSp>
          <p:nvCxnSpPr>
            <p:cNvPr id="882" name="Google Shape;882;p22"/>
            <p:cNvCxnSpPr/>
            <p:nvPr/>
          </p:nvCxnSpPr>
          <p:spPr>
            <a:xfrm>
              <a:off x="6463422" y="4910852"/>
              <a:ext cx="1253194" cy="0"/>
            </a:xfrm>
            <a:prstGeom prst="straightConnector1">
              <a:avLst/>
            </a:prstGeom>
            <a:noFill/>
            <a:ln cap="flat" cmpd="sng" w="19050">
              <a:solidFill>
                <a:schemeClr val="dk1"/>
              </a:solidFill>
              <a:prstDash val="solid"/>
              <a:round/>
              <a:headEnd len="med" w="med" type="none"/>
              <a:tailEnd len="med" w="med" type="none"/>
            </a:ln>
          </p:spPr>
        </p:cxnSp>
        <p:cxnSp>
          <p:nvCxnSpPr>
            <p:cNvPr id="883" name="Google Shape;883;p22"/>
            <p:cNvCxnSpPr/>
            <p:nvPr/>
          </p:nvCxnSpPr>
          <p:spPr>
            <a:xfrm rot="10800000">
              <a:off x="6463422" y="4910852"/>
              <a:ext cx="0" cy="878763"/>
            </a:xfrm>
            <a:prstGeom prst="straightConnector1">
              <a:avLst/>
            </a:prstGeom>
            <a:noFill/>
            <a:ln cap="flat" cmpd="sng" w="19050">
              <a:solidFill>
                <a:schemeClr val="dk1"/>
              </a:solidFill>
              <a:prstDash val="solid"/>
              <a:round/>
              <a:headEnd len="med" w="med" type="none"/>
              <a:tailEnd len="med" w="med" type="none"/>
            </a:ln>
          </p:spPr>
        </p:cxnSp>
        <p:cxnSp>
          <p:nvCxnSpPr>
            <p:cNvPr id="884" name="Google Shape;884;p22"/>
            <p:cNvCxnSpPr/>
            <p:nvPr/>
          </p:nvCxnSpPr>
          <p:spPr>
            <a:xfrm flipH="1" rot="10800000">
              <a:off x="6463422" y="4910852"/>
              <a:ext cx="1253194" cy="878761"/>
            </a:xfrm>
            <a:prstGeom prst="straightConnector1">
              <a:avLst/>
            </a:prstGeom>
            <a:noFill/>
            <a:ln cap="flat" cmpd="sng" w="19050">
              <a:solidFill>
                <a:schemeClr val="dk1"/>
              </a:solidFill>
              <a:prstDash val="solid"/>
              <a:round/>
              <a:headEnd len="med" w="med" type="none"/>
              <a:tailEnd len="med" w="med" type="none"/>
            </a:ln>
          </p:spPr>
        </p:cxnSp>
        <p:cxnSp>
          <p:nvCxnSpPr>
            <p:cNvPr id="885" name="Google Shape;885;p22"/>
            <p:cNvCxnSpPr/>
            <p:nvPr/>
          </p:nvCxnSpPr>
          <p:spPr>
            <a:xfrm>
              <a:off x="6463422" y="4910850"/>
              <a:ext cx="1253194" cy="878764"/>
            </a:xfrm>
            <a:prstGeom prst="straightConnector1">
              <a:avLst/>
            </a:prstGeom>
            <a:noFill/>
            <a:ln cap="flat" cmpd="sng" w="19050">
              <a:solidFill>
                <a:schemeClr val="dk1"/>
              </a:solidFill>
              <a:prstDash val="solid"/>
              <a:round/>
              <a:headEnd len="med" w="med" type="none"/>
              <a:tailEnd len="med" w="med" type="none"/>
            </a:ln>
          </p:spPr>
        </p:cxnSp>
        <p:cxnSp>
          <p:nvCxnSpPr>
            <p:cNvPr id="886" name="Google Shape;886;p22"/>
            <p:cNvCxnSpPr/>
            <p:nvPr/>
          </p:nvCxnSpPr>
          <p:spPr>
            <a:xfrm rot="10800000">
              <a:off x="7716616" y="4910852"/>
              <a:ext cx="0" cy="878763"/>
            </a:xfrm>
            <a:prstGeom prst="straightConnector1">
              <a:avLst/>
            </a:prstGeom>
            <a:noFill/>
            <a:ln cap="flat" cmpd="sng" w="19050">
              <a:solidFill>
                <a:schemeClr val="dk1"/>
              </a:solidFill>
              <a:prstDash val="solid"/>
              <a:round/>
              <a:headEnd len="med" w="med" type="none"/>
              <a:tailEnd len="med" w="med" type="none"/>
            </a:ln>
          </p:spPr>
        </p:cxnSp>
        <p:cxnSp>
          <p:nvCxnSpPr>
            <p:cNvPr id="887" name="Google Shape;887;p22"/>
            <p:cNvCxnSpPr/>
            <p:nvPr/>
          </p:nvCxnSpPr>
          <p:spPr>
            <a:xfrm>
              <a:off x="6463422" y="4861426"/>
              <a:ext cx="1253194" cy="0"/>
            </a:xfrm>
            <a:prstGeom prst="straightConnector1">
              <a:avLst/>
            </a:prstGeom>
            <a:noFill/>
            <a:ln cap="flat" cmpd="sng" w="19050">
              <a:solidFill>
                <a:schemeClr val="dk1"/>
              </a:solidFill>
              <a:prstDash val="solid"/>
              <a:round/>
              <a:headEnd len="med" w="med" type="none"/>
              <a:tailEnd len="med" w="med" type="none"/>
            </a:ln>
          </p:spPr>
        </p:cxnSp>
        <p:cxnSp>
          <p:nvCxnSpPr>
            <p:cNvPr id="888" name="Google Shape;888;p22"/>
            <p:cNvCxnSpPr/>
            <p:nvPr/>
          </p:nvCxnSpPr>
          <p:spPr>
            <a:xfrm flipH="1" rot="10800000">
              <a:off x="3956151" y="3996799"/>
              <a:ext cx="1251187" cy="864625"/>
            </a:xfrm>
            <a:prstGeom prst="straightConnector1">
              <a:avLst/>
            </a:prstGeom>
            <a:noFill/>
            <a:ln cap="flat" cmpd="sng" w="19050">
              <a:solidFill>
                <a:schemeClr val="dk1"/>
              </a:solidFill>
              <a:prstDash val="solid"/>
              <a:round/>
              <a:headEnd len="med" w="med" type="none"/>
              <a:tailEnd len="med" w="med" type="none"/>
            </a:ln>
          </p:spPr>
        </p:cxnSp>
        <p:cxnSp>
          <p:nvCxnSpPr>
            <p:cNvPr id="889" name="Google Shape;889;p22"/>
            <p:cNvCxnSpPr/>
            <p:nvPr/>
          </p:nvCxnSpPr>
          <p:spPr>
            <a:xfrm flipH="1" rot="10800000">
              <a:off x="5178668" y="3996799"/>
              <a:ext cx="1251187" cy="864625"/>
            </a:xfrm>
            <a:prstGeom prst="straightConnector1">
              <a:avLst/>
            </a:prstGeom>
            <a:noFill/>
            <a:ln cap="flat" cmpd="sng" w="19050">
              <a:solidFill>
                <a:schemeClr val="dk1"/>
              </a:solidFill>
              <a:prstDash val="solid"/>
              <a:round/>
              <a:headEnd len="med" w="med" type="none"/>
              <a:tailEnd len="med" w="med" type="none"/>
            </a:ln>
          </p:spPr>
        </p:cxnSp>
        <p:cxnSp>
          <p:nvCxnSpPr>
            <p:cNvPr id="890" name="Google Shape;890;p22"/>
            <p:cNvCxnSpPr/>
            <p:nvPr/>
          </p:nvCxnSpPr>
          <p:spPr>
            <a:xfrm rot="10800000">
              <a:off x="5178667" y="3996797"/>
              <a:ext cx="1283274" cy="864626"/>
            </a:xfrm>
            <a:prstGeom prst="straightConnector1">
              <a:avLst/>
            </a:prstGeom>
            <a:noFill/>
            <a:ln cap="flat" cmpd="sng" w="19050">
              <a:solidFill>
                <a:schemeClr val="dk1"/>
              </a:solidFill>
              <a:prstDash val="solid"/>
              <a:round/>
              <a:headEnd len="med" w="med" type="none"/>
              <a:tailEnd len="med" w="med" type="none"/>
            </a:ln>
          </p:spPr>
        </p:cxnSp>
        <p:cxnSp>
          <p:nvCxnSpPr>
            <p:cNvPr id="891" name="Google Shape;891;p22"/>
            <p:cNvCxnSpPr/>
            <p:nvPr/>
          </p:nvCxnSpPr>
          <p:spPr>
            <a:xfrm rot="10800000">
              <a:off x="6429854" y="3996799"/>
              <a:ext cx="1283274" cy="864625"/>
            </a:xfrm>
            <a:prstGeom prst="straightConnector1">
              <a:avLst/>
            </a:prstGeom>
            <a:noFill/>
            <a:ln cap="flat" cmpd="sng" w="19050">
              <a:solidFill>
                <a:schemeClr val="dk1"/>
              </a:solidFill>
              <a:prstDash val="solid"/>
              <a:round/>
              <a:headEnd len="med" w="med" type="none"/>
              <a:tailEnd len="med" w="med" type="none"/>
            </a:ln>
          </p:spPr>
        </p:cxnSp>
        <p:cxnSp>
          <p:nvCxnSpPr>
            <p:cNvPr id="892" name="Google Shape;892;p22"/>
            <p:cNvCxnSpPr/>
            <p:nvPr/>
          </p:nvCxnSpPr>
          <p:spPr>
            <a:xfrm rot="10800000">
              <a:off x="5209345" y="1565374"/>
              <a:ext cx="0" cy="2431425"/>
            </a:xfrm>
            <a:prstGeom prst="straightConnector1">
              <a:avLst/>
            </a:prstGeom>
            <a:noFill/>
            <a:ln cap="flat" cmpd="sng" w="19050">
              <a:solidFill>
                <a:schemeClr val="dk1"/>
              </a:solidFill>
              <a:prstDash val="solid"/>
              <a:round/>
              <a:headEnd len="med" w="med" type="none"/>
              <a:tailEnd len="med" w="med" type="none"/>
            </a:ln>
          </p:spPr>
        </p:cxnSp>
        <p:cxnSp>
          <p:nvCxnSpPr>
            <p:cNvPr id="893" name="Google Shape;893;p22"/>
            <p:cNvCxnSpPr/>
            <p:nvPr/>
          </p:nvCxnSpPr>
          <p:spPr>
            <a:xfrm rot="10800000">
              <a:off x="6429854" y="1453402"/>
              <a:ext cx="0" cy="2543396"/>
            </a:xfrm>
            <a:prstGeom prst="straightConnector1">
              <a:avLst/>
            </a:prstGeom>
            <a:noFill/>
            <a:ln cap="flat" cmpd="sng" w="19050">
              <a:solidFill>
                <a:schemeClr val="dk1"/>
              </a:solidFill>
              <a:prstDash val="solid"/>
              <a:round/>
              <a:headEnd len="med" w="med" type="none"/>
              <a:tailEnd len="med" w="med" type="none"/>
            </a:ln>
          </p:spPr>
        </p:cxnSp>
        <p:cxnSp>
          <p:nvCxnSpPr>
            <p:cNvPr id="894" name="Google Shape;894;p22"/>
            <p:cNvCxnSpPr/>
            <p:nvPr/>
          </p:nvCxnSpPr>
          <p:spPr>
            <a:xfrm>
              <a:off x="5171551" y="3996797"/>
              <a:ext cx="1253194" cy="0"/>
            </a:xfrm>
            <a:prstGeom prst="straightConnector1">
              <a:avLst/>
            </a:prstGeom>
            <a:noFill/>
            <a:ln cap="flat" cmpd="sng" w="19050">
              <a:solidFill>
                <a:schemeClr val="dk1"/>
              </a:solidFill>
              <a:prstDash val="solid"/>
              <a:round/>
              <a:headEnd len="med" w="med" type="none"/>
              <a:tailEnd len="med" w="med" type="none"/>
            </a:ln>
          </p:spPr>
        </p:cxnSp>
        <p:cxnSp>
          <p:nvCxnSpPr>
            <p:cNvPr id="895" name="Google Shape;895;p22"/>
            <p:cNvCxnSpPr/>
            <p:nvPr/>
          </p:nvCxnSpPr>
          <p:spPr>
            <a:xfrm>
              <a:off x="5506093" y="3546901"/>
              <a:ext cx="2171794" cy="0"/>
            </a:xfrm>
            <a:prstGeom prst="straightConnector1">
              <a:avLst/>
            </a:prstGeom>
            <a:noFill/>
            <a:ln cap="flat" cmpd="sng" w="19050">
              <a:solidFill>
                <a:schemeClr val="dk1"/>
              </a:solidFill>
              <a:prstDash val="solid"/>
              <a:round/>
              <a:headEnd len="med" w="med" type="none"/>
              <a:tailEnd len="med" w="med" type="none"/>
            </a:ln>
          </p:spPr>
        </p:cxnSp>
        <p:cxnSp>
          <p:nvCxnSpPr>
            <p:cNvPr id="896" name="Google Shape;896;p22"/>
            <p:cNvCxnSpPr/>
            <p:nvPr/>
          </p:nvCxnSpPr>
          <p:spPr>
            <a:xfrm flipH="1" rot="10800000">
              <a:off x="6357030" y="3606555"/>
              <a:ext cx="341487" cy="444405"/>
            </a:xfrm>
            <a:prstGeom prst="straightConnector1">
              <a:avLst/>
            </a:prstGeom>
            <a:noFill/>
            <a:ln cap="flat" cmpd="sng" w="19050">
              <a:solidFill>
                <a:schemeClr val="dk1"/>
              </a:solidFill>
              <a:prstDash val="solid"/>
              <a:round/>
              <a:headEnd len="med" w="med" type="none"/>
              <a:tailEnd len="med" w="med" type="none"/>
            </a:ln>
          </p:spPr>
        </p:cxnSp>
        <p:cxnSp>
          <p:nvCxnSpPr>
            <p:cNvPr id="897" name="Google Shape;897;p22"/>
            <p:cNvCxnSpPr/>
            <p:nvPr/>
          </p:nvCxnSpPr>
          <p:spPr>
            <a:xfrm flipH="1" rot="10800000">
              <a:off x="5178668" y="3546903"/>
              <a:ext cx="341487" cy="444405"/>
            </a:xfrm>
            <a:prstGeom prst="straightConnector1">
              <a:avLst/>
            </a:prstGeom>
            <a:noFill/>
            <a:ln cap="flat" cmpd="sng" w="19050">
              <a:solidFill>
                <a:schemeClr val="dk1"/>
              </a:solidFill>
              <a:prstDash val="solid"/>
              <a:round/>
              <a:headEnd len="med" w="med" type="none"/>
              <a:tailEnd len="med" w="med" type="none"/>
            </a:ln>
          </p:spPr>
        </p:cxnSp>
        <p:cxnSp>
          <p:nvCxnSpPr>
            <p:cNvPr id="898" name="Google Shape;898;p22"/>
            <p:cNvCxnSpPr/>
            <p:nvPr/>
          </p:nvCxnSpPr>
          <p:spPr>
            <a:xfrm>
              <a:off x="6689964" y="3608685"/>
              <a:ext cx="987923" cy="0"/>
            </a:xfrm>
            <a:prstGeom prst="straightConnector1">
              <a:avLst/>
            </a:prstGeom>
            <a:noFill/>
            <a:ln cap="flat" cmpd="sng" w="19050">
              <a:solidFill>
                <a:schemeClr val="dk1"/>
              </a:solidFill>
              <a:prstDash val="solid"/>
              <a:round/>
              <a:headEnd len="med" w="med" type="none"/>
              <a:tailEnd len="med" w="med" type="none"/>
            </a:ln>
          </p:spPr>
        </p:cxnSp>
        <p:cxnSp>
          <p:nvCxnSpPr>
            <p:cNvPr id="899" name="Google Shape;899;p22"/>
            <p:cNvCxnSpPr/>
            <p:nvPr/>
          </p:nvCxnSpPr>
          <p:spPr>
            <a:xfrm>
              <a:off x="7900925" y="3583971"/>
              <a:ext cx="1440000" cy="0"/>
            </a:xfrm>
            <a:prstGeom prst="straightConnector1">
              <a:avLst/>
            </a:prstGeom>
            <a:noFill/>
            <a:ln cap="flat" cmpd="sng" w="19050">
              <a:solidFill>
                <a:schemeClr val="dk1"/>
              </a:solidFill>
              <a:prstDash val="solid"/>
              <a:round/>
              <a:headEnd len="med" w="med" type="none"/>
              <a:tailEnd len="med" w="med" type="none"/>
            </a:ln>
          </p:spPr>
        </p:cxnSp>
        <p:cxnSp>
          <p:nvCxnSpPr>
            <p:cNvPr id="900" name="Google Shape;900;p22"/>
            <p:cNvCxnSpPr/>
            <p:nvPr/>
          </p:nvCxnSpPr>
          <p:spPr>
            <a:xfrm>
              <a:off x="8539369" y="3204807"/>
              <a:ext cx="0" cy="387939"/>
            </a:xfrm>
            <a:prstGeom prst="straightConnector1">
              <a:avLst/>
            </a:prstGeom>
            <a:noFill/>
            <a:ln cap="flat" cmpd="sng" w="19050">
              <a:solidFill>
                <a:schemeClr val="dk1"/>
              </a:solidFill>
              <a:prstDash val="solid"/>
              <a:round/>
              <a:headEnd len="med" w="med" type="none"/>
              <a:tailEnd len="med" w="med" type="none"/>
            </a:ln>
          </p:spPr>
        </p:cxnSp>
        <p:cxnSp>
          <p:nvCxnSpPr>
            <p:cNvPr id="901" name="Google Shape;901;p22"/>
            <p:cNvCxnSpPr/>
            <p:nvPr/>
          </p:nvCxnSpPr>
          <p:spPr>
            <a:xfrm>
              <a:off x="9149998" y="3204807"/>
              <a:ext cx="0" cy="387939"/>
            </a:xfrm>
            <a:prstGeom prst="straightConnector1">
              <a:avLst/>
            </a:prstGeom>
            <a:noFill/>
            <a:ln cap="flat" cmpd="sng" w="19050">
              <a:solidFill>
                <a:schemeClr val="dk1"/>
              </a:solidFill>
              <a:prstDash val="solid"/>
              <a:round/>
              <a:headEnd len="med" w="med" type="none"/>
              <a:tailEnd len="med" w="med" type="none"/>
            </a:ln>
          </p:spPr>
        </p:cxnSp>
        <p:pic>
          <p:nvPicPr>
            <p:cNvPr id="902" name="Google Shape;902;p22"/>
            <p:cNvPicPr preferRelativeResize="0"/>
            <p:nvPr/>
          </p:nvPicPr>
          <p:blipFill rotWithShape="1">
            <a:blip r:embed="rId3">
              <a:alphaModFix/>
            </a:blip>
            <a:srcRect b="0" l="0" r="0" t="0"/>
            <a:stretch/>
          </p:blipFill>
          <p:spPr>
            <a:xfrm>
              <a:off x="8269369" y="2822008"/>
              <a:ext cx="540000" cy="442800"/>
            </a:xfrm>
            <a:prstGeom prst="rect">
              <a:avLst/>
            </a:prstGeom>
            <a:noFill/>
            <a:ln>
              <a:noFill/>
            </a:ln>
          </p:spPr>
        </p:pic>
        <p:pic>
          <p:nvPicPr>
            <p:cNvPr id="903" name="Google Shape;903;p22"/>
            <p:cNvPicPr preferRelativeResize="0"/>
            <p:nvPr/>
          </p:nvPicPr>
          <p:blipFill rotWithShape="1">
            <a:blip r:embed="rId3">
              <a:alphaModFix/>
            </a:blip>
            <a:srcRect b="0" l="0" r="0" t="0"/>
            <a:stretch/>
          </p:blipFill>
          <p:spPr>
            <a:xfrm>
              <a:off x="8881337" y="2822008"/>
              <a:ext cx="540000" cy="442800"/>
            </a:xfrm>
            <a:prstGeom prst="rect">
              <a:avLst/>
            </a:prstGeom>
            <a:noFill/>
            <a:ln>
              <a:noFill/>
            </a:ln>
          </p:spPr>
        </p:pic>
        <p:pic>
          <p:nvPicPr>
            <p:cNvPr id="904" name="Google Shape;904;p22"/>
            <p:cNvPicPr preferRelativeResize="0"/>
            <p:nvPr/>
          </p:nvPicPr>
          <p:blipFill rotWithShape="1">
            <a:blip r:embed="rId4">
              <a:alphaModFix/>
            </a:blip>
            <a:srcRect b="0" l="0" r="0" t="0"/>
            <a:stretch/>
          </p:blipFill>
          <p:spPr>
            <a:xfrm>
              <a:off x="4967336" y="2966685"/>
              <a:ext cx="540765" cy="442800"/>
            </a:xfrm>
            <a:prstGeom prst="rect">
              <a:avLst/>
            </a:prstGeom>
            <a:noFill/>
            <a:ln>
              <a:noFill/>
            </a:ln>
          </p:spPr>
        </p:pic>
        <p:pic>
          <p:nvPicPr>
            <p:cNvPr id="905" name="Google Shape;905;p22"/>
            <p:cNvPicPr preferRelativeResize="0"/>
            <p:nvPr/>
          </p:nvPicPr>
          <p:blipFill rotWithShape="1">
            <a:blip r:embed="rId5">
              <a:alphaModFix/>
            </a:blip>
            <a:srcRect b="0" l="0" r="0" t="0"/>
            <a:stretch/>
          </p:blipFill>
          <p:spPr>
            <a:xfrm>
              <a:off x="4967718" y="5761262"/>
              <a:ext cx="540000" cy="442800"/>
            </a:xfrm>
            <a:prstGeom prst="rect">
              <a:avLst/>
            </a:prstGeom>
            <a:noFill/>
            <a:ln>
              <a:noFill/>
            </a:ln>
          </p:spPr>
        </p:pic>
        <p:pic>
          <p:nvPicPr>
            <p:cNvPr id="906" name="Google Shape;906;p22"/>
            <p:cNvPicPr preferRelativeResize="0"/>
            <p:nvPr/>
          </p:nvPicPr>
          <p:blipFill rotWithShape="1">
            <a:blip r:embed="rId6">
              <a:alphaModFix/>
            </a:blip>
            <a:srcRect b="0" l="0" r="0" t="0"/>
            <a:stretch/>
          </p:blipFill>
          <p:spPr>
            <a:xfrm>
              <a:off x="4967718" y="4658487"/>
              <a:ext cx="540000" cy="442800"/>
            </a:xfrm>
            <a:prstGeom prst="rect">
              <a:avLst/>
            </a:prstGeom>
            <a:noFill/>
            <a:ln>
              <a:noFill/>
            </a:ln>
          </p:spPr>
        </p:pic>
        <p:pic>
          <p:nvPicPr>
            <p:cNvPr id="907" name="Google Shape;907;p22"/>
            <p:cNvPicPr preferRelativeResize="0"/>
            <p:nvPr/>
          </p:nvPicPr>
          <p:blipFill rotWithShape="1">
            <a:blip r:embed="rId7">
              <a:alphaModFix/>
            </a:blip>
            <a:srcRect b="0" l="0" r="0" t="0"/>
            <a:stretch/>
          </p:blipFill>
          <p:spPr>
            <a:xfrm>
              <a:off x="4967718" y="2136789"/>
              <a:ext cx="540000" cy="442800"/>
            </a:xfrm>
            <a:prstGeom prst="rect">
              <a:avLst/>
            </a:prstGeom>
            <a:noFill/>
            <a:ln>
              <a:noFill/>
            </a:ln>
          </p:spPr>
        </p:pic>
        <p:pic>
          <p:nvPicPr>
            <p:cNvPr id="908" name="Google Shape;908;p22"/>
            <p:cNvPicPr preferRelativeResize="0"/>
            <p:nvPr/>
          </p:nvPicPr>
          <p:blipFill rotWithShape="1">
            <a:blip r:embed="rId8">
              <a:alphaModFix/>
            </a:blip>
            <a:srcRect b="0" l="0" r="0" t="0"/>
            <a:stretch/>
          </p:blipFill>
          <p:spPr>
            <a:xfrm>
              <a:off x="4967718" y="3756531"/>
              <a:ext cx="540000" cy="442800"/>
            </a:xfrm>
            <a:prstGeom prst="rect">
              <a:avLst/>
            </a:prstGeom>
            <a:noFill/>
            <a:ln>
              <a:noFill/>
            </a:ln>
          </p:spPr>
        </p:pic>
        <p:pic>
          <p:nvPicPr>
            <p:cNvPr id="909" name="Google Shape;909;p22"/>
            <p:cNvPicPr preferRelativeResize="0"/>
            <p:nvPr/>
          </p:nvPicPr>
          <p:blipFill rotWithShape="1">
            <a:blip r:embed="rId4">
              <a:alphaModFix/>
            </a:blip>
            <a:srcRect b="0" l="0" r="0" t="0"/>
            <a:stretch/>
          </p:blipFill>
          <p:spPr>
            <a:xfrm>
              <a:off x="6186465" y="2966685"/>
              <a:ext cx="540765" cy="442800"/>
            </a:xfrm>
            <a:prstGeom prst="rect">
              <a:avLst/>
            </a:prstGeom>
            <a:noFill/>
            <a:ln>
              <a:noFill/>
            </a:ln>
          </p:spPr>
        </p:pic>
        <p:pic>
          <p:nvPicPr>
            <p:cNvPr id="910" name="Google Shape;910;p22"/>
            <p:cNvPicPr preferRelativeResize="0"/>
            <p:nvPr/>
          </p:nvPicPr>
          <p:blipFill rotWithShape="1">
            <a:blip r:embed="rId5">
              <a:alphaModFix/>
            </a:blip>
            <a:srcRect b="0" l="0" r="0" t="0"/>
            <a:stretch/>
          </p:blipFill>
          <p:spPr>
            <a:xfrm>
              <a:off x="6186847" y="5761262"/>
              <a:ext cx="540000" cy="442800"/>
            </a:xfrm>
            <a:prstGeom prst="rect">
              <a:avLst/>
            </a:prstGeom>
            <a:noFill/>
            <a:ln>
              <a:noFill/>
            </a:ln>
          </p:spPr>
        </p:pic>
        <p:pic>
          <p:nvPicPr>
            <p:cNvPr id="911" name="Google Shape;911;p22"/>
            <p:cNvPicPr preferRelativeResize="0"/>
            <p:nvPr/>
          </p:nvPicPr>
          <p:blipFill rotWithShape="1">
            <a:blip r:embed="rId6">
              <a:alphaModFix/>
            </a:blip>
            <a:srcRect b="0" l="0" r="0" t="0"/>
            <a:stretch/>
          </p:blipFill>
          <p:spPr>
            <a:xfrm>
              <a:off x="6186847" y="4658487"/>
              <a:ext cx="540000" cy="442800"/>
            </a:xfrm>
            <a:prstGeom prst="rect">
              <a:avLst/>
            </a:prstGeom>
            <a:noFill/>
            <a:ln>
              <a:noFill/>
            </a:ln>
          </p:spPr>
        </p:pic>
        <p:pic>
          <p:nvPicPr>
            <p:cNvPr id="912" name="Google Shape;912;p22"/>
            <p:cNvPicPr preferRelativeResize="0"/>
            <p:nvPr/>
          </p:nvPicPr>
          <p:blipFill rotWithShape="1">
            <a:blip r:embed="rId7">
              <a:alphaModFix/>
            </a:blip>
            <a:srcRect b="0" l="0" r="0" t="0"/>
            <a:stretch/>
          </p:blipFill>
          <p:spPr>
            <a:xfrm>
              <a:off x="6186847" y="2136789"/>
              <a:ext cx="540000" cy="442800"/>
            </a:xfrm>
            <a:prstGeom prst="rect">
              <a:avLst/>
            </a:prstGeom>
            <a:noFill/>
            <a:ln>
              <a:noFill/>
            </a:ln>
          </p:spPr>
        </p:pic>
        <p:pic>
          <p:nvPicPr>
            <p:cNvPr id="913" name="Google Shape;913;p22"/>
            <p:cNvPicPr preferRelativeResize="0"/>
            <p:nvPr/>
          </p:nvPicPr>
          <p:blipFill rotWithShape="1">
            <a:blip r:embed="rId8">
              <a:alphaModFix/>
            </a:blip>
            <a:srcRect b="0" l="0" r="0" t="0"/>
            <a:stretch/>
          </p:blipFill>
          <p:spPr>
            <a:xfrm>
              <a:off x="6186847" y="3756531"/>
              <a:ext cx="540000" cy="442800"/>
            </a:xfrm>
            <a:prstGeom prst="rect">
              <a:avLst/>
            </a:prstGeom>
            <a:noFill/>
            <a:ln>
              <a:noFill/>
            </a:ln>
          </p:spPr>
        </p:pic>
        <p:pic>
          <p:nvPicPr>
            <p:cNvPr id="914" name="Google Shape;914;p22"/>
            <p:cNvPicPr preferRelativeResize="0"/>
            <p:nvPr/>
          </p:nvPicPr>
          <p:blipFill rotWithShape="1">
            <a:blip r:embed="rId5">
              <a:alphaModFix/>
            </a:blip>
            <a:srcRect b="0" l="0" r="0" t="0"/>
            <a:stretch/>
          </p:blipFill>
          <p:spPr>
            <a:xfrm>
              <a:off x="7443128" y="5761262"/>
              <a:ext cx="540000" cy="442800"/>
            </a:xfrm>
            <a:prstGeom prst="rect">
              <a:avLst/>
            </a:prstGeom>
            <a:noFill/>
            <a:ln>
              <a:noFill/>
            </a:ln>
          </p:spPr>
        </p:pic>
        <p:pic>
          <p:nvPicPr>
            <p:cNvPr id="915" name="Google Shape;915;p22"/>
            <p:cNvPicPr preferRelativeResize="0"/>
            <p:nvPr/>
          </p:nvPicPr>
          <p:blipFill rotWithShape="1">
            <a:blip r:embed="rId6">
              <a:alphaModFix/>
            </a:blip>
            <a:srcRect b="0" l="0" r="0" t="0"/>
            <a:stretch/>
          </p:blipFill>
          <p:spPr>
            <a:xfrm>
              <a:off x="7443128" y="4658487"/>
              <a:ext cx="540000" cy="442800"/>
            </a:xfrm>
            <a:prstGeom prst="rect">
              <a:avLst/>
            </a:prstGeom>
            <a:noFill/>
            <a:ln>
              <a:noFill/>
            </a:ln>
          </p:spPr>
        </p:pic>
        <p:pic>
          <p:nvPicPr>
            <p:cNvPr id="916" name="Google Shape;916;p22"/>
            <p:cNvPicPr preferRelativeResize="0"/>
            <p:nvPr/>
          </p:nvPicPr>
          <p:blipFill rotWithShape="1">
            <a:blip r:embed="rId5">
              <a:alphaModFix/>
            </a:blip>
            <a:srcRect b="0" l="0" r="0" t="0"/>
            <a:stretch/>
          </p:blipFill>
          <p:spPr>
            <a:xfrm>
              <a:off x="3696674" y="5761262"/>
              <a:ext cx="540000" cy="442800"/>
            </a:xfrm>
            <a:prstGeom prst="rect">
              <a:avLst/>
            </a:prstGeom>
            <a:noFill/>
            <a:ln>
              <a:noFill/>
            </a:ln>
          </p:spPr>
        </p:pic>
        <p:pic>
          <p:nvPicPr>
            <p:cNvPr id="917" name="Google Shape;917;p22"/>
            <p:cNvPicPr preferRelativeResize="0"/>
            <p:nvPr/>
          </p:nvPicPr>
          <p:blipFill rotWithShape="1">
            <a:blip r:embed="rId6">
              <a:alphaModFix/>
            </a:blip>
            <a:srcRect b="0" l="0" r="0" t="0"/>
            <a:stretch/>
          </p:blipFill>
          <p:spPr>
            <a:xfrm>
              <a:off x="3696674" y="4658487"/>
              <a:ext cx="540000" cy="442800"/>
            </a:xfrm>
            <a:prstGeom prst="rect">
              <a:avLst/>
            </a:prstGeom>
            <a:noFill/>
            <a:ln>
              <a:noFill/>
            </a:ln>
          </p:spPr>
        </p:pic>
        <p:pic>
          <p:nvPicPr>
            <p:cNvPr id="918" name="Google Shape;918;p22"/>
            <p:cNvPicPr preferRelativeResize="0"/>
            <p:nvPr/>
          </p:nvPicPr>
          <p:blipFill rotWithShape="1">
            <a:blip r:embed="rId5">
              <a:alphaModFix/>
            </a:blip>
            <a:srcRect b="0" l="0" r="0" t="0"/>
            <a:stretch/>
          </p:blipFill>
          <p:spPr>
            <a:xfrm>
              <a:off x="7443128" y="3332526"/>
              <a:ext cx="540000" cy="442800"/>
            </a:xfrm>
            <a:prstGeom prst="rect">
              <a:avLst/>
            </a:prstGeom>
            <a:noFill/>
            <a:ln>
              <a:noFill/>
            </a:ln>
          </p:spPr>
        </p:pic>
        <p:grpSp>
          <p:nvGrpSpPr>
            <p:cNvPr id="919" name="Google Shape;919;p22"/>
            <p:cNvGrpSpPr/>
            <p:nvPr/>
          </p:nvGrpSpPr>
          <p:grpSpPr>
            <a:xfrm>
              <a:off x="4709182" y="1333591"/>
              <a:ext cx="1000326" cy="628113"/>
              <a:chOff x="6424105" y="366746"/>
              <a:chExt cx="1000326" cy="628113"/>
            </a:xfrm>
          </p:grpSpPr>
          <p:pic>
            <p:nvPicPr>
              <p:cNvPr id="920" name="Google Shape;920;p22"/>
              <p:cNvPicPr preferRelativeResize="0"/>
              <p:nvPr/>
            </p:nvPicPr>
            <p:blipFill rotWithShape="1">
              <a:blip r:embed="rId9">
                <a:alphaModFix/>
              </a:blip>
              <a:srcRect b="0" l="0" r="0" t="0"/>
              <a:stretch/>
            </p:blipFill>
            <p:spPr>
              <a:xfrm>
                <a:off x="6424105" y="366746"/>
                <a:ext cx="1000326" cy="628113"/>
              </a:xfrm>
              <a:prstGeom prst="rect">
                <a:avLst/>
              </a:prstGeom>
              <a:noFill/>
              <a:ln>
                <a:noFill/>
              </a:ln>
            </p:spPr>
          </p:pic>
          <p:sp>
            <p:nvSpPr>
              <p:cNvPr id="921" name="Google Shape;921;p22"/>
              <p:cNvSpPr/>
              <p:nvPr/>
            </p:nvSpPr>
            <p:spPr>
              <a:xfrm>
                <a:off x="6424105" y="544572"/>
                <a:ext cx="97210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Internet</a:t>
                </a:r>
                <a:endParaRPr b="1" sz="1400">
                  <a:solidFill>
                    <a:schemeClr val="dk1"/>
                  </a:solidFill>
                  <a:latin typeface="Arial"/>
                  <a:ea typeface="Arial"/>
                  <a:cs typeface="Arial"/>
                  <a:sym typeface="Arial"/>
                </a:endParaRPr>
              </a:p>
            </p:txBody>
          </p:sp>
        </p:grpSp>
        <p:grpSp>
          <p:nvGrpSpPr>
            <p:cNvPr id="922" name="Google Shape;922;p22"/>
            <p:cNvGrpSpPr/>
            <p:nvPr/>
          </p:nvGrpSpPr>
          <p:grpSpPr>
            <a:xfrm>
              <a:off x="5924582" y="1333591"/>
              <a:ext cx="1000326" cy="628113"/>
              <a:chOff x="6424105" y="366746"/>
              <a:chExt cx="1000326" cy="628113"/>
            </a:xfrm>
          </p:grpSpPr>
          <p:pic>
            <p:nvPicPr>
              <p:cNvPr id="923" name="Google Shape;923;p22"/>
              <p:cNvPicPr preferRelativeResize="0"/>
              <p:nvPr/>
            </p:nvPicPr>
            <p:blipFill rotWithShape="1">
              <a:blip r:embed="rId9">
                <a:alphaModFix/>
              </a:blip>
              <a:srcRect b="0" l="0" r="0" t="0"/>
              <a:stretch/>
            </p:blipFill>
            <p:spPr>
              <a:xfrm>
                <a:off x="6424105" y="366746"/>
                <a:ext cx="1000326" cy="628113"/>
              </a:xfrm>
              <a:prstGeom prst="rect">
                <a:avLst/>
              </a:prstGeom>
              <a:noFill/>
              <a:ln>
                <a:noFill/>
              </a:ln>
            </p:spPr>
          </p:pic>
          <p:sp>
            <p:nvSpPr>
              <p:cNvPr id="924" name="Google Shape;924;p22"/>
              <p:cNvSpPr/>
              <p:nvPr/>
            </p:nvSpPr>
            <p:spPr>
              <a:xfrm>
                <a:off x="6424105" y="544572"/>
                <a:ext cx="97210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Internet</a:t>
                </a:r>
                <a:endParaRPr b="1" sz="1400">
                  <a:solidFill>
                    <a:schemeClr val="dk1"/>
                  </a:solidFill>
                  <a:latin typeface="Arial"/>
                  <a:ea typeface="Arial"/>
                  <a:cs typeface="Arial"/>
                  <a:sym typeface="Arial"/>
                </a:endParaRPr>
              </a:p>
            </p:txBody>
          </p:sp>
        </p:gr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23"/>
          <p:cNvSpPr/>
          <p:nvPr/>
        </p:nvSpPr>
        <p:spPr>
          <a:xfrm>
            <a:off x="2856002" y="5455874"/>
            <a:ext cx="6824812" cy="817442"/>
          </a:xfrm>
          <a:prstGeom prst="roundRect">
            <a:avLst>
              <a:gd fmla="val 16667" name="adj"/>
            </a:avLst>
          </a:prstGeom>
          <a:solidFill>
            <a:srgbClr val="F3FBFE"/>
          </a:solidFill>
          <a:ln cap="flat" cmpd="sng" w="12700">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930" name="Google Shape;930;p23"/>
          <p:cNvSpPr/>
          <p:nvPr/>
        </p:nvSpPr>
        <p:spPr>
          <a:xfrm>
            <a:off x="2925325" y="5677978"/>
            <a:ext cx="1803991"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Layer 2 Ethernet Switch</a:t>
            </a:r>
            <a:endParaRPr/>
          </a:p>
        </p:txBody>
      </p:sp>
      <p:sp>
        <p:nvSpPr>
          <p:cNvPr id="931" name="Google Shape;931;p23"/>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Layer 2 Ethernet switch</a:t>
            </a:r>
            <a:endParaRPr>
              <a:latin typeface="Arial"/>
              <a:ea typeface="Arial"/>
              <a:cs typeface="Arial"/>
              <a:sym typeface="Arial"/>
            </a:endParaRPr>
          </a:p>
        </p:txBody>
      </p:sp>
      <p:grpSp>
        <p:nvGrpSpPr>
          <p:cNvPr id="932" name="Google Shape;932;p23"/>
          <p:cNvGrpSpPr/>
          <p:nvPr/>
        </p:nvGrpSpPr>
        <p:grpSpPr>
          <a:xfrm>
            <a:off x="4838119" y="1321295"/>
            <a:ext cx="5724663" cy="4870471"/>
            <a:chOff x="3696674" y="1333591"/>
            <a:chExt cx="5724663" cy="4870471"/>
          </a:xfrm>
        </p:grpSpPr>
        <p:cxnSp>
          <p:nvCxnSpPr>
            <p:cNvPr id="933" name="Google Shape;933;p23"/>
            <p:cNvCxnSpPr/>
            <p:nvPr/>
          </p:nvCxnSpPr>
          <p:spPr>
            <a:xfrm>
              <a:off x="5406152" y="2361479"/>
              <a:ext cx="800779" cy="0"/>
            </a:xfrm>
            <a:prstGeom prst="straightConnector1">
              <a:avLst/>
            </a:prstGeom>
            <a:noFill/>
            <a:ln cap="flat" cmpd="sng" w="19050">
              <a:solidFill>
                <a:srgbClr val="7F7F7F"/>
              </a:solidFill>
              <a:prstDash val="solid"/>
              <a:round/>
              <a:headEnd len="med" w="med" type="none"/>
              <a:tailEnd len="med" w="med" type="none"/>
            </a:ln>
          </p:spPr>
        </p:cxnSp>
        <p:cxnSp>
          <p:nvCxnSpPr>
            <p:cNvPr id="934" name="Google Shape;934;p23"/>
            <p:cNvCxnSpPr/>
            <p:nvPr/>
          </p:nvCxnSpPr>
          <p:spPr>
            <a:xfrm>
              <a:off x="5178668" y="3190147"/>
              <a:ext cx="1251187" cy="0"/>
            </a:xfrm>
            <a:prstGeom prst="straightConnector1">
              <a:avLst/>
            </a:prstGeom>
            <a:noFill/>
            <a:ln cap="flat" cmpd="sng" w="19050">
              <a:solidFill>
                <a:srgbClr val="7F7F7F"/>
              </a:solidFill>
              <a:prstDash val="dot"/>
              <a:round/>
              <a:headEnd len="med" w="med" type="none"/>
              <a:tailEnd len="med" w="med" type="none"/>
            </a:ln>
          </p:spPr>
        </p:cxnSp>
        <p:cxnSp>
          <p:nvCxnSpPr>
            <p:cNvPr id="935" name="Google Shape;935;p23"/>
            <p:cNvCxnSpPr/>
            <p:nvPr/>
          </p:nvCxnSpPr>
          <p:spPr>
            <a:xfrm>
              <a:off x="3956151" y="4910852"/>
              <a:ext cx="1253194" cy="0"/>
            </a:xfrm>
            <a:prstGeom prst="straightConnector1">
              <a:avLst/>
            </a:prstGeom>
            <a:noFill/>
            <a:ln cap="flat" cmpd="sng" w="19050">
              <a:solidFill>
                <a:srgbClr val="7F7F7F"/>
              </a:solidFill>
              <a:prstDash val="solid"/>
              <a:round/>
              <a:headEnd len="med" w="med" type="none"/>
              <a:tailEnd len="med" w="med" type="none"/>
            </a:ln>
          </p:spPr>
        </p:cxnSp>
        <p:cxnSp>
          <p:nvCxnSpPr>
            <p:cNvPr id="936" name="Google Shape;936;p23"/>
            <p:cNvCxnSpPr/>
            <p:nvPr/>
          </p:nvCxnSpPr>
          <p:spPr>
            <a:xfrm rot="10800000">
              <a:off x="3956151" y="4910852"/>
              <a:ext cx="0" cy="878763"/>
            </a:xfrm>
            <a:prstGeom prst="straightConnector1">
              <a:avLst/>
            </a:prstGeom>
            <a:noFill/>
            <a:ln cap="flat" cmpd="sng" w="19050">
              <a:solidFill>
                <a:schemeClr val="dk1"/>
              </a:solidFill>
              <a:prstDash val="solid"/>
              <a:round/>
              <a:headEnd len="med" w="med" type="none"/>
              <a:tailEnd len="med" w="med" type="none"/>
            </a:ln>
          </p:spPr>
        </p:cxnSp>
        <p:cxnSp>
          <p:nvCxnSpPr>
            <p:cNvPr id="937" name="Google Shape;937;p23"/>
            <p:cNvCxnSpPr/>
            <p:nvPr/>
          </p:nvCxnSpPr>
          <p:spPr>
            <a:xfrm flipH="1" rot="10800000">
              <a:off x="3956151" y="4910852"/>
              <a:ext cx="1253194" cy="878761"/>
            </a:xfrm>
            <a:prstGeom prst="straightConnector1">
              <a:avLst/>
            </a:prstGeom>
            <a:noFill/>
            <a:ln cap="flat" cmpd="sng" w="19050">
              <a:solidFill>
                <a:schemeClr val="dk1"/>
              </a:solidFill>
              <a:prstDash val="solid"/>
              <a:round/>
              <a:headEnd len="med" w="med" type="none"/>
              <a:tailEnd len="med" w="med" type="none"/>
            </a:ln>
          </p:spPr>
        </p:cxnSp>
        <p:cxnSp>
          <p:nvCxnSpPr>
            <p:cNvPr id="938" name="Google Shape;938;p23"/>
            <p:cNvCxnSpPr/>
            <p:nvPr/>
          </p:nvCxnSpPr>
          <p:spPr>
            <a:xfrm>
              <a:off x="3956151" y="4910850"/>
              <a:ext cx="1253194" cy="878764"/>
            </a:xfrm>
            <a:prstGeom prst="straightConnector1">
              <a:avLst/>
            </a:prstGeom>
            <a:noFill/>
            <a:ln cap="flat" cmpd="sng" w="19050">
              <a:solidFill>
                <a:schemeClr val="dk1"/>
              </a:solidFill>
              <a:prstDash val="solid"/>
              <a:round/>
              <a:headEnd len="med" w="med" type="none"/>
              <a:tailEnd len="med" w="med" type="none"/>
            </a:ln>
          </p:spPr>
        </p:cxnSp>
        <p:cxnSp>
          <p:nvCxnSpPr>
            <p:cNvPr id="939" name="Google Shape;939;p23"/>
            <p:cNvCxnSpPr/>
            <p:nvPr/>
          </p:nvCxnSpPr>
          <p:spPr>
            <a:xfrm rot="10800000">
              <a:off x="5209345" y="4910852"/>
              <a:ext cx="0" cy="878763"/>
            </a:xfrm>
            <a:prstGeom prst="straightConnector1">
              <a:avLst/>
            </a:prstGeom>
            <a:noFill/>
            <a:ln cap="flat" cmpd="sng" w="19050">
              <a:solidFill>
                <a:schemeClr val="dk1"/>
              </a:solidFill>
              <a:prstDash val="solid"/>
              <a:round/>
              <a:headEnd len="med" w="med" type="none"/>
              <a:tailEnd len="med" w="med" type="none"/>
            </a:ln>
          </p:spPr>
        </p:cxnSp>
        <p:cxnSp>
          <p:nvCxnSpPr>
            <p:cNvPr id="940" name="Google Shape;940;p23"/>
            <p:cNvCxnSpPr/>
            <p:nvPr/>
          </p:nvCxnSpPr>
          <p:spPr>
            <a:xfrm>
              <a:off x="3956151" y="4861426"/>
              <a:ext cx="1253194" cy="0"/>
            </a:xfrm>
            <a:prstGeom prst="straightConnector1">
              <a:avLst/>
            </a:prstGeom>
            <a:noFill/>
            <a:ln cap="flat" cmpd="sng" w="19050">
              <a:solidFill>
                <a:srgbClr val="7F7F7F"/>
              </a:solidFill>
              <a:prstDash val="solid"/>
              <a:round/>
              <a:headEnd len="med" w="med" type="none"/>
              <a:tailEnd len="med" w="med" type="none"/>
            </a:ln>
          </p:spPr>
        </p:cxnSp>
        <p:cxnSp>
          <p:nvCxnSpPr>
            <p:cNvPr id="941" name="Google Shape;941;p23"/>
            <p:cNvCxnSpPr/>
            <p:nvPr/>
          </p:nvCxnSpPr>
          <p:spPr>
            <a:xfrm>
              <a:off x="6463422" y="4910852"/>
              <a:ext cx="1253194" cy="0"/>
            </a:xfrm>
            <a:prstGeom prst="straightConnector1">
              <a:avLst/>
            </a:prstGeom>
            <a:noFill/>
            <a:ln cap="flat" cmpd="sng" w="19050">
              <a:solidFill>
                <a:srgbClr val="7F7F7F"/>
              </a:solidFill>
              <a:prstDash val="solid"/>
              <a:round/>
              <a:headEnd len="med" w="med" type="none"/>
              <a:tailEnd len="med" w="med" type="none"/>
            </a:ln>
          </p:spPr>
        </p:cxnSp>
        <p:cxnSp>
          <p:nvCxnSpPr>
            <p:cNvPr id="942" name="Google Shape;942;p23"/>
            <p:cNvCxnSpPr/>
            <p:nvPr/>
          </p:nvCxnSpPr>
          <p:spPr>
            <a:xfrm rot="10800000">
              <a:off x="6463422" y="4910852"/>
              <a:ext cx="0" cy="878763"/>
            </a:xfrm>
            <a:prstGeom prst="straightConnector1">
              <a:avLst/>
            </a:prstGeom>
            <a:noFill/>
            <a:ln cap="flat" cmpd="sng" w="19050">
              <a:solidFill>
                <a:schemeClr val="dk1"/>
              </a:solidFill>
              <a:prstDash val="solid"/>
              <a:round/>
              <a:headEnd len="med" w="med" type="none"/>
              <a:tailEnd len="med" w="med" type="none"/>
            </a:ln>
          </p:spPr>
        </p:cxnSp>
        <p:cxnSp>
          <p:nvCxnSpPr>
            <p:cNvPr id="943" name="Google Shape;943;p23"/>
            <p:cNvCxnSpPr/>
            <p:nvPr/>
          </p:nvCxnSpPr>
          <p:spPr>
            <a:xfrm flipH="1" rot="10800000">
              <a:off x="6463422" y="4910852"/>
              <a:ext cx="1253194" cy="878761"/>
            </a:xfrm>
            <a:prstGeom prst="straightConnector1">
              <a:avLst/>
            </a:prstGeom>
            <a:noFill/>
            <a:ln cap="flat" cmpd="sng" w="19050">
              <a:solidFill>
                <a:schemeClr val="dk1"/>
              </a:solidFill>
              <a:prstDash val="solid"/>
              <a:round/>
              <a:headEnd len="med" w="med" type="none"/>
              <a:tailEnd len="med" w="med" type="none"/>
            </a:ln>
          </p:spPr>
        </p:cxnSp>
        <p:cxnSp>
          <p:nvCxnSpPr>
            <p:cNvPr id="944" name="Google Shape;944;p23"/>
            <p:cNvCxnSpPr/>
            <p:nvPr/>
          </p:nvCxnSpPr>
          <p:spPr>
            <a:xfrm>
              <a:off x="6463422" y="4910850"/>
              <a:ext cx="1253194" cy="878764"/>
            </a:xfrm>
            <a:prstGeom prst="straightConnector1">
              <a:avLst/>
            </a:prstGeom>
            <a:noFill/>
            <a:ln cap="flat" cmpd="sng" w="19050">
              <a:solidFill>
                <a:schemeClr val="dk1"/>
              </a:solidFill>
              <a:prstDash val="solid"/>
              <a:round/>
              <a:headEnd len="med" w="med" type="none"/>
              <a:tailEnd len="med" w="med" type="none"/>
            </a:ln>
          </p:spPr>
        </p:cxnSp>
        <p:cxnSp>
          <p:nvCxnSpPr>
            <p:cNvPr id="945" name="Google Shape;945;p23"/>
            <p:cNvCxnSpPr/>
            <p:nvPr/>
          </p:nvCxnSpPr>
          <p:spPr>
            <a:xfrm rot="10800000">
              <a:off x="7716616" y="4910852"/>
              <a:ext cx="0" cy="878763"/>
            </a:xfrm>
            <a:prstGeom prst="straightConnector1">
              <a:avLst/>
            </a:prstGeom>
            <a:noFill/>
            <a:ln cap="flat" cmpd="sng" w="19050">
              <a:solidFill>
                <a:schemeClr val="dk1"/>
              </a:solidFill>
              <a:prstDash val="solid"/>
              <a:round/>
              <a:headEnd len="med" w="med" type="none"/>
              <a:tailEnd len="med" w="med" type="none"/>
            </a:ln>
          </p:spPr>
        </p:cxnSp>
        <p:cxnSp>
          <p:nvCxnSpPr>
            <p:cNvPr id="946" name="Google Shape;946;p23"/>
            <p:cNvCxnSpPr/>
            <p:nvPr/>
          </p:nvCxnSpPr>
          <p:spPr>
            <a:xfrm>
              <a:off x="6463422" y="4861426"/>
              <a:ext cx="1253194" cy="0"/>
            </a:xfrm>
            <a:prstGeom prst="straightConnector1">
              <a:avLst/>
            </a:prstGeom>
            <a:noFill/>
            <a:ln cap="flat" cmpd="sng" w="19050">
              <a:solidFill>
                <a:srgbClr val="7F7F7F"/>
              </a:solidFill>
              <a:prstDash val="solid"/>
              <a:round/>
              <a:headEnd len="med" w="med" type="none"/>
              <a:tailEnd len="med" w="med" type="none"/>
            </a:ln>
          </p:spPr>
        </p:cxnSp>
        <p:cxnSp>
          <p:nvCxnSpPr>
            <p:cNvPr id="947" name="Google Shape;947;p23"/>
            <p:cNvCxnSpPr/>
            <p:nvPr/>
          </p:nvCxnSpPr>
          <p:spPr>
            <a:xfrm flipH="1" rot="10800000">
              <a:off x="3956151" y="3996799"/>
              <a:ext cx="1251187" cy="864625"/>
            </a:xfrm>
            <a:prstGeom prst="straightConnector1">
              <a:avLst/>
            </a:prstGeom>
            <a:noFill/>
            <a:ln cap="flat" cmpd="sng" w="19050">
              <a:solidFill>
                <a:srgbClr val="7F7F7F"/>
              </a:solidFill>
              <a:prstDash val="solid"/>
              <a:round/>
              <a:headEnd len="med" w="med" type="none"/>
              <a:tailEnd len="med" w="med" type="none"/>
            </a:ln>
          </p:spPr>
        </p:cxnSp>
        <p:cxnSp>
          <p:nvCxnSpPr>
            <p:cNvPr id="948" name="Google Shape;948;p23"/>
            <p:cNvCxnSpPr/>
            <p:nvPr/>
          </p:nvCxnSpPr>
          <p:spPr>
            <a:xfrm flipH="1" rot="10800000">
              <a:off x="5178668" y="3996799"/>
              <a:ext cx="1251187" cy="864625"/>
            </a:xfrm>
            <a:prstGeom prst="straightConnector1">
              <a:avLst/>
            </a:prstGeom>
            <a:noFill/>
            <a:ln cap="flat" cmpd="sng" w="19050">
              <a:solidFill>
                <a:srgbClr val="7F7F7F"/>
              </a:solidFill>
              <a:prstDash val="solid"/>
              <a:round/>
              <a:headEnd len="med" w="med" type="none"/>
              <a:tailEnd len="med" w="med" type="none"/>
            </a:ln>
          </p:spPr>
        </p:cxnSp>
        <p:cxnSp>
          <p:nvCxnSpPr>
            <p:cNvPr id="949" name="Google Shape;949;p23"/>
            <p:cNvCxnSpPr/>
            <p:nvPr/>
          </p:nvCxnSpPr>
          <p:spPr>
            <a:xfrm rot="10800000">
              <a:off x="5178667" y="3996797"/>
              <a:ext cx="1283274" cy="864626"/>
            </a:xfrm>
            <a:prstGeom prst="straightConnector1">
              <a:avLst/>
            </a:prstGeom>
            <a:noFill/>
            <a:ln cap="flat" cmpd="sng" w="19050">
              <a:solidFill>
                <a:srgbClr val="7F7F7F"/>
              </a:solidFill>
              <a:prstDash val="solid"/>
              <a:round/>
              <a:headEnd len="med" w="med" type="none"/>
              <a:tailEnd len="med" w="med" type="none"/>
            </a:ln>
          </p:spPr>
        </p:cxnSp>
        <p:cxnSp>
          <p:nvCxnSpPr>
            <p:cNvPr id="950" name="Google Shape;950;p23"/>
            <p:cNvCxnSpPr/>
            <p:nvPr/>
          </p:nvCxnSpPr>
          <p:spPr>
            <a:xfrm rot="10800000">
              <a:off x="6429854" y="3996799"/>
              <a:ext cx="1283274" cy="864625"/>
            </a:xfrm>
            <a:prstGeom prst="straightConnector1">
              <a:avLst/>
            </a:prstGeom>
            <a:noFill/>
            <a:ln cap="flat" cmpd="sng" w="19050">
              <a:solidFill>
                <a:srgbClr val="7F7F7F"/>
              </a:solidFill>
              <a:prstDash val="solid"/>
              <a:round/>
              <a:headEnd len="med" w="med" type="none"/>
              <a:tailEnd len="med" w="med" type="none"/>
            </a:ln>
          </p:spPr>
        </p:cxnSp>
        <p:cxnSp>
          <p:nvCxnSpPr>
            <p:cNvPr id="951" name="Google Shape;951;p23"/>
            <p:cNvCxnSpPr/>
            <p:nvPr/>
          </p:nvCxnSpPr>
          <p:spPr>
            <a:xfrm rot="10800000">
              <a:off x="5209345" y="1565374"/>
              <a:ext cx="0" cy="2431425"/>
            </a:xfrm>
            <a:prstGeom prst="straightConnector1">
              <a:avLst/>
            </a:prstGeom>
            <a:noFill/>
            <a:ln cap="flat" cmpd="sng" w="19050">
              <a:solidFill>
                <a:srgbClr val="7F7F7F"/>
              </a:solidFill>
              <a:prstDash val="solid"/>
              <a:round/>
              <a:headEnd len="med" w="med" type="none"/>
              <a:tailEnd len="med" w="med" type="none"/>
            </a:ln>
          </p:spPr>
        </p:cxnSp>
        <p:cxnSp>
          <p:nvCxnSpPr>
            <p:cNvPr id="952" name="Google Shape;952;p23"/>
            <p:cNvCxnSpPr/>
            <p:nvPr/>
          </p:nvCxnSpPr>
          <p:spPr>
            <a:xfrm rot="10800000">
              <a:off x="6429854" y="1453402"/>
              <a:ext cx="0" cy="2543396"/>
            </a:xfrm>
            <a:prstGeom prst="straightConnector1">
              <a:avLst/>
            </a:prstGeom>
            <a:noFill/>
            <a:ln cap="flat" cmpd="sng" w="19050">
              <a:solidFill>
                <a:srgbClr val="7F7F7F"/>
              </a:solidFill>
              <a:prstDash val="solid"/>
              <a:round/>
              <a:headEnd len="med" w="med" type="none"/>
              <a:tailEnd len="med" w="med" type="none"/>
            </a:ln>
          </p:spPr>
        </p:cxnSp>
        <p:cxnSp>
          <p:nvCxnSpPr>
            <p:cNvPr id="953" name="Google Shape;953;p23"/>
            <p:cNvCxnSpPr/>
            <p:nvPr/>
          </p:nvCxnSpPr>
          <p:spPr>
            <a:xfrm>
              <a:off x="5171551" y="3996797"/>
              <a:ext cx="1253194" cy="0"/>
            </a:xfrm>
            <a:prstGeom prst="straightConnector1">
              <a:avLst/>
            </a:prstGeom>
            <a:noFill/>
            <a:ln cap="flat" cmpd="sng" w="19050">
              <a:solidFill>
                <a:srgbClr val="7F7F7F"/>
              </a:solidFill>
              <a:prstDash val="solid"/>
              <a:round/>
              <a:headEnd len="med" w="med" type="none"/>
              <a:tailEnd len="med" w="med" type="none"/>
            </a:ln>
          </p:spPr>
        </p:cxnSp>
        <p:cxnSp>
          <p:nvCxnSpPr>
            <p:cNvPr id="954" name="Google Shape;954;p23"/>
            <p:cNvCxnSpPr/>
            <p:nvPr/>
          </p:nvCxnSpPr>
          <p:spPr>
            <a:xfrm>
              <a:off x="5506093" y="3546901"/>
              <a:ext cx="2171794" cy="0"/>
            </a:xfrm>
            <a:prstGeom prst="straightConnector1">
              <a:avLst/>
            </a:prstGeom>
            <a:noFill/>
            <a:ln cap="flat" cmpd="sng" w="19050">
              <a:solidFill>
                <a:srgbClr val="7F7F7F"/>
              </a:solidFill>
              <a:prstDash val="solid"/>
              <a:round/>
              <a:headEnd len="med" w="med" type="none"/>
              <a:tailEnd len="med" w="med" type="none"/>
            </a:ln>
          </p:spPr>
        </p:cxnSp>
        <p:cxnSp>
          <p:nvCxnSpPr>
            <p:cNvPr id="955" name="Google Shape;955;p23"/>
            <p:cNvCxnSpPr/>
            <p:nvPr/>
          </p:nvCxnSpPr>
          <p:spPr>
            <a:xfrm flipH="1" rot="10800000">
              <a:off x="6357030" y="3606555"/>
              <a:ext cx="341487" cy="444405"/>
            </a:xfrm>
            <a:prstGeom prst="straightConnector1">
              <a:avLst/>
            </a:prstGeom>
            <a:noFill/>
            <a:ln cap="flat" cmpd="sng" w="19050">
              <a:solidFill>
                <a:srgbClr val="7F7F7F"/>
              </a:solidFill>
              <a:prstDash val="solid"/>
              <a:round/>
              <a:headEnd len="med" w="med" type="none"/>
              <a:tailEnd len="med" w="med" type="none"/>
            </a:ln>
          </p:spPr>
        </p:cxnSp>
        <p:cxnSp>
          <p:nvCxnSpPr>
            <p:cNvPr id="956" name="Google Shape;956;p23"/>
            <p:cNvCxnSpPr/>
            <p:nvPr/>
          </p:nvCxnSpPr>
          <p:spPr>
            <a:xfrm flipH="1" rot="10800000">
              <a:off x="5178668" y="3546903"/>
              <a:ext cx="341487" cy="444405"/>
            </a:xfrm>
            <a:prstGeom prst="straightConnector1">
              <a:avLst/>
            </a:prstGeom>
            <a:noFill/>
            <a:ln cap="flat" cmpd="sng" w="19050">
              <a:solidFill>
                <a:srgbClr val="7F7F7F"/>
              </a:solidFill>
              <a:prstDash val="solid"/>
              <a:round/>
              <a:headEnd len="med" w="med" type="none"/>
              <a:tailEnd len="med" w="med" type="none"/>
            </a:ln>
          </p:spPr>
        </p:cxnSp>
        <p:cxnSp>
          <p:nvCxnSpPr>
            <p:cNvPr id="957" name="Google Shape;957;p23"/>
            <p:cNvCxnSpPr/>
            <p:nvPr/>
          </p:nvCxnSpPr>
          <p:spPr>
            <a:xfrm>
              <a:off x="6689964" y="3608685"/>
              <a:ext cx="987923" cy="0"/>
            </a:xfrm>
            <a:prstGeom prst="straightConnector1">
              <a:avLst/>
            </a:prstGeom>
            <a:noFill/>
            <a:ln cap="flat" cmpd="sng" w="19050">
              <a:solidFill>
                <a:srgbClr val="7F7F7F"/>
              </a:solidFill>
              <a:prstDash val="solid"/>
              <a:round/>
              <a:headEnd len="med" w="med" type="none"/>
              <a:tailEnd len="med" w="med" type="none"/>
            </a:ln>
          </p:spPr>
        </p:cxnSp>
        <p:cxnSp>
          <p:nvCxnSpPr>
            <p:cNvPr id="958" name="Google Shape;958;p23"/>
            <p:cNvCxnSpPr/>
            <p:nvPr/>
          </p:nvCxnSpPr>
          <p:spPr>
            <a:xfrm>
              <a:off x="7900925" y="3583971"/>
              <a:ext cx="1440000" cy="0"/>
            </a:xfrm>
            <a:prstGeom prst="straightConnector1">
              <a:avLst/>
            </a:prstGeom>
            <a:noFill/>
            <a:ln cap="flat" cmpd="sng" w="19050">
              <a:solidFill>
                <a:srgbClr val="7F7F7F"/>
              </a:solidFill>
              <a:prstDash val="solid"/>
              <a:round/>
              <a:headEnd len="med" w="med" type="none"/>
              <a:tailEnd len="med" w="med" type="none"/>
            </a:ln>
          </p:spPr>
        </p:cxnSp>
        <p:cxnSp>
          <p:nvCxnSpPr>
            <p:cNvPr id="959" name="Google Shape;959;p23"/>
            <p:cNvCxnSpPr/>
            <p:nvPr/>
          </p:nvCxnSpPr>
          <p:spPr>
            <a:xfrm>
              <a:off x="8539369" y="3204807"/>
              <a:ext cx="0" cy="387939"/>
            </a:xfrm>
            <a:prstGeom prst="straightConnector1">
              <a:avLst/>
            </a:prstGeom>
            <a:noFill/>
            <a:ln cap="flat" cmpd="sng" w="19050">
              <a:solidFill>
                <a:srgbClr val="7F7F7F"/>
              </a:solidFill>
              <a:prstDash val="solid"/>
              <a:round/>
              <a:headEnd len="med" w="med" type="none"/>
              <a:tailEnd len="med" w="med" type="none"/>
            </a:ln>
          </p:spPr>
        </p:cxnSp>
        <p:cxnSp>
          <p:nvCxnSpPr>
            <p:cNvPr id="960" name="Google Shape;960;p23"/>
            <p:cNvCxnSpPr/>
            <p:nvPr/>
          </p:nvCxnSpPr>
          <p:spPr>
            <a:xfrm>
              <a:off x="9149998" y="3204807"/>
              <a:ext cx="0" cy="387939"/>
            </a:xfrm>
            <a:prstGeom prst="straightConnector1">
              <a:avLst/>
            </a:prstGeom>
            <a:noFill/>
            <a:ln cap="flat" cmpd="sng" w="19050">
              <a:solidFill>
                <a:srgbClr val="7F7F7F"/>
              </a:solidFill>
              <a:prstDash val="solid"/>
              <a:round/>
              <a:headEnd len="med" w="med" type="none"/>
              <a:tailEnd len="med" w="med" type="none"/>
            </a:ln>
          </p:spPr>
        </p:cxnSp>
        <p:pic>
          <p:nvPicPr>
            <p:cNvPr id="961" name="Google Shape;961;p23"/>
            <p:cNvPicPr preferRelativeResize="0"/>
            <p:nvPr/>
          </p:nvPicPr>
          <p:blipFill rotWithShape="1">
            <a:blip r:embed="rId3">
              <a:alphaModFix/>
            </a:blip>
            <a:srcRect b="0" l="0" r="0" t="0"/>
            <a:stretch/>
          </p:blipFill>
          <p:spPr>
            <a:xfrm>
              <a:off x="8269369" y="2822008"/>
              <a:ext cx="540000" cy="442800"/>
            </a:xfrm>
            <a:prstGeom prst="rect">
              <a:avLst/>
            </a:prstGeom>
            <a:noFill/>
            <a:ln>
              <a:noFill/>
            </a:ln>
          </p:spPr>
        </p:pic>
        <p:pic>
          <p:nvPicPr>
            <p:cNvPr id="962" name="Google Shape;962;p23"/>
            <p:cNvPicPr preferRelativeResize="0"/>
            <p:nvPr/>
          </p:nvPicPr>
          <p:blipFill rotWithShape="1">
            <a:blip r:embed="rId3">
              <a:alphaModFix/>
            </a:blip>
            <a:srcRect b="0" l="0" r="0" t="0"/>
            <a:stretch/>
          </p:blipFill>
          <p:spPr>
            <a:xfrm>
              <a:off x="8881337" y="2822008"/>
              <a:ext cx="540000" cy="442800"/>
            </a:xfrm>
            <a:prstGeom prst="rect">
              <a:avLst/>
            </a:prstGeom>
            <a:noFill/>
            <a:ln>
              <a:noFill/>
            </a:ln>
          </p:spPr>
        </p:pic>
        <p:pic>
          <p:nvPicPr>
            <p:cNvPr id="963" name="Google Shape;963;p23"/>
            <p:cNvPicPr preferRelativeResize="0"/>
            <p:nvPr/>
          </p:nvPicPr>
          <p:blipFill rotWithShape="1">
            <a:blip r:embed="rId4">
              <a:alphaModFix/>
            </a:blip>
            <a:srcRect b="0" l="0" r="0" t="0"/>
            <a:stretch/>
          </p:blipFill>
          <p:spPr>
            <a:xfrm>
              <a:off x="4967336" y="2966685"/>
              <a:ext cx="540765" cy="442800"/>
            </a:xfrm>
            <a:prstGeom prst="rect">
              <a:avLst/>
            </a:prstGeom>
            <a:noFill/>
            <a:ln>
              <a:noFill/>
            </a:ln>
          </p:spPr>
        </p:pic>
        <p:pic>
          <p:nvPicPr>
            <p:cNvPr id="964" name="Google Shape;964;p23"/>
            <p:cNvPicPr preferRelativeResize="0"/>
            <p:nvPr/>
          </p:nvPicPr>
          <p:blipFill rotWithShape="1">
            <a:blip r:embed="rId5">
              <a:alphaModFix/>
            </a:blip>
            <a:srcRect b="0" l="0" r="0" t="0"/>
            <a:stretch/>
          </p:blipFill>
          <p:spPr>
            <a:xfrm>
              <a:off x="4967718" y="5761262"/>
              <a:ext cx="540000" cy="442800"/>
            </a:xfrm>
            <a:prstGeom prst="rect">
              <a:avLst/>
            </a:prstGeom>
            <a:noFill/>
            <a:ln>
              <a:noFill/>
            </a:ln>
          </p:spPr>
        </p:pic>
        <p:pic>
          <p:nvPicPr>
            <p:cNvPr id="965" name="Google Shape;965;p23"/>
            <p:cNvPicPr preferRelativeResize="0"/>
            <p:nvPr/>
          </p:nvPicPr>
          <p:blipFill rotWithShape="1">
            <a:blip r:embed="rId6">
              <a:alphaModFix/>
            </a:blip>
            <a:srcRect b="0" l="0" r="0" t="0"/>
            <a:stretch/>
          </p:blipFill>
          <p:spPr>
            <a:xfrm>
              <a:off x="4967718" y="4658487"/>
              <a:ext cx="540000" cy="442800"/>
            </a:xfrm>
            <a:prstGeom prst="rect">
              <a:avLst/>
            </a:prstGeom>
            <a:noFill/>
            <a:ln>
              <a:noFill/>
            </a:ln>
          </p:spPr>
        </p:pic>
        <p:pic>
          <p:nvPicPr>
            <p:cNvPr id="966" name="Google Shape;966;p23"/>
            <p:cNvPicPr preferRelativeResize="0"/>
            <p:nvPr/>
          </p:nvPicPr>
          <p:blipFill rotWithShape="1">
            <a:blip r:embed="rId7">
              <a:alphaModFix/>
            </a:blip>
            <a:srcRect b="0" l="0" r="0" t="0"/>
            <a:stretch/>
          </p:blipFill>
          <p:spPr>
            <a:xfrm>
              <a:off x="4967718" y="2136789"/>
              <a:ext cx="540000" cy="442800"/>
            </a:xfrm>
            <a:prstGeom prst="rect">
              <a:avLst/>
            </a:prstGeom>
            <a:noFill/>
            <a:ln>
              <a:noFill/>
            </a:ln>
          </p:spPr>
        </p:pic>
        <p:pic>
          <p:nvPicPr>
            <p:cNvPr id="967" name="Google Shape;967;p23"/>
            <p:cNvPicPr preferRelativeResize="0"/>
            <p:nvPr/>
          </p:nvPicPr>
          <p:blipFill rotWithShape="1">
            <a:blip r:embed="rId8">
              <a:alphaModFix/>
            </a:blip>
            <a:srcRect b="0" l="0" r="0" t="0"/>
            <a:stretch/>
          </p:blipFill>
          <p:spPr>
            <a:xfrm>
              <a:off x="4967718" y="3756531"/>
              <a:ext cx="540000" cy="442800"/>
            </a:xfrm>
            <a:prstGeom prst="rect">
              <a:avLst/>
            </a:prstGeom>
            <a:noFill/>
            <a:ln>
              <a:noFill/>
            </a:ln>
          </p:spPr>
        </p:pic>
        <p:pic>
          <p:nvPicPr>
            <p:cNvPr id="968" name="Google Shape;968;p23"/>
            <p:cNvPicPr preferRelativeResize="0"/>
            <p:nvPr/>
          </p:nvPicPr>
          <p:blipFill rotWithShape="1">
            <a:blip r:embed="rId4">
              <a:alphaModFix/>
            </a:blip>
            <a:srcRect b="0" l="0" r="0" t="0"/>
            <a:stretch/>
          </p:blipFill>
          <p:spPr>
            <a:xfrm>
              <a:off x="6186465" y="2966685"/>
              <a:ext cx="540765" cy="442800"/>
            </a:xfrm>
            <a:prstGeom prst="rect">
              <a:avLst/>
            </a:prstGeom>
            <a:noFill/>
            <a:ln>
              <a:noFill/>
            </a:ln>
          </p:spPr>
        </p:pic>
        <p:pic>
          <p:nvPicPr>
            <p:cNvPr id="969" name="Google Shape;969;p23"/>
            <p:cNvPicPr preferRelativeResize="0"/>
            <p:nvPr/>
          </p:nvPicPr>
          <p:blipFill rotWithShape="1">
            <a:blip r:embed="rId5">
              <a:alphaModFix/>
            </a:blip>
            <a:srcRect b="0" l="0" r="0" t="0"/>
            <a:stretch/>
          </p:blipFill>
          <p:spPr>
            <a:xfrm>
              <a:off x="6186847" y="5761262"/>
              <a:ext cx="540000" cy="442800"/>
            </a:xfrm>
            <a:prstGeom prst="rect">
              <a:avLst/>
            </a:prstGeom>
            <a:noFill/>
            <a:ln>
              <a:noFill/>
            </a:ln>
          </p:spPr>
        </p:pic>
        <p:pic>
          <p:nvPicPr>
            <p:cNvPr id="970" name="Google Shape;970;p23"/>
            <p:cNvPicPr preferRelativeResize="0"/>
            <p:nvPr/>
          </p:nvPicPr>
          <p:blipFill rotWithShape="1">
            <a:blip r:embed="rId6">
              <a:alphaModFix/>
            </a:blip>
            <a:srcRect b="0" l="0" r="0" t="0"/>
            <a:stretch/>
          </p:blipFill>
          <p:spPr>
            <a:xfrm>
              <a:off x="6186847" y="4658487"/>
              <a:ext cx="540000" cy="442800"/>
            </a:xfrm>
            <a:prstGeom prst="rect">
              <a:avLst/>
            </a:prstGeom>
            <a:noFill/>
            <a:ln>
              <a:noFill/>
            </a:ln>
          </p:spPr>
        </p:pic>
        <p:pic>
          <p:nvPicPr>
            <p:cNvPr id="971" name="Google Shape;971;p23"/>
            <p:cNvPicPr preferRelativeResize="0"/>
            <p:nvPr/>
          </p:nvPicPr>
          <p:blipFill rotWithShape="1">
            <a:blip r:embed="rId7">
              <a:alphaModFix/>
            </a:blip>
            <a:srcRect b="0" l="0" r="0" t="0"/>
            <a:stretch/>
          </p:blipFill>
          <p:spPr>
            <a:xfrm>
              <a:off x="6186847" y="2136789"/>
              <a:ext cx="540000" cy="442800"/>
            </a:xfrm>
            <a:prstGeom prst="rect">
              <a:avLst/>
            </a:prstGeom>
            <a:noFill/>
            <a:ln>
              <a:noFill/>
            </a:ln>
          </p:spPr>
        </p:pic>
        <p:pic>
          <p:nvPicPr>
            <p:cNvPr id="972" name="Google Shape;972;p23"/>
            <p:cNvPicPr preferRelativeResize="0"/>
            <p:nvPr/>
          </p:nvPicPr>
          <p:blipFill rotWithShape="1">
            <a:blip r:embed="rId8">
              <a:alphaModFix/>
            </a:blip>
            <a:srcRect b="0" l="0" r="0" t="0"/>
            <a:stretch/>
          </p:blipFill>
          <p:spPr>
            <a:xfrm>
              <a:off x="6186847" y="3756531"/>
              <a:ext cx="540000" cy="442800"/>
            </a:xfrm>
            <a:prstGeom prst="rect">
              <a:avLst/>
            </a:prstGeom>
            <a:noFill/>
            <a:ln>
              <a:noFill/>
            </a:ln>
          </p:spPr>
        </p:pic>
        <p:pic>
          <p:nvPicPr>
            <p:cNvPr id="973" name="Google Shape;973;p23"/>
            <p:cNvPicPr preferRelativeResize="0"/>
            <p:nvPr/>
          </p:nvPicPr>
          <p:blipFill rotWithShape="1">
            <a:blip r:embed="rId5">
              <a:alphaModFix/>
            </a:blip>
            <a:srcRect b="0" l="0" r="0" t="0"/>
            <a:stretch/>
          </p:blipFill>
          <p:spPr>
            <a:xfrm>
              <a:off x="7443128" y="5761262"/>
              <a:ext cx="540000" cy="442800"/>
            </a:xfrm>
            <a:prstGeom prst="rect">
              <a:avLst/>
            </a:prstGeom>
            <a:noFill/>
            <a:ln>
              <a:noFill/>
            </a:ln>
          </p:spPr>
        </p:pic>
        <p:pic>
          <p:nvPicPr>
            <p:cNvPr id="974" name="Google Shape;974;p23"/>
            <p:cNvPicPr preferRelativeResize="0"/>
            <p:nvPr/>
          </p:nvPicPr>
          <p:blipFill rotWithShape="1">
            <a:blip r:embed="rId6">
              <a:alphaModFix/>
            </a:blip>
            <a:srcRect b="0" l="0" r="0" t="0"/>
            <a:stretch/>
          </p:blipFill>
          <p:spPr>
            <a:xfrm>
              <a:off x="7443128" y="4658487"/>
              <a:ext cx="540000" cy="442800"/>
            </a:xfrm>
            <a:prstGeom prst="rect">
              <a:avLst/>
            </a:prstGeom>
            <a:noFill/>
            <a:ln>
              <a:noFill/>
            </a:ln>
          </p:spPr>
        </p:pic>
        <p:pic>
          <p:nvPicPr>
            <p:cNvPr id="975" name="Google Shape;975;p23"/>
            <p:cNvPicPr preferRelativeResize="0"/>
            <p:nvPr/>
          </p:nvPicPr>
          <p:blipFill rotWithShape="1">
            <a:blip r:embed="rId5">
              <a:alphaModFix/>
            </a:blip>
            <a:srcRect b="0" l="0" r="0" t="0"/>
            <a:stretch/>
          </p:blipFill>
          <p:spPr>
            <a:xfrm>
              <a:off x="3696674" y="5761262"/>
              <a:ext cx="540000" cy="442800"/>
            </a:xfrm>
            <a:prstGeom prst="rect">
              <a:avLst/>
            </a:prstGeom>
            <a:noFill/>
            <a:ln>
              <a:noFill/>
            </a:ln>
          </p:spPr>
        </p:pic>
        <p:pic>
          <p:nvPicPr>
            <p:cNvPr id="976" name="Google Shape;976;p23"/>
            <p:cNvPicPr preferRelativeResize="0"/>
            <p:nvPr/>
          </p:nvPicPr>
          <p:blipFill rotWithShape="1">
            <a:blip r:embed="rId6">
              <a:alphaModFix/>
            </a:blip>
            <a:srcRect b="0" l="0" r="0" t="0"/>
            <a:stretch/>
          </p:blipFill>
          <p:spPr>
            <a:xfrm>
              <a:off x="3696674" y="4658487"/>
              <a:ext cx="540000" cy="442800"/>
            </a:xfrm>
            <a:prstGeom prst="rect">
              <a:avLst/>
            </a:prstGeom>
            <a:noFill/>
            <a:ln>
              <a:noFill/>
            </a:ln>
          </p:spPr>
        </p:pic>
        <p:pic>
          <p:nvPicPr>
            <p:cNvPr id="977" name="Google Shape;977;p23"/>
            <p:cNvPicPr preferRelativeResize="0"/>
            <p:nvPr/>
          </p:nvPicPr>
          <p:blipFill rotWithShape="1">
            <a:blip r:embed="rId9">
              <a:alphaModFix/>
            </a:blip>
            <a:srcRect b="0" l="0" r="0" t="0"/>
            <a:stretch/>
          </p:blipFill>
          <p:spPr>
            <a:xfrm>
              <a:off x="7443128" y="3332526"/>
              <a:ext cx="540000" cy="442800"/>
            </a:xfrm>
            <a:prstGeom prst="rect">
              <a:avLst/>
            </a:prstGeom>
            <a:noFill/>
            <a:ln>
              <a:noFill/>
            </a:ln>
          </p:spPr>
        </p:pic>
        <p:grpSp>
          <p:nvGrpSpPr>
            <p:cNvPr id="978" name="Google Shape;978;p23"/>
            <p:cNvGrpSpPr/>
            <p:nvPr/>
          </p:nvGrpSpPr>
          <p:grpSpPr>
            <a:xfrm>
              <a:off x="4709182" y="1333591"/>
              <a:ext cx="1000326" cy="628113"/>
              <a:chOff x="6424105" y="366746"/>
              <a:chExt cx="1000326" cy="628113"/>
            </a:xfrm>
          </p:grpSpPr>
          <p:pic>
            <p:nvPicPr>
              <p:cNvPr id="979" name="Google Shape;979;p23"/>
              <p:cNvPicPr preferRelativeResize="0"/>
              <p:nvPr/>
            </p:nvPicPr>
            <p:blipFill rotWithShape="1">
              <a:blip r:embed="rId10">
                <a:alphaModFix/>
              </a:blip>
              <a:srcRect b="0" l="0" r="0" t="0"/>
              <a:stretch/>
            </p:blipFill>
            <p:spPr>
              <a:xfrm>
                <a:off x="6424105" y="366746"/>
                <a:ext cx="1000326" cy="628113"/>
              </a:xfrm>
              <a:prstGeom prst="rect">
                <a:avLst/>
              </a:prstGeom>
              <a:noFill/>
              <a:ln>
                <a:noFill/>
              </a:ln>
            </p:spPr>
          </p:pic>
          <p:sp>
            <p:nvSpPr>
              <p:cNvPr id="980" name="Google Shape;980;p23"/>
              <p:cNvSpPr/>
              <p:nvPr/>
            </p:nvSpPr>
            <p:spPr>
              <a:xfrm>
                <a:off x="6424105" y="544572"/>
                <a:ext cx="97210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rgbClr val="7F7F7F"/>
                    </a:solidFill>
                    <a:latin typeface="Arial"/>
                    <a:ea typeface="Arial"/>
                    <a:cs typeface="Arial"/>
                    <a:sym typeface="Arial"/>
                  </a:rPr>
                  <a:t>Internet</a:t>
                </a:r>
                <a:endParaRPr b="1" sz="1400">
                  <a:solidFill>
                    <a:srgbClr val="7F7F7F"/>
                  </a:solidFill>
                  <a:latin typeface="Arial"/>
                  <a:ea typeface="Arial"/>
                  <a:cs typeface="Arial"/>
                  <a:sym typeface="Arial"/>
                </a:endParaRPr>
              </a:p>
            </p:txBody>
          </p:sp>
        </p:grpSp>
        <p:grpSp>
          <p:nvGrpSpPr>
            <p:cNvPr id="981" name="Google Shape;981;p23"/>
            <p:cNvGrpSpPr/>
            <p:nvPr/>
          </p:nvGrpSpPr>
          <p:grpSpPr>
            <a:xfrm>
              <a:off x="5924582" y="1333591"/>
              <a:ext cx="1000326" cy="628113"/>
              <a:chOff x="6424105" y="366746"/>
              <a:chExt cx="1000326" cy="628113"/>
            </a:xfrm>
          </p:grpSpPr>
          <p:pic>
            <p:nvPicPr>
              <p:cNvPr id="982" name="Google Shape;982;p23"/>
              <p:cNvPicPr preferRelativeResize="0"/>
              <p:nvPr/>
            </p:nvPicPr>
            <p:blipFill rotWithShape="1">
              <a:blip r:embed="rId10">
                <a:alphaModFix/>
              </a:blip>
              <a:srcRect b="0" l="0" r="0" t="0"/>
              <a:stretch/>
            </p:blipFill>
            <p:spPr>
              <a:xfrm>
                <a:off x="6424105" y="366746"/>
                <a:ext cx="1000326" cy="628113"/>
              </a:xfrm>
              <a:prstGeom prst="rect">
                <a:avLst/>
              </a:prstGeom>
              <a:noFill/>
              <a:ln>
                <a:noFill/>
              </a:ln>
            </p:spPr>
          </p:pic>
          <p:sp>
            <p:nvSpPr>
              <p:cNvPr id="983" name="Google Shape;983;p23"/>
              <p:cNvSpPr/>
              <p:nvPr/>
            </p:nvSpPr>
            <p:spPr>
              <a:xfrm>
                <a:off x="6424105" y="544572"/>
                <a:ext cx="97210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rgbClr val="7F7F7F"/>
                    </a:solidFill>
                    <a:latin typeface="Arial"/>
                    <a:ea typeface="Arial"/>
                    <a:cs typeface="Arial"/>
                    <a:sym typeface="Arial"/>
                  </a:rPr>
                  <a:t>Internet</a:t>
                </a:r>
                <a:endParaRPr b="1" sz="1400">
                  <a:solidFill>
                    <a:srgbClr val="7F7F7F"/>
                  </a:solidFill>
                  <a:latin typeface="Arial"/>
                  <a:ea typeface="Arial"/>
                  <a:cs typeface="Arial"/>
                  <a:sym typeface="Arial"/>
                </a:endParaRPr>
              </a:p>
            </p:txBody>
          </p:sp>
        </p:grpSp>
      </p:grpSp>
      <p:sp>
        <p:nvSpPr>
          <p:cNvPr id="984" name="Google Shape;984;p23"/>
          <p:cNvSpPr/>
          <p:nvPr/>
        </p:nvSpPr>
        <p:spPr>
          <a:xfrm>
            <a:off x="875962" y="1873853"/>
            <a:ext cx="4203596" cy="1743767"/>
          </a:xfrm>
          <a:prstGeom prst="roundRect">
            <a:avLst>
              <a:gd fmla="val 2303" name="adj"/>
            </a:avLst>
          </a:prstGeom>
          <a:solidFill>
            <a:srgbClr val="F3FBFE"/>
          </a:solidFill>
          <a:ln cap="flat" cmpd="sng" w="12700">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180000" marR="0" rtl="0" algn="l">
              <a:lnSpc>
                <a:spcPct val="125000"/>
              </a:lnSpc>
              <a:spcBef>
                <a:spcPts val="0"/>
              </a:spcBef>
              <a:spcAft>
                <a:spcPts val="0"/>
              </a:spcAft>
              <a:buNone/>
            </a:pPr>
            <a:r>
              <a:rPr lang="en-US" sz="1600">
                <a:solidFill>
                  <a:schemeClr val="dk1"/>
                </a:solidFill>
                <a:latin typeface="Arial"/>
                <a:ea typeface="Arial"/>
                <a:cs typeface="Arial"/>
                <a:sym typeface="Arial"/>
              </a:rPr>
              <a:t>Layer 2 Ethernet switches forward data through Ethernet interfaces and can address and forward data only according to the MAC address in a Layer 2 header (Ethernet frame header).</a:t>
            </a:r>
            <a:endParaRPr sz="1600">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24"/>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Working Principles of Switches</a:t>
            </a:r>
            <a:endParaRPr>
              <a:latin typeface="Arial"/>
              <a:ea typeface="Arial"/>
              <a:cs typeface="Arial"/>
              <a:sym typeface="Arial"/>
            </a:endParaRPr>
          </a:p>
        </p:txBody>
      </p:sp>
      <p:grpSp>
        <p:nvGrpSpPr>
          <p:cNvPr id="990" name="Google Shape;990;p24"/>
          <p:cNvGrpSpPr/>
          <p:nvPr/>
        </p:nvGrpSpPr>
        <p:grpSpPr>
          <a:xfrm>
            <a:off x="2361082" y="1493022"/>
            <a:ext cx="8028892" cy="2116371"/>
            <a:chOff x="2361082" y="1691832"/>
            <a:chExt cx="8028892" cy="2116371"/>
          </a:xfrm>
        </p:grpSpPr>
        <p:pic>
          <p:nvPicPr>
            <p:cNvPr id="991" name="Google Shape;991;p24"/>
            <p:cNvPicPr preferRelativeResize="0"/>
            <p:nvPr/>
          </p:nvPicPr>
          <p:blipFill rotWithShape="1">
            <a:blip r:embed="rId3">
              <a:alphaModFix/>
            </a:blip>
            <a:srcRect b="0" l="0" r="0" t="0"/>
            <a:stretch/>
          </p:blipFill>
          <p:spPr>
            <a:xfrm>
              <a:off x="5508342" y="2564904"/>
              <a:ext cx="790244" cy="648000"/>
            </a:xfrm>
            <a:prstGeom prst="rect">
              <a:avLst/>
            </a:prstGeom>
            <a:noFill/>
            <a:ln>
              <a:noFill/>
            </a:ln>
          </p:spPr>
        </p:pic>
        <p:pic>
          <p:nvPicPr>
            <p:cNvPr descr="PC.png" id="992" name="Google Shape;992;p24"/>
            <p:cNvPicPr preferRelativeResize="0"/>
            <p:nvPr/>
          </p:nvPicPr>
          <p:blipFill rotWithShape="1">
            <a:blip r:embed="rId4">
              <a:alphaModFix/>
            </a:blip>
            <a:srcRect b="0" l="0" r="0" t="0"/>
            <a:stretch/>
          </p:blipFill>
          <p:spPr>
            <a:xfrm>
              <a:off x="2691279" y="2564904"/>
              <a:ext cx="843751" cy="648000"/>
            </a:xfrm>
            <a:prstGeom prst="rect">
              <a:avLst/>
            </a:prstGeom>
            <a:noFill/>
            <a:ln>
              <a:noFill/>
            </a:ln>
          </p:spPr>
        </p:pic>
        <p:pic>
          <p:nvPicPr>
            <p:cNvPr descr="PC.png" id="993" name="Google Shape;993;p24"/>
            <p:cNvPicPr preferRelativeResize="0"/>
            <p:nvPr/>
          </p:nvPicPr>
          <p:blipFill rotWithShape="1">
            <a:blip r:embed="rId4">
              <a:alphaModFix/>
            </a:blip>
            <a:srcRect b="0" l="0" r="0" t="0"/>
            <a:stretch/>
          </p:blipFill>
          <p:spPr>
            <a:xfrm>
              <a:off x="8256240" y="2564904"/>
              <a:ext cx="843751" cy="648000"/>
            </a:xfrm>
            <a:prstGeom prst="rect">
              <a:avLst/>
            </a:prstGeom>
            <a:noFill/>
            <a:ln>
              <a:noFill/>
            </a:ln>
          </p:spPr>
        </p:pic>
        <p:cxnSp>
          <p:nvCxnSpPr>
            <p:cNvPr id="994" name="Google Shape;994;p24"/>
            <p:cNvCxnSpPr>
              <a:stCxn id="992" idx="3"/>
              <a:endCxn id="991" idx="1"/>
            </p:cNvCxnSpPr>
            <p:nvPr/>
          </p:nvCxnSpPr>
          <p:spPr>
            <a:xfrm>
              <a:off x="3535030" y="2888904"/>
              <a:ext cx="19734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995" name="Google Shape;995;p24"/>
            <p:cNvCxnSpPr>
              <a:stCxn id="991" idx="3"/>
              <a:endCxn id="993" idx="1"/>
            </p:cNvCxnSpPr>
            <p:nvPr/>
          </p:nvCxnSpPr>
          <p:spPr>
            <a:xfrm>
              <a:off x="6298586" y="2888904"/>
              <a:ext cx="19578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996" name="Google Shape;996;p24"/>
            <p:cNvCxnSpPr>
              <a:stCxn id="991" idx="0"/>
            </p:cNvCxnSpPr>
            <p:nvPr/>
          </p:nvCxnSpPr>
          <p:spPr>
            <a:xfrm flipH="1" rot="10800000">
              <a:off x="5903464" y="1808904"/>
              <a:ext cx="532200" cy="756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997" name="Google Shape;997;p24"/>
            <p:cNvSpPr/>
            <p:nvPr/>
          </p:nvSpPr>
          <p:spPr>
            <a:xfrm>
              <a:off x="4599491" y="2611941"/>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0/0/1</a:t>
              </a:r>
              <a:endParaRPr sz="1400">
                <a:solidFill>
                  <a:schemeClr val="dk1"/>
                </a:solidFill>
                <a:latin typeface="Arial"/>
                <a:ea typeface="Arial"/>
                <a:cs typeface="Arial"/>
                <a:sym typeface="Arial"/>
              </a:endParaRPr>
            </a:p>
          </p:txBody>
        </p:sp>
        <p:sp>
          <p:nvSpPr>
            <p:cNvPr id="998" name="Google Shape;998;p24"/>
            <p:cNvSpPr/>
            <p:nvPr/>
          </p:nvSpPr>
          <p:spPr>
            <a:xfrm>
              <a:off x="6183667" y="2611941"/>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0/0/2</a:t>
              </a:r>
              <a:endParaRPr sz="1400">
                <a:solidFill>
                  <a:schemeClr val="dk1"/>
                </a:solidFill>
                <a:latin typeface="Arial"/>
                <a:ea typeface="Arial"/>
                <a:cs typeface="Arial"/>
                <a:sym typeface="Arial"/>
              </a:endParaRPr>
            </a:p>
          </p:txBody>
        </p:sp>
        <p:sp>
          <p:nvSpPr>
            <p:cNvPr id="999" name="Google Shape;999;p24"/>
            <p:cNvSpPr/>
            <p:nvPr/>
          </p:nvSpPr>
          <p:spPr>
            <a:xfrm rot="-3259224">
              <a:off x="5460639" y="2051763"/>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0/0/3</a:t>
              </a:r>
              <a:endParaRPr sz="1400">
                <a:solidFill>
                  <a:schemeClr val="dk1"/>
                </a:solidFill>
                <a:latin typeface="Arial"/>
                <a:ea typeface="Arial"/>
                <a:cs typeface="Arial"/>
                <a:sym typeface="Arial"/>
              </a:endParaRPr>
            </a:p>
          </p:txBody>
        </p:sp>
        <p:sp>
          <p:nvSpPr>
            <p:cNvPr id="1000" name="Google Shape;1000;p24"/>
            <p:cNvSpPr/>
            <p:nvPr/>
          </p:nvSpPr>
          <p:spPr>
            <a:xfrm>
              <a:off x="2727283" y="2240868"/>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1</a:t>
              </a:r>
              <a:endParaRPr sz="1400">
                <a:solidFill>
                  <a:schemeClr val="dk1"/>
                </a:solidFill>
                <a:latin typeface="Arial"/>
                <a:ea typeface="Arial"/>
                <a:cs typeface="Arial"/>
                <a:sym typeface="Arial"/>
              </a:endParaRPr>
            </a:p>
          </p:txBody>
        </p:sp>
        <p:sp>
          <p:nvSpPr>
            <p:cNvPr id="1001" name="Google Shape;1001;p24"/>
            <p:cNvSpPr/>
            <p:nvPr/>
          </p:nvSpPr>
          <p:spPr>
            <a:xfrm>
              <a:off x="8343907" y="2240868"/>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2</a:t>
              </a:r>
              <a:endParaRPr sz="1400">
                <a:solidFill>
                  <a:schemeClr val="dk1"/>
                </a:solidFill>
                <a:latin typeface="Arial"/>
                <a:ea typeface="Arial"/>
                <a:cs typeface="Arial"/>
                <a:sym typeface="Arial"/>
              </a:endParaRPr>
            </a:p>
          </p:txBody>
        </p:sp>
        <p:sp>
          <p:nvSpPr>
            <p:cNvPr id="1002" name="Google Shape;1002;p24"/>
            <p:cNvSpPr/>
            <p:nvPr/>
          </p:nvSpPr>
          <p:spPr>
            <a:xfrm>
              <a:off x="2361082" y="3284984"/>
              <a:ext cx="2304256"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IP1: 192.168.1.1</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MAC1: </a:t>
              </a:r>
              <a:r>
                <a:rPr lang="en-US" sz="1400">
                  <a:solidFill>
                    <a:srgbClr val="EC7061"/>
                  </a:solidFill>
                  <a:latin typeface="Arial"/>
                  <a:ea typeface="Arial"/>
                  <a:cs typeface="Arial"/>
                  <a:sym typeface="Arial"/>
                </a:rPr>
                <a:t>0050-5600-0001</a:t>
              </a:r>
              <a:endParaRPr sz="1400">
                <a:solidFill>
                  <a:srgbClr val="EC7061"/>
                </a:solidFill>
                <a:latin typeface="Arial"/>
                <a:ea typeface="Arial"/>
                <a:cs typeface="Arial"/>
                <a:sym typeface="Arial"/>
              </a:endParaRPr>
            </a:p>
          </p:txBody>
        </p:sp>
        <p:sp>
          <p:nvSpPr>
            <p:cNvPr id="1003" name="Google Shape;1003;p24"/>
            <p:cNvSpPr/>
            <p:nvPr/>
          </p:nvSpPr>
          <p:spPr>
            <a:xfrm>
              <a:off x="7941702" y="3284984"/>
              <a:ext cx="2448272"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IP2: 192.168.1.2</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MAC2: </a:t>
              </a:r>
              <a:r>
                <a:rPr lang="en-US" sz="1400">
                  <a:solidFill>
                    <a:srgbClr val="EC7061"/>
                  </a:solidFill>
                  <a:latin typeface="Arial"/>
                  <a:ea typeface="Arial"/>
                  <a:cs typeface="Arial"/>
                  <a:sym typeface="Arial"/>
                </a:rPr>
                <a:t>0050-5600-0002</a:t>
              </a:r>
              <a:endParaRPr sz="1400">
                <a:solidFill>
                  <a:srgbClr val="EC7061"/>
                </a:solidFill>
                <a:latin typeface="Arial"/>
                <a:ea typeface="Arial"/>
                <a:cs typeface="Arial"/>
                <a:sym typeface="Arial"/>
              </a:endParaRPr>
            </a:p>
          </p:txBody>
        </p:sp>
      </p:grpSp>
      <p:grpSp>
        <p:nvGrpSpPr>
          <p:cNvPr id="1004" name="Google Shape;1004;p24"/>
          <p:cNvGrpSpPr/>
          <p:nvPr/>
        </p:nvGrpSpPr>
        <p:grpSpPr>
          <a:xfrm>
            <a:off x="5982697" y="3395428"/>
            <a:ext cx="3427508" cy="2399431"/>
            <a:chOff x="1653377" y="3498796"/>
            <a:chExt cx="4570013" cy="2215446"/>
          </a:xfrm>
        </p:grpSpPr>
        <p:sp>
          <p:nvSpPr>
            <p:cNvPr id="1005" name="Google Shape;1005;p24"/>
            <p:cNvSpPr/>
            <p:nvPr/>
          </p:nvSpPr>
          <p:spPr>
            <a:xfrm>
              <a:off x="1653377" y="3498796"/>
              <a:ext cx="4570013" cy="2215446"/>
            </a:xfrm>
            <a:custGeom>
              <a:rect b="b" l="l" r="r" t="t"/>
              <a:pathLst>
                <a:path extrusionOk="0" h="2273717" w="3132347">
                  <a:moveTo>
                    <a:pt x="0" y="985607"/>
                  </a:moveTo>
                  <a:cubicBezTo>
                    <a:pt x="0" y="843323"/>
                    <a:pt x="115344" y="727979"/>
                    <a:pt x="257628" y="727979"/>
                  </a:cubicBezTo>
                  <a:lnTo>
                    <a:pt x="534758" y="689879"/>
                  </a:lnTo>
                  <a:lnTo>
                    <a:pt x="340350" y="0"/>
                  </a:lnTo>
                  <a:lnTo>
                    <a:pt x="771745" y="702579"/>
                  </a:lnTo>
                  <a:lnTo>
                    <a:pt x="2874719" y="727979"/>
                  </a:lnTo>
                  <a:cubicBezTo>
                    <a:pt x="3017003" y="727979"/>
                    <a:pt x="3132347" y="843323"/>
                    <a:pt x="3132347" y="985607"/>
                  </a:cubicBezTo>
                  <a:lnTo>
                    <a:pt x="3132347" y="985602"/>
                  </a:lnTo>
                  <a:lnTo>
                    <a:pt x="3132347" y="985602"/>
                  </a:lnTo>
                  <a:lnTo>
                    <a:pt x="3132347" y="1372037"/>
                  </a:lnTo>
                  <a:lnTo>
                    <a:pt x="3132347" y="2016089"/>
                  </a:lnTo>
                  <a:cubicBezTo>
                    <a:pt x="3132347" y="2158373"/>
                    <a:pt x="3017003" y="2273717"/>
                    <a:pt x="2874719" y="2273717"/>
                  </a:cubicBezTo>
                  <a:lnTo>
                    <a:pt x="1305145" y="2273717"/>
                  </a:lnTo>
                  <a:lnTo>
                    <a:pt x="522058" y="2273717"/>
                  </a:lnTo>
                  <a:lnTo>
                    <a:pt x="522058" y="2273717"/>
                  </a:lnTo>
                  <a:lnTo>
                    <a:pt x="257628" y="2273717"/>
                  </a:lnTo>
                  <a:cubicBezTo>
                    <a:pt x="115344" y="2273717"/>
                    <a:pt x="0" y="2158373"/>
                    <a:pt x="0" y="2016089"/>
                  </a:cubicBezTo>
                  <a:lnTo>
                    <a:pt x="0" y="1372037"/>
                  </a:lnTo>
                  <a:lnTo>
                    <a:pt x="0" y="985602"/>
                  </a:lnTo>
                  <a:lnTo>
                    <a:pt x="0" y="985602"/>
                  </a:lnTo>
                  <a:lnTo>
                    <a:pt x="0" y="985607"/>
                  </a:lnTo>
                  <a:close/>
                </a:path>
              </a:pathLst>
            </a:cu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006" name="Google Shape;1006;p24"/>
            <p:cNvSpPr txBox="1"/>
            <p:nvPr/>
          </p:nvSpPr>
          <p:spPr>
            <a:xfrm>
              <a:off x="1817552" y="4237653"/>
              <a:ext cx="4347961" cy="1431949"/>
            </a:xfrm>
            <a:prstGeom prst="rect">
              <a:avLst/>
            </a:prstGeom>
            <a:noFill/>
            <a:ln>
              <a:noFill/>
            </a:ln>
          </p:spPr>
          <p:txBody>
            <a:bodyPr anchorCtr="0" anchor="ctr" bIns="43900" lIns="87800" spcFirstLastPara="1" rIns="87800" wrap="square" tIns="439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After receiving a frame, the switch learns the source MAC address of the frame, searches the </a:t>
              </a:r>
              <a:r>
                <a:rPr lang="en-US" sz="1300">
                  <a:solidFill>
                    <a:srgbClr val="EE7E70"/>
                  </a:solidFill>
                  <a:latin typeface="Arial"/>
                  <a:ea typeface="Arial"/>
                  <a:cs typeface="Arial"/>
                  <a:sym typeface="Arial"/>
                </a:rPr>
                <a:t>MAC address table </a:t>
              </a:r>
              <a:r>
                <a:rPr lang="en-US" sz="1300">
                  <a:solidFill>
                    <a:schemeClr val="dk1"/>
                  </a:solidFill>
                  <a:latin typeface="Arial"/>
                  <a:ea typeface="Arial"/>
                  <a:cs typeface="Arial"/>
                  <a:sym typeface="Arial"/>
                </a:rPr>
                <a:t>for the destination MAC address (MAC2: 0050-5600-0002 in this example) of the frame, and </a:t>
              </a:r>
              <a:r>
                <a:rPr lang="en-US" sz="1300">
                  <a:solidFill>
                    <a:srgbClr val="EE7E70"/>
                  </a:solidFill>
                  <a:latin typeface="Arial"/>
                  <a:ea typeface="Arial"/>
                  <a:cs typeface="Arial"/>
                  <a:sym typeface="Arial"/>
                </a:rPr>
                <a:t>forwards</a:t>
              </a:r>
              <a:r>
                <a:rPr lang="en-US" sz="1300">
                  <a:solidFill>
                    <a:schemeClr val="dk1"/>
                  </a:solidFill>
                  <a:latin typeface="Arial"/>
                  <a:ea typeface="Arial"/>
                  <a:cs typeface="Arial"/>
                  <a:sym typeface="Arial"/>
                </a:rPr>
                <a:t> the frame through the corresponding interface.</a:t>
              </a:r>
              <a:endParaRPr/>
            </a:p>
          </p:txBody>
        </p:sp>
      </p:grpSp>
      <p:graphicFrame>
        <p:nvGraphicFramePr>
          <p:cNvPr id="1007" name="Google Shape;1007;p24"/>
          <p:cNvGraphicFramePr/>
          <p:nvPr/>
        </p:nvGraphicFramePr>
        <p:xfrm>
          <a:off x="889503" y="4296233"/>
          <a:ext cx="3000000" cy="3000000"/>
        </p:xfrm>
        <a:graphic>
          <a:graphicData uri="http://schemas.openxmlformats.org/drawingml/2006/table">
            <a:tbl>
              <a:tblPr bandRow="1" firstRow="1">
                <a:noFill/>
                <a:tableStyleId>{6586AA54-EEEF-4900-980F-A55A00102258}</a:tableStyleId>
              </a:tblPr>
              <a:tblGrid>
                <a:gridCol w="1943850"/>
                <a:gridCol w="2292450"/>
              </a:tblGrid>
              <a:tr h="370850">
                <a:tc>
                  <a:txBody>
                    <a:bodyPr/>
                    <a:lstStyle/>
                    <a:p>
                      <a:pPr indent="0" lvl="0" marL="0" marR="0" rtl="0" algn="l">
                        <a:spcBef>
                          <a:spcPts val="0"/>
                        </a:spcBef>
                        <a:spcAft>
                          <a:spcPts val="0"/>
                        </a:spcAft>
                        <a:buNone/>
                      </a:pPr>
                      <a:r>
                        <a:rPr b="0" lang="en-US" sz="1400" u="none" cap="none" strike="noStrike">
                          <a:solidFill>
                            <a:schemeClr val="dk1"/>
                          </a:solidFill>
                          <a:latin typeface="Arial"/>
                          <a:ea typeface="Arial"/>
                          <a:cs typeface="Arial"/>
                          <a:sym typeface="Arial"/>
                        </a:rPr>
                        <a:t>Source MAC address: MAC1</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l">
                        <a:spcBef>
                          <a:spcPts val="0"/>
                        </a:spcBef>
                        <a:spcAft>
                          <a:spcPts val="0"/>
                        </a:spcAft>
                        <a:buNone/>
                      </a:pPr>
                      <a:r>
                        <a:rPr b="0" lang="en-US" sz="1400" u="none" cap="none" strike="noStrike">
                          <a:solidFill>
                            <a:schemeClr val="dk1"/>
                          </a:solidFill>
                          <a:latin typeface="Arial"/>
                          <a:ea typeface="Arial"/>
                          <a:cs typeface="Arial"/>
                          <a:sym typeface="Arial"/>
                        </a:rPr>
                        <a:t>Destination MAC address: MAC2</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370850">
                <a:tc>
                  <a:txBody>
                    <a:bodyPr/>
                    <a:lstStyle/>
                    <a:p>
                      <a:pPr indent="0" lvl="0" marL="0" marR="0" rtl="0" algn="l">
                        <a:spcBef>
                          <a:spcPts val="0"/>
                        </a:spcBef>
                        <a:spcAft>
                          <a:spcPts val="0"/>
                        </a:spcAft>
                        <a:buNone/>
                      </a:pPr>
                      <a:r>
                        <a:rPr lang="en-US" sz="1400" u="none" cap="none" strike="noStrike">
                          <a:solidFill>
                            <a:schemeClr val="dk1"/>
                          </a:solidFill>
                          <a:latin typeface="Arial"/>
                          <a:ea typeface="Arial"/>
                          <a:cs typeface="Arial"/>
                          <a:sym typeface="Arial"/>
                        </a:rPr>
                        <a:t>Source IP address: IP1</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l">
                        <a:spcBef>
                          <a:spcPts val="0"/>
                        </a:spcBef>
                        <a:spcAft>
                          <a:spcPts val="0"/>
                        </a:spcAft>
                        <a:buNone/>
                      </a:pPr>
                      <a:r>
                        <a:rPr lang="en-US" sz="1400" u="none" cap="none" strike="noStrike">
                          <a:solidFill>
                            <a:schemeClr val="dk1"/>
                          </a:solidFill>
                          <a:latin typeface="Arial"/>
                          <a:ea typeface="Arial"/>
                          <a:cs typeface="Arial"/>
                          <a:sym typeface="Arial"/>
                        </a:rPr>
                        <a:t>Destination IP address: IP2</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370850">
                <a:tc gridSpan="2">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Payload</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hMerge="1"/>
              </a:tr>
            </a:tbl>
          </a:graphicData>
        </a:graphic>
      </p:graphicFrame>
      <p:sp>
        <p:nvSpPr>
          <p:cNvPr id="1008" name="Google Shape;1008;p24"/>
          <p:cNvSpPr/>
          <p:nvPr/>
        </p:nvSpPr>
        <p:spPr>
          <a:xfrm>
            <a:off x="776977" y="3930966"/>
            <a:ext cx="2148439" cy="2340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Frame sent by host 1</a:t>
            </a:r>
            <a:endParaRPr/>
          </a:p>
        </p:txBody>
      </p:sp>
      <p:sp>
        <p:nvSpPr>
          <p:cNvPr id="1009" name="Google Shape;1009;p24"/>
          <p:cNvSpPr/>
          <p:nvPr/>
        </p:nvSpPr>
        <p:spPr>
          <a:xfrm>
            <a:off x="4918604" y="2983280"/>
            <a:ext cx="198022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a:t>
            </a:r>
            <a:endParaRPr/>
          </a:p>
        </p:txBody>
      </p:sp>
      <p:sp>
        <p:nvSpPr>
          <p:cNvPr id="1010" name="Google Shape;1010;p24"/>
          <p:cNvSpPr/>
          <p:nvPr/>
        </p:nvSpPr>
        <p:spPr>
          <a:xfrm rot="5400000">
            <a:off x="2973872" y="3610716"/>
            <a:ext cx="371647" cy="356242"/>
          </a:xfrm>
          <a:prstGeom prst="rightArrow">
            <a:avLst>
              <a:gd fmla="val 40000" name="adj1"/>
              <a:gd fmla="val 50000" name="adj2"/>
            </a:avLst>
          </a:prstGeom>
          <a:gradFill>
            <a:gsLst>
              <a:gs pos="0">
                <a:srgbClr val="F6F9FC">
                  <a:alpha val="0"/>
                </a:srgbClr>
              </a:gs>
              <a:gs pos="15000">
                <a:srgbClr val="F6F9FC">
                  <a:alpha val="0"/>
                </a:srgbClr>
              </a:gs>
              <a:gs pos="81000">
                <a:srgbClr val="99DFF9"/>
              </a:gs>
              <a:gs pos="100000">
                <a:srgbClr val="99DFF9"/>
              </a:gs>
            </a:gsLst>
            <a:lin ang="0" scaled="0"/>
          </a:gradFill>
          <a:ln cap="flat" cmpd="sng" w="15875">
            <a:solidFill>
              <a:srgbClr val="F6F9F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11" name="Google Shape;1011;p24"/>
          <p:cNvSpPr/>
          <p:nvPr/>
        </p:nvSpPr>
        <p:spPr>
          <a:xfrm>
            <a:off x="5223038" y="4666701"/>
            <a:ext cx="647343" cy="356242"/>
          </a:xfrm>
          <a:prstGeom prst="rightArrow">
            <a:avLst>
              <a:gd fmla="val 40000" name="adj1"/>
              <a:gd fmla="val 50000" name="adj2"/>
            </a:avLst>
          </a:prstGeom>
          <a:gradFill>
            <a:gsLst>
              <a:gs pos="0">
                <a:srgbClr val="F6F9FC">
                  <a:alpha val="0"/>
                </a:srgbClr>
              </a:gs>
              <a:gs pos="15000">
                <a:srgbClr val="F6F9FC">
                  <a:alpha val="0"/>
                </a:srgbClr>
              </a:gs>
              <a:gs pos="81000">
                <a:srgbClr val="99DFF9"/>
              </a:gs>
              <a:gs pos="100000">
                <a:srgbClr val="99DFF9"/>
              </a:gs>
            </a:gsLst>
            <a:lin ang="0" scaled="0"/>
          </a:gradFill>
          <a:ln cap="flat" cmpd="sng" w="15875">
            <a:solidFill>
              <a:srgbClr val="F6F9F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25"/>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00"/>
              <a:buChar char="●"/>
            </a:pPr>
            <a:r>
              <a:rPr lang="en-US" sz="2000">
                <a:latin typeface="Arial"/>
                <a:ea typeface="Arial"/>
                <a:cs typeface="Arial"/>
                <a:sym typeface="Arial"/>
              </a:rPr>
              <a:t>Each switch has a MAC address table that stores the mapping between MAC addresses and switch interfaces.</a:t>
            </a:r>
            <a:endParaRPr sz="2000">
              <a:latin typeface="Arial"/>
              <a:ea typeface="Arial"/>
              <a:cs typeface="Arial"/>
              <a:sym typeface="Arial"/>
            </a:endParaRPr>
          </a:p>
        </p:txBody>
      </p:sp>
      <p:sp>
        <p:nvSpPr>
          <p:cNvPr id="1017" name="Google Shape;1017;p25"/>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MAC Address Table</a:t>
            </a:r>
            <a:endParaRPr>
              <a:latin typeface="Arial"/>
              <a:ea typeface="Arial"/>
              <a:cs typeface="Arial"/>
              <a:sym typeface="Arial"/>
            </a:endParaRPr>
          </a:p>
        </p:txBody>
      </p:sp>
      <p:graphicFrame>
        <p:nvGraphicFramePr>
          <p:cNvPr id="1018" name="Google Shape;1018;p25"/>
          <p:cNvGraphicFramePr/>
          <p:nvPr/>
        </p:nvGraphicFramePr>
        <p:xfrm>
          <a:off x="4672693" y="4373006"/>
          <a:ext cx="3000000" cy="3000000"/>
        </p:xfrm>
        <a:graphic>
          <a:graphicData uri="http://schemas.openxmlformats.org/drawingml/2006/table">
            <a:tbl>
              <a:tblPr bandRow="1" firstRow="1">
                <a:noFill/>
                <a:tableStyleId>{6586AA54-EEEF-4900-980F-A55A00102258}</a:tableStyleId>
              </a:tblPr>
              <a:tblGrid>
                <a:gridCol w="1459825"/>
                <a:gridCol w="1459825"/>
              </a:tblGrid>
              <a:tr h="384425">
                <a:tc>
                  <a:txBody>
                    <a:bodyPr/>
                    <a:lstStyle/>
                    <a:p>
                      <a:pPr indent="0" lvl="0" marL="0" marR="0" rtl="0" algn="ctr">
                        <a:spcBef>
                          <a:spcPts val="0"/>
                        </a:spcBef>
                        <a:spcAft>
                          <a:spcPts val="0"/>
                        </a:spcAft>
                        <a:buNone/>
                      </a:pPr>
                      <a:r>
                        <a:rPr b="1" lang="en-US" sz="1400" u="none" cap="none" strike="noStrike">
                          <a:solidFill>
                            <a:schemeClr val="dk1"/>
                          </a:solidFill>
                          <a:latin typeface="Arial"/>
                          <a:ea typeface="Arial"/>
                          <a:cs typeface="Arial"/>
                          <a:sym typeface="Arial"/>
                        </a:rPr>
                        <a:t>MAC Address</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ctr">
                        <a:spcBef>
                          <a:spcPts val="0"/>
                        </a:spcBef>
                        <a:spcAft>
                          <a:spcPts val="0"/>
                        </a:spcAft>
                        <a:buNone/>
                      </a:pPr>
                      <a:r>
                        <a:rPr b="1" lang="en-US" sz="1400" u="none" cap="none" strike="noStrike">
                          <a:solidFill>
                            <a:schemeClr val="dk1"/>
                          </a:solidFill>
                          <a:latin typeface="Arial"/>
                          <a:ea typeface="Arial"/>
                          <a:cs typeface="Arial"/>
                          <a:sym typeface="Arial"/>
                        </a:rPr>
                        <a:t>Interface</a:t>
                      </a:r>
                      <a:endParaRPr b="1"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38442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MAC1</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GE 0/0/1</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r h="33557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MAC2</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GE 0/0/2</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r h="335575">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bl>
          </a:graphicData>
        </a:graphic>
      </p:graphicFrame>
      <p:grpSp>
        <p:nvGrpSpPr>
          <p:cNvPr id="1019" name="Google Shape;1019;p25"/>
          <p:cNvGrpSpPr/>
          <p:nvPr/>
        </p:nvGrpSpPr>
        <p:grpSpPr>
          <a:xfrm>
            <a:off x="2852546" y="1925070"/>
            <a:ext cx="6531485" cy="2124886"/>
            <a:chOff x="2647895" y="1691832"/>
            <a:chExt cx="6531485" cy="2124886"/>
          </a:xfrm>
        </p:grpSpPr>
        <p:pic>
          <p:nvPicPr>
            <p:cNvPr id="1020" name="Google Shape;1020;p25"/>
            <p:cNvPicPr preferRelativeResize="0"/>
            <p:nvPr/>
          </p:nvPicPr>
          <p:blipFill rotWithShape="1">
            <a:blip r:embed="rId3">
              <a:alphaModFix/>
            </a:blip>
            <a:srcRect b="0" l="0" r="0" t="0"/>
            <a:stretch/>
          </p:blipFill>
          <p:spPr>
            <a:xfrm>
              <a:off x="5508342" y="2564904"/>
              <a:ext cx="790244" cy="648000"/>
            </a:xfrm>
            <a:prstGeom prst="rect">
              <a:avLst/>
            </a:prstGeom>
            <a:noFill/>
            <a:ln>
              <a:noFill/>
            </a:ln>
          </p:spPr>
        </p:pic>
        <p:pic>
          <p:nvPicPr>
            <p:cNvPr descr="PC.png" id="1021" name="Google Shape;1021;p25"/>
            <p:cNvPicPr preferRelativeResize="0"/>
            <p:nvPr/>
          </p:nvPicPr>
          <p:blipFill rotWithShape="1">
            <a:blip r:embed="rId4">
              <a:alphaModFix/>
            </a:blip>
            <a:srcRect b="0" l="0" r="0" t="0"/>
            <a:stretch/>
          </p:blipFill>
          <p:spPr>
            <a:xfrm>
              <a:off x="2691279" y="2564904"/>
              <a:ext cx="843751" cy="648000"/>
            </a:xfrm>
            <a:prstGeom prst="rect">
              <a:avLst/>
            </a:prstGeom>
            <a:noFill/>
            <a:ln>
              <a:noFill/>
            </a:ln>
          </p:spPr>
        </p:pic>
        <p:pic>
          <p:nvPicPr>
            <p:cNvPr descr="PC.png" id="1022" name="Google Shape;1022;p25"/>
            <p:cNvPicPr preferRelativeResize="0"/>
            <p:nvPr/>
          </p:nvPicPr>
          <p:blipFill rotWithShape="1">
            <a:blip r:embed="rId4">
              <a:alphaModFix/>
            </a:blip>
            <a:srcRect b="0" l="0" r="0" t="0"/>
            <a:stretch/>
          </p:blipFill>
          <p:spPr>
            <a:xfrm>
              <a:off x="8256240" y="2564904"/>
              <a:ext cx="843751" cy="648000"/>
            </a:xfrm>
            <a:prstGeom prst="rect">
              <a:avLst/>
            </a:prstGeom>
            <a:noFill/>
            <a:ln>
              <a:noFill/>
            </a:ln>
          </p:spPr>
        </p:pic>
        <p:cxnSp>
          <p:nvCxnSpPr>
            <p:cNvPr id="1023" name="Google Shape;1023;p25"/>
            <p:cNvCxnSpPr>
              <a:stCxn id="1021" idx="3"/>
              <a:endCxn id="1020" idx="1"/>
            </p:cNvCxnSpPr>
            <p:nvPr/>
          </p:nvCxnSpPr>
          <p:spPr>
            <a:xfrm>
              <a:off x="3535030" y="2888904"/>
              <a:ext cx="19734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024" name="Google Shape;1024;p25"/>
            <p:cNvCxnSpPr>
              <a:stCxn id="1020" idx="3"/>
              <a:endCxn id="1022" idx="1"/>
            </p:cNvCxnSpPr>
            <p:nvPr/>
          </p:nvCxnSpPr>
          <p:spPr>
            <a:xfrm>
              <a:off x="6298586" y="2888904"/>
              <a:ext cx="19578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025" name="Google Shape;1025;p25"/>
            <p:cNvCxnSpPr>
              <a:stCxn id="1020" idx="0"/>
            </p:cNvCxnSpPr>
            <p:nvPr/>
          </p:nvCxnSpPr>
          <p:spPr>
            <a:xfrm flipH="1" rot="10800000">
              <a:off x="5903464" y="1808904"/>
              <a:ext cx="532200" cy="756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1026" name="Google Shape;1026;p25"/>
            <p:cNvSpPr/>
            <p:nvPr/>
          </p:nvSpPr>
          <p:spPr>
            <a:xfrm>
              <a:off x="4599491" y="2611941"/>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0/0/1</a:t>
              </a:r>
              <a:endParaRPr sz="1400">
                <a:solidFill>
                  <a:schemeClr val="dk1"/>
                </a:solidFill>
                <a:latin typeface="Arial"/>
                <a:ea typeface="Arial"/>
                <a:cs typeface="Arial"/>
                <a:sym typeface="Arial"/>
              </a:endParaRPr>
            </a:p>
          </p:txBody>
        </p:sp>
        <p:sp>
          <p:nvSpPr>
            <p:cNvPr id="1027" name="Google Shape;1027;p25"/>
            <p:cNvSpPr/>
            <p:nvPr/>
          </p:nvSpPr>
          <p:spPr>
            <a:xfrm>
              <a:off x="6183667" y="2611941"/>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0/0/2</a:t>
              </a:r>
              <a:endParaRPr sz="1400">
                <a:solidFill>
                  <a:schemeClr val="dk1"/>
                </a:solidFill>
                <a:latin typeface="Arial"/>
                <a:ea typeface="Arial"/>
                <a:cs typeface="Arial"/>
                <a:sym typeface="Arial"/>
              </a:endParaRPr>
            </a:p>
          </p:txBody>
        </p:sp>
        <p:sp>
          <p:nvSpPr>
            <p:cNvPr id="1028" name="Google Shape;1028;p25"/>
            <p:cNvSpPr/>
            <p:nvPr/>
          </p:nvSpPr>
          <p:spPr>
            <a:xfrm rot="-3259224">
              <a:off x="5460639" y="2051763"/>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0/0/3</a:t>
              </a:r>
              <a:endParaRPr sz="1400">
                <a:solidFill>
                  <a:schemeClr val="dk1"/>
                </a:solidFill>
                <a:latin typeface="Arial"/>
                <a:ea typeface="Arial"/>
                <a:cs typeface="Arial"/>
                <a:sym typeface="Arial"/>
              </a:endParaRPr>
            </a:p>
          </p:txBody>
        </p:sp>
        <p:sp>
          <p:nvSpPr>
            <p:cNvPr id="1029" name="Google Shape;1029;p25"/>
            <p:cNvSpPr/>
            <p:nvPr/>
          </p:nvSpPr>
          <p:spPr>
            <a:xfrm>
              <a:off x="2647895" y="2240868"/>
              <a:ext cx="914861"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Host 1</a:t>
              </a:r>
              <a:endParaRPr sz="1600">
                <a:solidFill>
                  <a:schemeClr val="dk1"/>
                </a:solidFill>
                <a:latin typeface="Arial"/>
                <a:ea typeface="Arial"/>
                <a:cs typeface="Arial"/>
                <a:sym typeface="Arial"/>
              </a:endParaRPr>
            </a:p>
          </p:txBody>
        </p:sp>
        <p:sp>
          <p:nvSpPr>
            <p:cNvPr id="1030" name="Google Shape;1030;p25"/>
            <p:cNvSpPr/>
            <p:nvPr/>
          </p:nvSpPr>
          <p:spPr>
            <a:xfrm>
              <a:off x="8264519" y="2240868"/>
              <a:ext cx="914861"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Host 2</a:t>
              </a:r>
              <a:endParaRPr sz="1600">
                <a:solidFill>
                  <a:schemeClr val="dk1"/>
                </a:solidFill>
                <a:latin typeface="Arial"/>
                <a:ea typeface="Arial"/>
                <a:cs typeface="Arial"/>
                <a:sym typeface="Arial"/>
              </a:endParaRPr>
            </a:p>
          </p:txBody>
        </p:sp>
        <p:sp>
          <p:nvSpPr>
            <p:cNvPr id="1031" name="Google Shape;1031;p25"/>
            <p:cNvSpPr/>
            <p:nvPr/>
          </p:nvSpPr>
          <p:spPr>
            <a:xfrm>
              <a:off x="2686993" y="3293498"/>
              <a:ext cx="875469"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IP1</a:t>
              </a:r>
              <a:endParaRPr/>
            </a:p>
            <a:p>
              <a:pPr indent="0" lvl="0" marL="0" marR="0" rtl="0" algn="ctr">
                <a:spcBef>
                  <a:spcPts val="0"/>
                </a:spcBef>
                <a:spcAft>
                  <a:spcPts val="0"/>
                </a:spcAft>
                <a:buNone/>
              </a:pPr>
              <a:r>
                <a:rPr lang="en-US" sz="1400">
                  <a:solidFill>
                    <a:schemeClr val="dk1"/>
                  </a:solidFill>
                  <a:latin typeface="Arial"/>
                  <a:ea typeface="Arial"/>
                  <a:cs typeface="Arial"/>
                  <a:sym typeface="Arial"/>
                </a:rPr>
                <a:t>MAC1</a:t>
              </a:r>
              <a:endParaRPr sz="1400">
                <a:solidFill>
                  <a:schemeClr val="dk1"/>
                </a:solidFill>
                <a:latin typeface="Arial"/>
                <a:ea typeface="Arial"/>
                <a:cs typeface="Arial"/>
                <a:sym typeface="Arial"/>
              </a:endParaRPr>
            </a:p>
          </p:txBody>
        </p:sp>
        <p:sp>
          <p:nvSpPr>
            <p:cNvPr id="1032" name="Google Shape;1032;p25"/>
            <p:cNvSpPr/>
            <p:nvPr/>
          </p:nvSpPr>
          <p:spPr>
            <a:xfrm>
              <a:off x="8292244" y="3284984"/>
              <a:ext cx="839465"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IP2</a:t>
              </a:r>
              <a:endParaRPr/>
            </a:p>
            <a:p>
              <a:pPr indent="0" lvl="0" marL="0" marR="0" rtl="0" algn="ctr">
                <a:spcBef>
                  <a:spcPts val="0"/>
                </a:spcBef>
                <a:spcAft>
                  <a:spcPts val="0"/>
                </a:spcAft>
                <a:buNone/>
              </a:pPr>
              <a:r>
                <a:rPr lang="en-US" sz="1400">
                  <a:solidFill>
                    <a:schemeClr val="dk1"/>
                  </a:solidFill>
                  <a:latin typeface="Arial"/>
                  <a:ea typeface="Arial"/>
                  <a:cs typeface="Arial"/>
                  <a:sym typeface="Arial"/>
                </a:rPr>
                <a:t>MAC2</a:t>
              </a:r>
              <a:endParaRPr sz="1400">
                <a:solidFill>
                  <a:schemeClr val="dk1"/>
                </a:solidFill>
                <a:latin typeface="Arial"/>
                <a:ea typeface="Arial"/>
                <a:cs typeface="Arial"/>
                <a:sym typeface="Arial"/>
              </a:endParaRPr>
            </a:p>
          </p:txBody>
        </p:sp>
      </p:grpSp>
      <p:sp>
        <p:nvSpPr>
          <p:cNvPr id="1033" name="Google Shape;1033;p25"/>
          <p:cNvSpPr/>
          <p:nvPr/>
        </p:nvSpPr>
        <p:spPr>
          <a:xfrm>
            <a:off x="5074589" y="3454253"/>
            <a:ext cx="198022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a:t>
            </a:r>
            <a:endParaRPr/>
          </a:p>
        </p:txBody>
      </p:sp>
      <p:sp>
        <p:nvSpPr>
          <p:cNvPr id="1034" name="Google Shape;1034;p25"/>
          <p:cNvSpPr/>
          <p:nvPr/>
        </p:nvSpPr>
        <p:spPr>
          <a:xfrm rot="5400000">
            <a:off x="5856294" y="3839575"/>
            <a:ext cx="511327" cy="356242"/>
          </a:xfrm>
          <a:prstGeom prst="rightArrow">
            <a:avLst>
              <a:gd fmla="val 40000" name="adj1"/>
              <a:gd fmla="val 50000" name="adj2"/>
            </a:avLst>
          </a:prstGeom>
          <a:gradFill>
            <a:gsLst>
              <a:gs pos="0">
                <a:srgbClr val="F6F9FC">
                  <a:alpha val="0"/>
                </a:srgbClr>
              </a:gs>
              <a:gs pos="15000">
                <a:srgbClr val="F6F9FC">
                  <a:alpha val="0"/>
                </a:srgbClr>
              </a:gs>
              <a:gs pos="81000">
                <a:srgbClr val="99DFF9"/>
              </a:gs>
              <a:gs pos="100000">
                <a:srgbClr val="99DFF9"/>
              </a:gs>
            </a:gsLst>
            <a:lin ang="0" scaled="0"/>
          </a:gradFill>
          <a:ln cap="flat" cmpd="sng" w="15875">
            <a:solidFill>
              <a:srgbClr val="F6F9F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26"/>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00"/>
              <a:buChar char="●"/>
            </a:pPr>
            <a:r>
              <a:rPr lang="en-US" sz="2000"/>
              <a:t>A switch processes the frames entering an interface over a transmission medium in three ways:</a:t>
            </a:r>
            <a:endParaRPr sz="2000"/>
          </a:p>
        </p:txBody>
      </p:sp>
      <p:sp>
        <p:nvSpPr>
          <p:cNvPr id="1040" name="Google Shape;1040;p26"/>
          <p:cNvSpPr txBox="1"/>
          <p:nvPr>
            <p:ph type="title"/>
          </p:nvPr>
        </p:nvSpPr>
        <p:spPr>
          <a:xfrm>
            <a:off x="1594800" y="452604"/>
            <a:ext cx="10163252"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Three Frame Processing Behaviors of a Switch</a:t>
            </a:r>
            <a:endParaRPr/>
          </a:p>
        </p:txBody>
      </p:sp>
      <p:sp>
        <p:nvSpPr>
          <p:cNvPr id="1041" name="Google Shape;1041;p26"/>
          <p:cNvSpPr/>
          <p:nvPr/>
        </p:nvSpPr>
        <p:spPr>
          <a:xfrm>
            <a:off x="2801634" y="1988840"/>
            <a:ext cx="5112568" cy="775829"/>
          </a:xfrm>
          <a:prstGeom prst="rect">
            <a:avLst/>
          </a:prstGeom>
          <a:solidFill>
            <a:srgbClr val="F3FBFE"/>
          </a:solidFill>
          <a:ln cap="flat" cmpd="sng" w="19050">
            <a:solidFill>
              <a:srgbClr val="99DF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042" name="Google Shape;1042;p26"/>
          <p:cNvSpPr/>
          <p:nvPr/>
        </p:nvSpPr>
        <p:spPr>
          <a:xfrm>
            <a:off x="3179676" y="2476639"/>
            <a:ext cx="792088" cy="2880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Port 1</a:t>
            </a:r>
            <a:endParaRPr sz="1200">
              <a:solidFill>
                <a:schemeClr val="dk1"/>
              </a:solidFill>
              <a:latin typeface="Arial"/>
              <a:ea typeface="Arial"/>
              <a:cs typeface="Arial"/>
              <a:sym typeface="Arial"/>
            </a:endParaRPr>
          </a:p>
        </p:txBody>
      </p:sp>
      <p:sp>
        <p:nvSpPr>
          <p:cNvPr id="1043" name="Google Shape;1043;p26"/>
          <p:cNvSpPr/>
          <p:nvPr/>
        </p:nvSpPr>
        <p:spPr>
          <a:xfrm>
            <a:off x="4235793" y="2476639"/>
            <a:ext cx="792088" cy="2880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Port 2</a:t>
            </a:r>
            <a:endParaRPr sz="1200">
              <a:solidFill>
                <a:schemeClr val="dk1"/>
              </a:solidFill>
              <a:latin typeface="Arial"/>
              <a:ea typeface="Arial"/>
              <a:cs typeface="Arial"/>
              <a:sym typeface="Arial"/>
            </a:endParaRPr>
          </a:p>
        </p:txBody>
      </p:sp>
      <p:sp>
        <p:nvSpPr>
          <p:cNvPr id="1044" name="Google Shape;1044;p26"/>
          <p:cNvSpPr/>
          <p:nvPr/>
        </p:nvSpPr>
        <p:spPr>
          <a:xfrm>
            <a:off x="5291910" y="2476639"/>
            <a:ext cx="792088" cy="2880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Port 3</a:t>
            </a:r>
            <a:endParaRPr sz="1200">
              <a:solidFill>
                <a:schemeClr val="dk1"/>
              </a:solidFill>
              <a:latin typeface="Arial"/>
              <a:ea typeface="Arial"/>
              <a:cs typeface="Arial"/>
              <a:sym typeface="Arial"/>
            </a:endParaRPr>
          </a:p>
        </p:txBody>
      </p:sp>
      <p:sp>
        <p:nvSpPr>
          <p:cNvPr id="1045" name="Google Shape;1045;p26"/>
          <p:cNvSpPr/>
          <p:nvPr/>
        </p:nvSpPr>
        <p:spPr>
          <a:xfrm>
            <a:off x="6348028" y="2476639"/>
            <a:ext cx="792088" cy="2880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Port 4</a:t>
            </a:r>
            <a:endParaRPr sz="1200">
              <a:solidFill>
                <a:schemeClr val="dk1"/>
              </a:solidFill>
              <a:latin typeface="Arial"/>
              <a:ea typeface="Arial"/>
              <a:cs typeface="Arial"/>
              <a:sym typeface="Arial"/>
            </a:endParaRPr>
          </a:p>
        </p:txBody>
      </p:sp>
      <p:sp>
        <p:nvSpPr>
          <p:cNvPr id="1046" name="Google Shape;1046;p26"/>
          <p:cNvSpPr/>
          <p:nvPr/>
        </p:nvSpPr>
        <p:spPr>
          <a:xfrm>
            <a:off x="3547950" y="2260614"/>
            <a:ext cx="1043189" cy="253220"/>
          </a:xfrm>
          <a:custGeom>
            <a:rect b="b" l="l" r="r" t="t"/>
            <a:pathLst>
              <a:path extrusionOk="0" h="296312" w="1043189">
                <a:moveTo>
                  <a:pt x="1043189" y="270554"/>
                </a:moveTo>
                <a:cubicBezTo>
                  <a:pt x="885423" y="133179"/>
                  <a:pt x="727657" y="-4195"/>
                  <a:pt x="553792" y="98"/>
                </a:cubicBezTo>
                <a:cubicBezTo>
                  <a:pt x="379927" y="4391"/>
                  <a:pt x="189963" y="150351"/>
                  <a:pt x="0" y="296312"/>
                </a:cubicBez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047" name="Google Shape;1047;p26"/>
          <p:cNvSpPr/>
          <p:nvPr/>
        </p:nvSpPr>
        <p:spPr>
          <a:xfrm flipH="1">
            <a:off x="4601834" y="2260614"/>
            <a:ext cx="1043189" cy="253220"/>
          </a:xfrm>
          <a:custGeom>
            <a:rect b="b" l="l" r="r" t="t"/>
            <a:pathLst>
              <a:path extrusionOk="0" h="296312" w="1043189">
                <a:moveTo>
                  <a:pt x="1043189" y="270554"/>
                </a:moveTo>
                <a:cubicBezTo>
                  <a:pt x="885423" y="133179"/>
                  <a:pt x="727657" y="-4195"/>
                  <a:pt x="553792" y="98"/>
                </a:cubicBezTo>
                <a:cubicBezTo>
                  <a:pt x="379927" y="4391"/>
                  <a:pt x="189963" y="150351"/>
                  <a:pt x="0" y="296312"/>
                </a:cubicBez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048" name="Google Shape;1048;p26"/>
          <p:cNvSpPr/>
          <p:nvPr/>
        </p:nvSpPr>
        <p:spPr>
          <a:xfrm>
            <a:off x="4600172" y="2060849"/>
            <a:ext cx="2089150" cy="424545"/>
          </a:xfrm>
          <a:custGeom>
            <a:rect b="b" l="l" r="r" t="t"/>
            <a:pathLst>
              <a:path extrusionOk="0" h="463609" w="2089150">
                <a:moveTo>
                  <a:pt x="0" y="463609"/>
                </a:moveTo>
                <a:cubicBezTo>
                  <a:pt x="343429" y="233950"/>
                  <a:pt x="686858" y="4292"/>
                  <a:pt x="1035050" y="59"/>
                </a:cubicBezTo>
                <a:cubicBezTo>
                  <a:pt x="1383242" y="-4174"/>
                  <a:pt x="1736196" y="217017"/>
                  <a:pt x="2089150" y="438209"/>
                </a:cubicBez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049" name="Google Shape;1049;p26"/>
          <p:cNvSpPr/>
          <p:nvPr/>
        </p:nvSpPr>
        <p:spPr>
          <a:xfrm>
            <a:off x="7122114" y="2005100"/>
            <a:ext cx="79208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Switch</a:t>
            </a:r>
            <a:endParaRPr/>
          </a:p>
        </p:txBody>
      </p:sp>
      <p:sp>
        <p:nvSpPr>
          <p:cNvPr id="1050" name="Google Shape;1050;p26"/>
          <p:cNvSpPr/>
          <p:nvPr/>
        </p:nvSpPr>
        <p:spPr>
          <a:xfrm>
            <a:off x="4925870" y="2332622"/>
            <a:ext cx="324036" cy="216024"/>
          </a:xfrm>
          <a:prstGeom prst="rect">
            <a:avLst/>
          </a:prstGeom>
          <a:solidFill>
            <a:srgbClr val="99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000000"/>
              </a:solidFill>
              <a:latin typeface="Arial"/>
              <a:ea typeface="Arial"/>
              <a:cs typeface="Arial"/>
              <a:sym typeface="Arial"/>
            </a:endParaRPr>
          </a:p>
        </p:txBody>
      </p:sp>
      <p:sp>
        <p:nvSpPr>
          <p:cNvPr id="1051" name="Google Shape;1051;p26"/>
          <p:cNvSpPr/>
          <p:nvPr/>
        </p:nvSpPr>
        <p:spPr>
          <a:xfrm>
            <a:off x="3917758" y="2332622"/>
            <a:ext cx="324036" cy="216024"/>
          </a:xfrm>
          <a:prstGeom prst="rect">
            <a:avLst/>
          </a:prstGeom>
          <a:solidFill>
            <a:srgbClr val="99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000000"/>
              </a:solidFill>
              <a:latin typeface="Arial"/>
              <a:ea typeface="Arial"/>
              <a:cs typeface="Arial"/>
              <a:sym typeface="Arial"/>
            </a:endParaRPr>
          </a:p>
        </p:txBody>
      </p:sp>
      <p:sp>
        <p:nvSpPr>
          <p:cNvPr id="1052" name="Google Shape;1052;p26"/>
          <p:cNvSpPr/>
          <p:nvPr/>
        </p:nvSpPr>
        <p:spPr>
          <a:xfrm>
            <a:off x="5501934" y="2132857"/>
            <a:ext cx="324036" cy="216024"/>
          </a:xfrm>
          <a:prstGeom prst="rect">
            <a:avLst/>
          </a:prstGeom>
          <a:solidFill>
            <a:srgbClr val="99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000000"/>
              </a:solidFill>
              <a:latin typeface="Arial"/>
              <a:ea typeface="Arial"/>
              <a:cs typeface="Arial"/>
              <a:sym typeface="Arial"/>
            </a:endParaRPr>
          </a:p>
        </p:txBody>
      </p:sp>
      <p:cxnSp>
        <p:nvCxnSpPr>
          <p:cNvPr id="1053" name="Google Shape;1053;p26"/>
          <p:cNvCxnSpPr/>
          <p:nvPr/>
        </p:nvCxnSpPr>
        <p:spPr>
          <a:xfrm rot="5400000">
            <a:off x="3431716" y="2872670"/>
            <a:ext cx="216000" cy="0"/>
          </a:xfrm>
          <a:prstGeom prst="straightConnector1">
            <a:avLst/>
          </a:prstGeom>
          <a:solidFill>
            <a:schemeClr val="accent1"/>
          </a:solidFill>
          <a:ln cap="flat" cmpd="sng" w="19050">
            <a:solidFill>
              <a:schemeClr val="dk1"/>
            </a:solidFill>
            <a:prstDash val="solid"/>
            <a:round/>
            <a:headEnd len="sm" w="sm" type="none"/>
            <a:tailEnd len="med" w="med" type="triangle"/>
          </a:ln>
        </p:spPr>
      </p:cxnSp>
      <p:cxnSp>
        <p:nvCxnSpPr>
          <p:cNvPr id="1054" name="Google Shape;1054;p26"/>
          <p:cNvCxnSpPr/>
          <p:nvPr/>
        </p:nvCxnSpPr>
        <p:spPr>
          <a:xfrm rot="5400000">
            <a:off x="4511836" y="2872670"/>
            <a:ext cx="216000" cy="0"/>
          </a:xfrm>
          <a:prstGeom prst="straightConnector1">
            <a:avLst/>
          </a:prstGeom>
          <a:solidFill>
            <a:schemeClr val="accent1"/>
          </a:solidFill>
          <a:ln cap="flat" cmpd="sng" w="19050">
            <a:solidFill>
              <a:srgbClr val="3FCDFF"/>
            </a:solidFill>
            <a:prstDash val="solid"/>
            <a:round/>
            <a:headEnd len="med" w="med" type="triangle"/>
            <a:tailEnd len="sm" w="sm" type="none"/>
          </a:ln>
        </p:spPr>
      </p:cxnSp>
      <p:cxnSp>
        <p:nvCxnSpPr>
          <p:cNvPr id="1055" name="Google Shape;1055;p26"/>
          <p:cNvCxnSpPr/>
          <p:nvPr/>
        </p:nvCxnSpPr>
        <p:spPr>
          <a:xfrm rot="5400000">
            <a:off x="5519948" y="2872670"/>
            <a:ext cx="216000" cy="0"/>
          </a:xfrm>
          <a:prstGeom prst="straightConnector1">
            <a:avLst/>
          </a:prstGeom>
          <a:solidFill>
            <a:schemeClr val="accent1"/>
          </a:solidFill>
          <a:ln cap="flat" cmpd="sng" w="19050">
            <a:solidFill>
              <a:schemeClr val="dk1"/>
            </a:solidFill>
            <a:prstDash val="solid"/>
            <a:round/>
            <a:headEnd len="sm" w="sm" type="none"/>
            <a:tailEnd len="med" w="med" type="triangle"/>
          </a:ln>
        </p:spPr>
      </p:cxnSp>
      <p:cxnSp>
        <p:nvCxnSpPr>
          <p:cNvPr id="1056" name="Google Shape;1056;p26"/>
          <p:cNvCxnSpPr/>
          <p:nvPr/>
        </p:nvCxnSpPr>
        <p:spPr>
          <a:xfrm rot="5400000">
            <a:off x="6600068" y="2872670"/>
            <a:ext cx="216000" cy="0"/>
          </a:xfrm>
          <a:prstGeom prst="straightConnector1">
            <a:avLst/>
          </a:prstGeom>
          <a:solidFill>
            <a:schemeClr val="accent1"/>
          </a:solidFill>
          <a:ln cap="flat" cmpd="sng" w="19050">
            <a:solidFill>
              <a:schemeClr val="dk1"/>
            </a:solidFill>
            <a:prstDash val="solid"/>
            <a:round/>
            <a:headEnd len="sm" w="sm" type="none"/>
            <a:tailEnd len="med" w="med" type="triangle"/>
          </a:ln>
        </p:spPr>
      </p:cxnSp>
      <p:sp>
        <p:nvSpPr>
          <p:cNvPr id="1057" name="Google Shape;1057;p26"/>
          <p:cNvSpPr/>
          <p:nvPr/>
        </p:nvSpPr>
        <p:spPr>
          <a:xfrm>
            <a:off x="4457818" y="2996953"/>
            <a:ext cx="324036" cy="216024"/>
          </a:xfrm>
          <a:prstGeom prst="rect">
            <a:avLst/>
          </a:prstGeom>
          <a:solidFill>
            <a:srgbClr val="99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000000"/>
              </a:solidFill>
              <a:latin typeface="Arial"/>
              <a:ea typeface="Arial"/>
              <a:cs typeface="Arial"/>
              <a:sym typeface="Arial"/>
            </a:endParaRPr>
          </a:p>
        </p:txBody>
      </p:sp>
      <p:sp>
        <p:nvSpPr>
          <p:cNvPr id="1058" name="Google Shape;1058;p26"/>
          <p:cNvSpPr/>
          <p:nvPr/>
        </p:nvSpPr>
        <p:spPr>
          <a:xfrm>
            <a:off x="3377698" y="2996953"/>
            <a:ext cx="324036" cy="216024"/>
          </a:xfrm>
          <a:prstGeom prst="rect">
            <a:avLst/>
          </a:prstGeom>
          <a:solidFill>
            <a:srgbClr val="99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000000"/>
              </a:solidFill>
              <a:latin typeface="Arial"/>
              <a:ea typeface="Arial"/>
              <a:cs typeface="Arial"/>
              <a:sym typeface="Arial"/>
            </a:endParaRPr>
          </a:p>
        </p:txBody>
      </p:sp>
      <p:sp>
        <p:nvSpPr>
          <p:cNvPr id="1059" name="Google Shape;1059;p26"/>
          <p:cNvSpPr/>
          <p:nvPr/>
        </p:nvSpPr>
        <p:spPr>
          <a:xfrm>
            <a:off x="5465930" y="2996953"/>
            <a:ext cx="324036" cy="216024"/>
          </a:xfrm>
          <a:prstGeom prst="rect">
            <a:avLst/>
          </a:prstGeom>
          <a:solidFill>
            <a:srgbClr val="99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000000"/>
              </a:solidFill>
              <a:latin typeface="Arial"/>
              <a:ea typeface="Arial"/>
              <a:cs typeface="Arial"/>
              <a:sym typeface="Arial"/>
            </a:endParaRPr>
          </a:p>
        </p:txBody>
      </p:sp>
      <p:sp>
        <p:nvSpPr>
          <p:cNvPr id="1060" name="Google Shape;1060;p26"/>
          <p:cNvSpPr/>
          <p:nvPr/>
        </p:nvSpPr>
        <p:spPr>
          <a:xfrm>
            <a:off x="6546050" y="2996953"/>
            <a:ext cx="324036" cy="216024"/>
          </a:xfrm>
          <a:prstGeom prst="rect">
            <a:avLst/>
          </a:prstGeom>
          <a:solidFill>
            <a:srgbClr val="99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000000"/>
              </a:solidFill>
              <a:latin typeface="Arial"/>
              <a:ea typeface="Arial"/>
              <a:cs typeface="Arial"/>
              <a:sym typeface="Arial"/>
            </a:endParaRPr>
          </a:p>
        </p:txBody>
      </p:sp>
      <p:sp>
        <p:nvSpPr>
          <p:cNvPr id="1061" name="Google Shape;1061;p26"/>
          <p:cNvSpPr/>
          <p:nvPr/>
        </p:nvSpPr>
        <p:spPr>
          <a:xfrm>
            <a:off x="7998453" y="2115144"/>
            <a:ext cx="1128724"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Flooding</a:t>
            </a:r>
            <a:endParaRPr b="1" sz="1400">
              <a:solidFill>
                <a:schemeClr val="dk1"/>
              </a:solidFill>
              <a:latin typeface="Arial"/>
              <a:ea typeface="Arial"/>
              <a:cs typeface="Arial"/>
              <a:sym typeface="Arial"/>
            </a:endParaRPr>
          </a:p>
        </p:txBody>
      </p:sp>
      <p:sp>
        <p:nvSpPr>
          <p:cNvPr id="1062" name="Google Shape;1062;p26"/>
          <p:cNvSpPr/>
          <p:nvPr/>
        </p:nvSpPr>
        <p:spPr>
          <a:xfrm>
            <a:off x="2801634" y="3607441"/>
            <a:ext cx="5112568" cy="756778"/>
          </a:xfrm>
          <a:prstGeom prst="rect">
            <a:avLst/>
          </a:prstGeom>
          <a:solidFill>
            <a:srgbClr val="F3FBFE"/>
          </a:solidFill>
          <a:ln cap="flat" cmpd="sng" w="19050">
            <a:solidFill>
              <a:srgbClr val="99DF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063" name="Google Shape;1063;p26"/>
          <p:cNvSpPr/>
          <p:nvPr/>
        </p:nvSpPr>
        <p:spPr>
          <a:xfrm>
            <a:off x="3179676" y="4077931"/>
            <a:ext cx="792088" cy="2880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Port 1</a:t>
            </a:r>
            <a:endParaRPr sz="1200">
              <a:solidFill>
                <a:schemeClr val="dk1"/>
              </a:solidFill>
              <a:latin typeface="Arial"/>
              <a:ea typeface="Arial"/>
              <a:cs typeface="Arial"/>
              <a:sym typeface="Arial"/>
            </a:endParaRPr>
          </a:p>
        </p:txBody>
      </p:sp>
      <p:sp>
        <p:nvSpPr>
          <p:cNvPr id="1064" name="Google Shape;1064;p26"/>
          <p:cNvSpPr/>
          <p:nvPr/>
        </p:nvSpPr>
        <p:spPr>
          <a:xfrm>
            <a:off x="4235793" y="4077931"/>
            <a:ext cx="792088" cy="2880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Port 2</a:t>
            </a:r>
            <a:endParaRPr sz="1200">
              <a:solidFill>
                <a:schemeClr val="dk1"/>
              </a:solidFill>
              <a:latin typeface="Arial"/>
              <a:ea typeface="Arial"/>
              <a:cs typeface="Arial"/>
              <a:sym typeface="Arial"/>
            </a:endParaRPr>
          </a:p>
        </p:txBody>
      </p:sp>
      <p:sp>
        <p:nvSpPr>
          <p:cNvPr id="1065" name="Google Shape;1065;p26"/>
          <p:cNvSpPr/>
          <p:nvPr/>
        </p:nvSpPr>
        <p:spPr>
          <a:xfrm>
            <a:off x="5291910" y="4077931"/>
            <a:ext cx="792088" cy="2880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Port 3</a:t>
            </a:r>
            <a:endParaRPr sz="1200">
              <a:solidFill>
                <a:schemeClr val="dk1"/>
              </a:solidFill>
              <a:latin typeface="Arial"/>
              <a:ea typeface="Arial"/>
              <a:cs typeface="Arial"/>
              <a:sym typeface="Arial"/>
            </a:endParaRPr>
          </a:p>
        </p:txBody>
      </p:sp>
      <p:sp>
        <p:nvSpPr>
          <p:cNvPr id="1066" name="Google Shape;1066;p26"/>
          <p:cNvSpPr/>
          <p:nvPr/>
        </p:nvSpPr>
        <p:spPr>
          <a:xfrm>
            <a:off x="6348028" y="4077931"/>
            <a:ext cx="792088" cy="2880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Port 4</a:t>
            </a:r>
            <a:endParaRPr sz="1200">
              <a:solidFill>
                <a:schemeClr val="dk1"/>
              </a:solidFill>
              <a:latin typeface="Arial"/>
              <a:ea typeface="Arial"/>
              <a:cs typeface="Arial"/>
              <a:sym typeface="Arial"/>
            </a:endParaRPr>
          </a:p>
        </p:txBody>
      </p:sp>
      <p:sp>
        <p:nvSpPr>
          <p:cNvPr id="1067" name="Google Shape;1067;p26"/>
          <p:cNvSpPr/>
          <p:nvPr/>
        </p:nvSpPr>
        <p:spPr>
          <a:xfrm>
            <a:off x="4600172" y="3788155"/>
            <a:ext cx="2089150" cy="298531"/>
          </a:xfrm>
          <a:custGeom>
            <a:rect b="b" l="l" r="r" t="t"/>
            <a:pathLst>
              <a:path extrusionOk="0" h="463609" w="2089150">
                <a:moveTo>
                  <a:pt x="0" y="463609"/>
                </a:moveTo>
                <a:cubicBezTo>
                  <a:pt x="343429" y="233950"/>
                  <a:pt x="686858" y="4292"/>
                  <a:pt x="1035050" y="59"/>
                </a:cubicBezTo>
                <a:cubicBezTo>
                  <a:pt x="1383242" y="-4174"/>
                  <a:pt x="1736196" y="217017"/>
                  <a:pt x="2089150" y="438209"/>
                </a:cubicBez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068" name="Google Shape;1068;p26"/>
          <p:cNvSpPr/>
          <p:nvPr/>
        </p:nvSpPr>
        <p:spPr>
          <a:xfrm>
            <a:off x="7122114" y="3588390"/>
            <a:ext cx="79208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Switch</a:t>
            </a:r>
            <a:endParaRPr/>
          </a:p>
        </p:txBody>
      </p:sp>
      <p:sp>
        <p:nvSpPr>
          <p:cNvPr id="1069" name="Google Shape;1069;p26"/>
          <p:cNvSpPr/>
          <p:nvPr/>
        </p:nvSpPr>
        <p:spPr>
          <a:xfrm>
            <a:off x="5501934" y="3860163"/>
            <a:ext cx="324036" cy="216024"/>
          </a:xfrm>
          <a:prstGeom prst="rect">
            <a:avLst/>
          </a:prstGeom>
          <a:solidFill>
            <a:srgbClr val="99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000000"/>
              </a:solidFill>
              <a:latin typeface="Arial"/>
              <a:ea typeface="Arial"/>
              <a:cs typeface="Arial"/>
              <a:sym typeface="Arial"/>
            </a:endParaRPr>
          </a:p>
        </p:txBody>
      </p:sp>
      <p:cxnSp>
        <p:nvCxnSpPr>
          <p:cNvPr id="1070" name="Google Shape;1070;p26"/>
          <p:cNvCxnSpPr/>
          <p:nvPr/>
        </p:nvCxnSpPr>
        <p:spPr>
          <a:xfrm rot="5400000">
            <a:off x="3431716" y="4472243"/>
            <a:ext cx="2160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071" name="Google Shape;1071;p26"/>
          <p:cNvCxnSpPr/>
          <p:nvPr/>
        </p:nvCxnSpPr>
        <p:spPr>
          <a:xfrm rot="5400000">
            <a:off x="4511836" y="4472243"/>
            <a:ext cx="216000" cy="0"/>
          </a:xfrm>
          <a:prstGeom prst="straightConnector1">
            <a:avLst/>
          </a:prstGeom>
          <a:solidFill>
            <a:schemeClr val="accent1"/>
          </a:solidFill>
          <a:ln cap="flat" cmpd="sng" w="19050">
            <a:solidFill>
              <a:srgbClr val="3FCDFF"/>
            </a:solidFill>
            <a:prstDash val="solid"/>
            <a:round/>
            <a:headEnd len="med" w="med" type="triangle"/>
            <a:tailEnd len="sm" w="sm" type="none"/>
          </a:ln>
        </p:spPr>
      </p:cxnSp>
      <p:cxnSp>
        <p:nvCxnSpPr>
          <p:cNvPr id="1072" name="Google Shape;1072;p26"/>
          <p:cNvCxnSpPr/>
          <p:nvPr/>
        </p:nvCxnSpPr>
        <p:spPr>
          <a:xfrm rot="5400000">
            <a:off x="5519948" y="4472243"/>
            <a:ext cx="2160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073" name="Google Shape;1073;p26"/>
          <p:cNvCxnSpPr/>
          <p:nvPr/>
        </p:nvCxnSpPr>
        <p:spPr>
          <a:xfrm rot="5400000">
            <a:off x="6600068" y="4472243"/>
            <a:ext cx="216000" cy="0"/>
          </a:xfrm>
          <a:prstGeom prst="straightConnector1">
            <a:avLst/>
          </a:prstGeom>
          <a:solidFill>
            <a:schemeClr val="accent1"/>
          </a:solidFill>
          <a:ln cap="flat" cmpd="sng" w="19050">
            <a:solidFill>
              <a:schemeClr val="dk1"/>
            </a:solidFill>
            <a:prstDash val="solid"/>
            <a:round/>
            <a:headEnd len="sm" w="sm" type="none"/>
            <a:tailEnd len="med" w="med" type="triangle"/>
          </a:ln>
        </p:spPr>
      </p:cxnSp>
      <p:sp>
        <p:nvSpPr>
          <p:cNvPr id="1074" name="Google Shape;1074;p26"/>
          <p:cNvSpPr/>
          <p:nvPr/>
        </p:nvSpPr>
        <p:spPr>
          <a:xfrm>
            <a:off x="4457818" y="4616247"/>
            <a:ext cx="324036" cy="216024"/>
          </a:xfrm>
          <a:prstGeom prst="rect">
            <a:avLst/>
          </a:prstGeom>
          <a:solidFill>
            <a:srgbClr val="99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000000"/>
              </a:solidFill>
              <a:latin typeface="Arial"/>
              <a:ea typeface="Arial"/>
              <a:cs typeface="Arial"/>
              <a:sym typeface="Arial"/>
            </a:endParaRPr>
          </a:p>
        </p:txBody>
      </p:sp>
      <p:sp>
        <p:nvSpPr>
          <p:cNvPr id="1075" name="Google Shape;1075;p26"/>
          <p:cNvSpPr/>
          <p:nvPr/>
        </p:nvSpPr>
        <p:spPr>
          <a:xfrm>
            <a:off x="6546050" y="4616247"/>
            <a:ext cx="324036" cy="216024"/>
          </a:xfrm>
          <a:prstGeom prst="rect">
            <a:avLst/>
          </a:prstGeom>
          <a:solidFill>
            <a:srgbClr val="99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000000"/>
              </a:solidFill>
              <a:latin typeface="Arial"/>
              <a:ea typeface="Arial"/>
              <a:cs typeface="Arial"/>
              <a:sym typeface="Arial"/>
            </a:endParaRPr>
          </a:p>
        </p:txBody>
      </p:sp>
      <p:sp>
        <p:nvSpPr>
          <p:cNvPr id="1076" name="Google Shape;1076;p26"/>
          <p:cNvSpPr/>
          <p:nvPr/>
        </p:nvSpPr>
        <p:spPr>
          <a:xfrm>
            <a:off x="7998453" y="3716438"/>
            <a:ext cx="1380836"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Forwarding</a:t>
            </a:r>
            <a:endParaRPr b="1" sz="1400">
              <a:solidFill>
                <a:schemeClr val="dk1"/>
              </a:solidFill>
              <a:latin typeface="Arial"/>
              <a:ea typeface="Arial"/>
              <a:cs typeface="Arial"/>
              <a:sym typeface="Arial"/>
            </a:endParaRPr>
          </a:p>
        </p:txBody>
      </p:sp>
      <p:grpSp>
        <p:nvGrpSpPr>
          <p:cNvPr id="1077" name="Google Shape;1077;p26"/>
          <p:cNvGrpSpPr/>
          <p:nvPr/>
        </p:nvGrpSpPr>
        <p:grpSpPr>
          <a:xfrm>
            <a:off x="2801634" y="5207684"/>
            <a:ext cx="5112568" cy="993632"/>
            <a:chOff x="3503712" y="2451635"/>
            <a:chExt cx="5112568" cy="993632"/>
          </a:xfrm>
        </p:grpSpPr>
        <p:sp>
          <p:nvSpPr>
            <p:cNvPr id="1078" name="Google Shape;1078;p26"/>
            <p:cNvSpPr/>
            <p:nvPr/>
          </p:nvSpPr>
          <p:spPr>
            <a:xfrm>
              <a:off x="3503712" y="2451635"/>
              <a:ext cx="5112568" cy="777600"/>
            </a:xfrm>
            <a:prstGeom prst="rect">
              <a:avLst/>
            </a:prstGeom>
            <a:solidFill>
              <a:srgbClr val="F3FBFE"/>
            </a:solidFill>
            <a:ln cap="flat" cmpd="sng" w="19050">
              <a:solidFill>
                <a:srgbClr val="99DF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079" name="Google Shape;1079;p26"/>
            <p:cNvSpPr/>
            <p:nvPr/>
          </p:nvSpPr>
          <p:spPr>
            <a:xfrm>
              <a:off x="3881754" y="2924945"/>
              <a:ext cx="792088" cy="2880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Port 1</a:t>
              </a:r>
              <a:endParaRPr sz="1200">
                <a:solidFill>
                  <a:schemeClr val="dk1"/>
                </a:solidFill>
                <a:latin typeface="Arial"/>
                <a:ea typeface="Arial"/>
                <a:cs typeface="Arial"/>
                <a:sym typeface="Arial"/>
              </a:endParaRPr>
            </a:p>
          </p:txBody>
        </p:sp>
        <p:sp>
          <p:nvSpPr>
            <p:cNvPr id="1080" name="Google Shape;1080;p26"/>
            <p:cNvSpPr/>
            <p:nvPr/>
          </p:nvSpPr>
          <p:spPr>
            <a:xfrm>
              <a:off x="4937871" y="2924945"/>
              <a:ext cx="792088" cy="2880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Port 2</a:t>
              </a:r>
              <a:endParaRPr sz="1200">
                <a:solidFill>
                  <a:schemeClr val="dk1"/>
                </a:solidFill>
                <a:latin typeface="Arial"/>
                <a:ea typeface="Arial"/>
                <a:cs typeface="Arial"/>
                <a:sym typeface="Arial"/>
              </a:endParaRPr>
            </a:p>
          </p:txBody>
        </p:sp>
        <p:sp>
          <p:nvSpPr>
            <p:cNvPr id="1081" name="Google Shape;1081;p26"/>
            <p:cNvSpPr/>
            <p:nvPr/>
          </p:nvSpPr>
          <p:spPr>
            <a:xfrm>
              <a:off x="5993988" y="2924945"/>
              <a:ext cx="792088" cy="2880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Port 3</a:t>
              </a:r>
              <a:endParaRPr sz="1200">
                <a:solidFill>
                  <a:schemeClr val="dk1"/>
                </a:solidFill>
                <a:latin typeface="Arial"/>
                <a:ea typeface="Arial"/>
                <a:cs typeface="Arial"/>
                <a:sym typeface="Arial"/>
              </a:endParaRPr>
            </a:p>
          </p:txBody>
        </p:sp>
        <p:sp>
          <p:nvSpPr>
            <p:cNvPr id="1082" name="Google Shape;1082;p26"/>
            <p:cNvSpPr/>
            <p:nvPr/>
          </p:nvSpPr>
          <p:spPr>
            <a:xfrm>
              <a:off x="7050106" y="2924945"/>
              <a:ext cx="792088" cy="2880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Port 4</a:t>
              </a:r>
              <a:endParaRPr sz="1200">
                <a:solidFill>
                  <a:schemeClr val="dk1"/>
                </a:solidFill>
                <a:latin typeface="Arial"/>
                <a:ea typeface="Arial"/>
                <a:cs typeface="Arial"/>
                <a:sym typeface="Arial"/>
              </a:endParaRPr>
            </a:p>
          </p:txBody>
        </p:sp>
        <p:sp>
          <p:nvSpPr>
            <p:cNvPr id="1083" name="Google Shape;1083;p26"/>
            <p:cNvSpPr/>
            <p:nvPr/>
          </p:nvSpPr>
          <p:spPr>
            <a:xfrm>
              <a:off x="7824192" y="2453406"/>
              <a:ext cx="79208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Switch</a:t>
              </a:r>
              <a:endParaRPr/>
            </a:p>
          </p:txBody>
        </p:sp>
        <p:cxnSp>
          <p:nvCxnSpPr>
            <p:cNvPr id="1084" name="Google Shape;1084;p26"/>
            <p:cNvCxnSpPr/>
            <p:nvPr/>
          </p:nvCxnSpPr>
          <p:spPr>
            <a:xfrm rot="5400000">
              <a:off x="4133794" y="3337267"/>
              <a:ext cx="2160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085" name="Google Shape;1085;p26"/>
            <p:cNvCxnSpPr/>
            <p:nvPr/>
          </p:nvCxnSpPr>
          <p:spPr>
            <a:xfrm rot="5400000">
              <a:off x="5213914" y="3337267"/>
              <a:ext cx="216000" cy="0"/>
            </a:xfrm>
            <a:prstGeom prst="straightConnector1">
              <a:avLst/>
            </a:prstGeom>
            <a:solidFill>
              <a:schemeClr val="accent1"/>
            </a:solidFill>
            <a:ln cap="flat" cmpd="sng" w="19050">
              <a:solidFill>
                <a:srgbClr val="3FCDFF"/>
              </a:solidFill>
              <a:prstDash val="solid"/>
              <a:round/>
              <a:headEnd len="med" w="med" type="triangle"/>
              <a:tailEnd len="sm" w="sm" type="none"/>
            </a:ln>
          </p:spPr>
        </p:cxnSp>
        <p:cxnSp>
          <p:nvCxnSpPr>
            <p:cNvPr id="1086" name="Google Shape;1086;p26"/>
            <p:cNvCxnSpPr/>
            <p:nvPr/>
          </p:nvCxnSpPr>
          <p:spPr>
            <a:xfrm rot="5400000">
              <a:off x="6222026" y="3337267"/>
              <a:ext cx="2160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087" name="Google Shape;1087;p26"/>
            <p:cNvCxnSpPr/>
            <p:nvPr/>
          </p:nvCxnSpPr>
          <p:spPr>
            <a:xfrm rot="5400000">
              <a:off x="7302146" y="3337267"/>
              <a:ext cx="216000" cy="0"/>
            </a:xfrm>
            <a:prstGeom prst="straightConnector1">
              <a:avLst/>
            </a:prstGeom>
            <a:solidFill>
              <a:schemeClr val="accent1"/>
            </a:solidFill>
            <a:ln cap="flat" cmpd="sng" w="19050">
              <a:solidFill>
                <a:schemeClr val="dk1"/>
              </a:solidFill>
              <a:prstDash val="solid"/>
              <a:round/>
              <a:headEnd len="sm" w="sm" type="none"/>
              <a:tailEnd len="sm" w="sm" type="none"/>
            </a:ln>
          </p:spPr>
        </p:cxnSp>
      </p:grpSp>
      <p:sp>
        <p:nvSpPr>
          <p:cNvPr id="1088" name="Google Shape;1088;p26"/>
          <p:cNvSpPr/>
          <p:nvPr/>
        </p:nvSpPr>
        <p:spPr>
          <a:xfrm>
            <a:off x="7998453" y="5301790"/>
            <a:ext cx="1304696"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Discarding</a:t>
            </a:r>
            <a:endParaRPr b="1" sz="1400">
              <a:solidFill>
                <a:schemeClr val="dk1"/>
              </a:solidFill>
              <a:latin typeface="Arial"/>
              <a:ea typeface="Arial"/>
              <a:cs typeface="Arial"/>
              <a:sym typeface="Arial"/>
            </a:endParaRPr>
          </a:p>
        </p:txBody>
      </p:sp>
      <p:sp>
        <p:nvSpPr>
          <p:cNvPr id="1089" name="Google Shape;1089;p26"/>
          <p:cNvSpPr/>
          <p:nvPr/>
        </p:nvSpPr>
        <p:spPr>
          <a:xfrm>
            <a:off x="9505315" y="5869143"/>
            <a:ext cx="324036" cy="216024"/>
          </a:xfrm>
          <a:prstGeom prst="rect">
            <a:avLst/>
          </a:prstGeom>
          <a:solidFill>
            <a:srgbClr val="99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000000"/>
              </a:solidFill>
              <a:latin typeface="Arial"/>
              <a:ea typeface="Arial"/>
              <a:cs typeface="Arial"/>
              <a:sym typeface="Arial"/>
            </a:endParaRPr>
          </a:p>
        </p:txBody>
      </p:sp>
      <p:sp>
        <p:nvSpPr>
          <p:cNvPr id="1090" name="Google Shape;1090;p26"/>
          <p:cNvSpPr/>
          <p:nvPr/>
        </p:nvSpPr>
        <p:spPr>
          <a:xfrm>
            <a:off x="9758402" y="5825010"/>
            <a:ext cx="859595"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Frame</a:t>
            </a:r>
            <a:endParaRPr/>
          </a:p>
        </p:txBody>
      </p:sp>
      <p:grpSp>
        <p:nvGrpSpPr>
          <p:cNvPr id="1091" name="Google Shape;1091;p26"/>
          <p:cNvGrpSpPr/>
          <p:nvPr/>
        </p:nvGrpSpPr>
        <p:grpSpPr>
          <a:xfrm>
            <a:off x="4447139" y="5381195"/>
            <a:ext cx="288000" cy="288000"/>
            <a:chOff x="856677" y="2615810"/>
            <a:chExt cx="288000" cy="288000"/>
          </a:xfrm>
        </p:grpSpPr>
        <p:sp>
          <p:nvSpPr>
            <p:cNvPr id="1092" name="Google Shape;1092;p26"/>
            <p:cNvSpPr/>
            <p:nvPr/>
          </p:nvSpPr>
          <p:spPr>
            <a:xfrm>
              <a:off x="856677" y="2615810"/>
              <a:ext cx="288000" cy="288000"/>
            </a:xfrm>
            <a:prstGeom prst="ellipse">
              <a:avLst/>
            </a:prstGeom>
            <a:solidFill>
              <a:srgbClr val="EC7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093" name="Google Shape;1093;p26"/>
            <p:cNvGrpSpPr/>
            <p:nvPr/>
          </p:nvGrpSpPr>
          <p:grpSpPr>
            <a:xfrm>
              <a:off x="898854" y="2657987"/>
              <a:ext cx="203646" cy="203647"/>
              <a:chOff x="864077" y="2609640"/>
              <a:chExt cx="288000" cy="288003"/>
            </a:xfrm>
          </p:grpSpPr>
          <p:cxnSp>
            <p:nvCxnSpPr>
              <p:cNvPr id="1094" name="Google Shape;1094;p26"/>
              <p:cNvCxnSpPr>
                <a:stCxn id="1092" idx="3"/>
                <a:endCxn id="1092" idx="7"/>
              </p:cNvCxnSpPr>
              <p:nvPr/>
            </p:nvCxnSpPr>
            <p:spPr>
              <a:xfrm flipH="1" rot="10800000">
                <a:off x="864077" y="2609644"/>
                <a:ext cx="288000" cy="288000"/>
              </a:xfrm>
              <a:prstGeom prst="straightConnector1">
                <a:avLst/>
              </a:prstGeom>
              <a:solidFill>
                <a:srgbClr val="EC7061"/>
              </a:solidFill>
              <a:ln cap="rnd" cmpd="sng" w="38100">
                <a:solidFill>
                  <a:schemeClr val="lt1"/>
                </a:solidFill>
                <a:prstDash val="solid"/>
                <a:round/>
                <a:headEnd len="sm" w="sm" type="none"/>
                <a:tailEnd len="sm" w="sm" type="none"/>
              </a:ln>
            </p:spPr>
          </p:cxnSp>
          <p:cxnSp>
            <p:nvCxnSpPr>
              <p:cNvPr id="1095" name="Google Shape;1095;p26"/>
              <p:cNvCxnSpPr>
                <a:stCxn id="1092" idx="1"/>
                <a:endCxn id="1092" idx="5"/>
              </p:cNvCxnSpPr>
              <p:nvPr/>
            </p:nvCxnSpPr>
            <p:spPr>
              <a:xfrm>
                <a:off x="864077" y="2609640"/>
                <a:ext cx="288000" cy="288000"/>
              </a:xfrm>
              <a:prstGeom prst="straightConnector1">
                <a:avLst/>
              </a:prstGeom>
              <a:solidFill>
                <a:srgbClr val="EC7061"/>
              </a:solidFill>
              <a:ln cap="rnd" cmpd="sng" w="38100">
                <a:solidFill>
                  <a:schemeClr val="lt1"/>
                </a:solidFill>
                <a:prstDash val="solid"/>
                <a:round/>
                <a:headEnd len="sm" w="sm" type="none"/>
                <a:tailEnd len="sm" w="sm" type="none"/>
              </a:ln>
            </p:spPr>
          </p:cxnSp>
        </p:gr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27"/>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Flooding</a:t>
            </a:r>
            <a:endParaRPr>
              <a:latin typeface="Arial"/>
              <a:ea typeface="Arial"/>
              <a:cs typeface="Arial"/>
              <a:sym typeface="Arial"/>
            </a:endParaRPr>
          </a:p>
        </p:txBody>
      </p:sp>
      <p:pic>
        <p:nvPicPr>
          <p:cNvPr id="1101" name="Google Shape;1101;p27"/>
          <p:cNvPicPr preferRelativeResize="0"/>
          <p:nvPr/>
        </p:nvPicPr>
        <p:blipFill rotWithShape="1">
          <a:blip r:embed="rId3">
            <a:alphaModFix/>
          </a:blip>
          <a:srcRect b="0" l="0" r="0" t="0"/>
          <a:stretch/>
        </p:blipFill>
        <p:spPr>
          <a:xfrm>
            <a:off x="5508342" y="2078062"/>
            <a:ext cx="790244" cy="648000"/>
          </a:xfrm>
          <a:prstGeom prst="rect">
            <a:avLst/>
          </a:prstGeom>
          <a:noFill/>
          <a:ln>
            <a:noFill/>
          </a:ln>
        </p:spPr>
      </p:pic>
      <p:pic>
        <p:nvPicPr>
          <p:cNvPr descr="PC.png" id="1102" name="Google Shape;1102;p27"/>
          <p:cNvPicPr preferRelativeResize="0"/>
          <p:nvPr/>
        </p:nvPicPr>
        <p:blipFill rotWithShape="1">
          <a:blip r:embed="rId4">
            <a:alphaModFix/>
          </a:blip>
          <a:srcRect b="0" l="0" r="0" t="0"/>
          <a:stretch/>
        </p:blipFill>
        <p:spPr>
          <a:xfrm>
            <a:off x="2691279" y="2078062"/>
            <a:ext cx="843751" cy="648000"/>
          </a:xfrm>
          <a:prstGeom prst="rect">
            <a:avLst/>
          </a:prstGeom>
          <a:noFill/>
          <a:ln>
            <a:noFill/>
          </a:ln>
        </p:spPr>
      </p:pic>
      <p:pic>
        <p:nvPicPr>
          <p:cNvPr descr="PC.png" id="1103" name="Google Shape;1103;p27"/>
          <p:cNvPicPr preferRelativeResize="0"/>
          <p:nvPr/>
        </p:nvPicPr>
        <p:blipFill rotWithShape="1">
          <a:blip r:embed="rId4">
            <a:alphaModFix/>
          </a:blip>
          <a:srcRect b="0" l="0" r="0" t="0"/>
          <a:stretch/>
        </p:blipFill>
        <p:spPr>
          <a:xfrm>
            <a:off x="8256240" y="2078062"/>
            <a:ext cx="843751" cy="648000"/>
          </a:xfrm>
          <a:prstGeom prst="rect">
            <a:avLst/>
          </a:prstGeom>
          <a:noFill/>
          <a:ln>
            <a:noFill/>
          </a:ln>
        </p:spPr>
      </p:pic>
      <p:cxnSp>
        <p:nvCxnSpPr>
          <p:cNvPr id="1104" name="Google Shape;1104;p27"/>
          <p:cNvCxnSpPr>
            <a:stCxn id="1102" idx="3"/>
            <a:endCxn id="1101" idx="1"/>
          </p:cNvCxnSpPr>
          <p:nvPr/>
        </p:nvCxnSpPr>
        <p:spPr>
          <a:xfrm>
            <a:off x="3535030" y="2402062"/>
            <a:ext cx="19734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105" name="Google Shape;1105;p27"/>
          <p:cNvCxnSpPr>
            <a:stCxn id="1101" idx="3"/>
            <a:endCxn id="1103" idx="1"/>
          </p:cNvCxnSpPr>
          <p:nvPr/>
        </p:nvCxnSpPr>
        <p:spPr>
          <a:xfrm>
            <a:off x="6298586" y="2402062"/>
            <a:ext cx="19578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106" name="Google Shape;1106;p27"/>
          <p:cNvCxnSpPr>
            <a:stCxn id="1101" idx="0"/>
          </p:cNvCxnSpPr>
          <p:nvPr/>
        </p:nvCxnSpPr>
        <p:spPr>
          <a:xfrm flipH="1" rot="10800000">
            <a:off x="5903464" y="1322062"/>
            <a:ext cx="532200" cy="756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1107" name="Google Shape;1107;p27"/>
          <p:cNvSpPr/>
          <p:nvPr/>
        </p:nvSpPr>
        <p:spPr>
          <a:xfrm>
            <a:off x="4599491" y="2125099"/>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0/0/1</a:t>
            </a:r>
            <a:endParaRPr sz="1400">
              <a:solidFill>
                <a:schemeClr val="dk1"/>
              </a:solidFill>
              <a:latin typeface="Arial"/>
              <a:ea typeface="Arial"/>
              <a:cs typeface="Arial"/>
              <a:sym typeface="Arial"/>
            </a:endParaRPr>
          </a:p>
        </p:txBody>
      </p:sp>
      <p:sp>
        <p:nvSpPr>
          <p:cNvPr id="1108" name="Google Shape;1108;p27"/>
          <p:cNvSpPr/>
          <p:nvPr/>
        </p:nvSpPr>
        <p:spPr>
          <a:xfrm>
            <a:off x="6183667" y="2125099"/>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0/0/2</a:t>
            </a:r>
            <a:endParaRPr sz="1400">
              <a:solidFill>
                <a:schemeClr val="dk1"/>
              </a:solidFill>
              <a:latin typeface="Arial"/>
              <a:ea typeface="Arial"/>
              <a:cs typeface="Arial"/>
              <a:sym typeface="Arial"/>
            </a:endParaRPr>
          </a:p>
        </p:txBody>
      </p:sp>
      <p:sp>
        <p:nvSpPr>
          <p:cNvPr id="1109" name="Google Shape;1109;p27"/>
          <p:cNvSpPr/>
          <p:nvPr/>
        </p:nvSpPr>
        <p:spPr>
          <a:xfrm rot="-3259224">
            <a:off x="5460639" y="1564921"/>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0/0/3</a:t>
            </a:r>
            <a:endParaRPr sz="1400">
              <a:solidFill>
                <a:schemeClr val="dk1"/>
              </a:solidFill>
              <a:latin typeface="Arial"/>
              <a:ea typeface="Arial"/>
              <a:cs typeface="Arial"/>
              <a:sym typeface="Arial"/>
            </a:endParaRPr>
          </a:p>
        </p:txBody>
      </p:sp>
      <p:sp>
        <p:nvSpPr>
          <p:cNvPr id="1110" name="Google Shape;1110;p27"/>
          <p:cNvSpPr/>
          <p:nvPr/>
        </p:nvSpPr>
        <p:spPr>
          <a:xfrm>
            <a:off x="2727283"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1</a:t>
            </a:r>
            <a:endParaRPr sz="1400">
              <a:solidFill>
                <a:schemeClr val="dk1"/>
              </a:solidFill>
              <a:latin typeface="Arial"/>
              <a:ea typeface="Arial"/>
              <a:cs typeface="Arial"/>
              <a:sym typeface="Arial"/>
            </a:endParaRPr>
          </a:p>
        </p:txBody>
      </p:sp>
      <p:sp>
        <p:nvSpPr>
          <p:cNvPr id="1111" name="Google Shape;1111;p27"/>
          <p:cNvSpPr/>
          <p:nvPr/>
        </p:nvSpPr>
        <p:spPr>
          <a:xfrm>
            <a:off x="8343907"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2</a:t>
            </a:r>
            <a:endParaRPr sz="1400">
              <a:solidFill>
                <a:schemeClr val="dk1"/>
              </a:solidFill>
              <a:latin typeface="Arial"/>
              <a:ea typeface="Arial"/>
              <a:cs typeface="Arial"/>
              <a:sym typeface="Arial"/>
            </a:endParaRPr>
          </a:p>
        </p:txBody>
      </p:sp>
      <p:sp>
        <p:nvSpPr>
          <p:cNvPr id="1112" name="Google Shape;1112;p27"/>
          <p:cNvSpPr/>
          <p:nvPr/>
        </p:nvSpPr>
        <p:spPr>
          <a:xfrm>
            <a:off x="2334850" y="2798142"/>
            <a:ext cx="2388025"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IP1: 192.168.1.1</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MAC1: 0050-5600-0001</a:t>
            </a:r>
            <a:endParaRPr sz="1400">
              <a:solidFill>
                <a:schemeClr val="dk1"/>
              </a:solidFill>
              <a:latin typeface="Arial"/>
              <a:ea typeface="Arial"/>
              <a:cs typeface="Arial"/>
              <a:sym typeface="Arial"/>
            </a:endParaRPr>
          </a:p>
        </p:txBody>
      </p:sp>
      <p:sp>
        <p:nvSpPr>
          <p:cNvPr id="1113" name="Google Shape;1113;p27"/>
          <p:cNvSpPr/>
          <p:nvPr/>
        </p:nvSpPr>
        <p:spPr>
          <a:xfrm>
            <a:off x="7969487" y="2798142"/>
            <a:ext cx="2261008"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IP2: 192.168.1.2</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MAC2: 0050-5600-0002</a:t>
            </a:r>
            <a:endParaRPr sz="1400">
              <a:solidFill>
                <a:schemeClr val="dk1"/>
              </a:solidFill>
              <a:latin typeface="Arial"/>
              <a:ea typeface="Arial"/>
              <a:cs typeface="Arial"/>
              <a:sym typeface="Arial"/>
            </a:endParaRPr>
          </a:p>
        </p:txBody>
      </p:sp>
      <p:cxnSp>
        <p:nvCxnSpPr>
          <p:cNvPr id="1114" name="Google Shape;1114;p27"/>
          <p:cNvCxnSpPr/>
          <p:nvPr/>
        </p:nvCxnSpPr>
        <p:spPr>
          <a:xfrm>
            <a:off x="4043772" y="2564904"/>
            <a:ext cx="796774" cy="0"/>
          </a:xfrm>
          <a:prstGeom prst="straightConnector1">
            <a:avLst/>
          </a:prstGeom>
          <a:solidFill>
            <a:schemeClr val="accent1"/>
          </a:solidFill>
          <a:ln cap="flat" cmpd="sng" w="25400">
            <a:solidFill>
              <a:srgbClr val="00B0F0"/>
            </a:solidFill>
            <a:prstDash val="solid"/>
            <a:round/>
            <a:headEnd len="sm" w="sm" type="none"/>
            <a:tailEnd len="med" w="med" type="triangle"/>
          </a:ln>
        </p:spPr>
      </p:cxnSp>
      <p:cxnSp>
        <p:nvCxnSpPr>
          <p:cNvPr id="1115" name="Google Shape;1115;p27"/>
          <p:cNvCxnSpPr/>
          <p:nvPr/>
        </p:nvCxnSpPr>
        <p:spPr>
          <a:xfrm>
            <a:off x="6996100" y="2564904"/>
            <a:ext cx="796774" cy="0"/>
          </a:xfrm>
          <a:prstGeom prst="straightConnector1">
            <a:avLst/>
          </a:prstGeom>
          <a:solidFill>
            <a:schemeClr val="accent1"/>
          </a:solidFill>
          <a:ln cap="flat" cmpd="sng" w="25400">
            <a:solidFill>
              <a:srgbClr val="00B0F0"/>
            </a:solidFill>
            <a:prstDash val="solid"/>
            <a:round/>
            <a:headEnd len="sm" w="sm" type="none"/>
            <a:tailEnd len="med" w="med" type="triangle"/>
          </a:ln>
        </p:spPr>
      </p:cxnSp>
      <p:cxnSp>
        <p:nvCxnSpPr>
          <p:cNvPr id="1116" name="Google Shape;1116;p27"/>
          <p:cNvCxnSpPr/>
          <p:nvPr/>
        </p:nvCxnSpPr>
        <p:spPr>
          <a:xfrm flipH="1" rot="10800000">
            <a:off x="6168008" y="1520788"/>
            <a:ext cx="324036" cy="468052"/>
          </a:xfrm>
          <a:prstGeom prst="straightConnector1">
            <a:avLst/>
          </a:prstGeom>
          <a:solidFill>
            <a:schemeClr val="accent1"/>
          </a:solidFill>
          <a:ln cap="flat" cmpd="sng" w="25400">
            <a:solidFill>
              <a:srgbClr val="00B0F0"/>
            </a:solidFill>
            <a:prstDash val="solid"/>
            <a:round/>
            <a:headEnd len="sm" w="sm" type="none"/>
            <a:tailEnd len="med" w="med" type="triangle"/>
          </a:ln>
        </p:spPr>
      </p:cxnSp>
      <p:sp>
        <p:nvSpPr>
          <p:cNvPr id="1117" name="Google Shape;1117;p27"/>
          <p:cNvSpPr/>
          <p:nvPr/>
        </p:nvSpPr>
        <p:spPr>
          <a:xfrm>
            <a:off x="1629346" y="3466464"/>
            <a:ext cx="2300815" cy="25487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Frame sent by host 1</a:t>
            </a:r>
            <a:endParaRPr/>
          </a:p>
        </p:txBody>
      </p:sp>
      <p:graphicFrame>
        <p:nvGraphicFramePr>
          <p:cNvPr id="1118" name="Google Shape;1118;p27"/>
          <p:cNvGraphicFramePr/>
          <p:nvPr/>
        </p:nvGraphicFramePr>
        <p:xfrm>
          <a:off x="4473491" y="3884031"/>
          <a:ext cx="3000000" cy="3000000"/>
        </p:xfrm>
        <a:graphic>
          <a:graphicData uri="http://schemas.openxmlformats.org/drawingml/2006/table">
            <a:tbl>
              <a:tblPr bandRow="1" firstRow="1">
                <a:noFill/>
                <a:tableStyleId>{6586AA54-EEEF-4900-980F-A55A00102258}</a:tableStyleId>
              </a:tblPr>
              <a:tblGrid>
                <a:gridCol w="1184900"/>
                <a:gridCol w="1184900"/>
              </a:tblGrid>
              <a:tr h="238100">
                <a:tc>
                  <a:txBody>
                    <a:bodyPr/>
                    <a:lstStyle/>
                    <a:p>
                      <a:pPr indent="0" lvl="0" marL="0" marR="0" rtl="0" algn="ctr">
                        <a:spcBef>
                          <a:spcPts val="0"/>
                        </a:spcBef>
                        <a:spcAft>
                          <a:spcPts val="0"/>
                        </a:spcAft>
                        <a:buNone/>
                      </a:pPr>
                      <a:r>
                        <a:rPr b="1" lang="en-US" sz="1200" u="none" cap="none" strike="noStrike">
                          <a:solidFill>
                            <a:schemeClr val="dk1"/>
                          </a:solidFill>
                          <a:latin typeface="Arial"/>
                          <a:ea typeface="Arial"/>
                          <a:cs typeface="Arial"/>
                          <a:sym typeface="Arial"/>
                        </a:rPr>
                        <a:t>MAC Address</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ctr">
                        <a:spcBef>
                          <a:spcPts val="0"/>
                        </a:spcBef>
                        <a:spcAft>
                          <a:spcPts val="0"/>
                        </a:spcAft>
                        <a:buNone/>
                      </a:pPr>
                      <a:r>
                        <a:rPr b="1" lang="en-US" sz="1200" u="none" cap="none" strike="noStrike">
                          <a:solidFill>
                            <a:schemeClr val="dk1"/>
                          </a:solidFill>
                          <a:latin typeface="Arial"/>
                          <a:ea typeface="Arial"/>
                          <a:cs typeface="Arial"/>
                          <a:sym typeface="Arial"/>
                        </a:rPr>
                        <a:t>Interface</a:t>
                      </a:r>
                      <a:endParaRPr b="1"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238100">
                <a:tc>
                  <a:txBody>
                    <a:bodyPr/>
                    <a:lstStyle/>
                    <a:p>
                      <a:pPr indent="0" lvl="0" marL="0" marR="0" rtl="0" algn="ctr">
                        <a:spcBef>
                          <a:spcPts val="0"/>
                        </a:spcBef>
                        <a:spcAft>
                          <a:spcPts val="0"/>
                        </a:spcAft>
                        <a:buNone/>
                      </a:pPr>
                      <a:r>
                        <a:rPr lang="en-US" sz="1200" u="none" cap="none" strike="noStrike">
                          <a:solidFill>
                            <a:schemeClr val="dk1"/>
                          </a:solidFill>
                          <a:latin typeface="Arial"/>
                          <a:ea typeface="Arial"/>
                          <a:cs typeface="Arial"/>
                          <a:sym typeface="Arial"/>
                        </a:rPr>
                        <a:t>MAC1</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200" u="none" cap="none" strike="noStrike">
                          <a:solidFill>
                            <a:schemeClr val="dk1"/>
                          </a:solidFill>
                          <a:latin typeface="Arial"/>
                          <a:ea typeface="Arial"/>
                          <a:cs typeface="Arial"/>
                          <a:sym typeface="Arial"/>
                        </a:rPr>
                        <a:t>GE 0/0/1</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r h="207850">
                <a:tc>
                  <a:txBody>
                    <a:bodyPr/>
                    <a:lstStyle/>
                    <a:p>
                      <a:pPr indent="0" lvl="0" marL="0" marR="0" rtl="0" algn="ctr">
                        <a:spcBef>
                          <a:spcPts val="0"/>
                        </a:spcBef>
                        <a:spcAft>
                          <a:spcPts val="0"/>
                        </a:spcAft>
                        <a:buNone/>
                      </a:pPr>
                      <a:r>
                        <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bl>
          </a:graphicData>
        </a:graphic>
      </p:graphicFrame>
      <p:sp>
        <p:nvSpPr>
          <p:cNvPr id="1119" name="Google Shape;1119;p27"/>
          <p:cNvSpPr/>
          <p:nvPr/>
        </p:nvSpPr>
        <p:spPr>
          <a:xfrm>
            <a:off x="4688666" y="3391860"/>
            <a:ext cx="2154630" cy="35408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MAC address table searched by the switch</a:t>
            </a:r>
            <a:endParaRPr/>
          </a:p>
        </p:txBody>
      </p:sp>
      <p:sp>
        <p:nvSpPr>
          <p:cNvPr id="1120" name="Google Shape;1120;p27"/>
          <p:cNvSpPr/>
          <p:nvPr/>
        </p:nvSpPr>
        <p:spPr>
          <a:xfrm>
            <a:off x="7779140" y="3831309"/>
            <a:ext cx="3343130" cy="1980131"/>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121" name="Google Shape;1121;p27"/>
          <p:cNvSpPr/>
          <p:nvPr/>
        </p:nvSpPr>
        <p:spPr>
          <a:xfrm>
            <a:off x="1805924" y="4663617"/>
            <a:ext cx="79208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or</a:t>
            </a:r>
            <a:endParaRPr/>
          </a:p>
        </p:txBody>
      </p:sp>
      <p:sp>
        <p:nvSpPr>
          <p:cNvPr id="1122" name="Google Shape;1122;p27"/>
          <p:cNvSpPr/>
          <p:nvPr/>
        </p:nvSpPr>
        <p:spPr>
          <a:xfrm>
            <a:off x="7792874" y="3853620"/>
            <a:ext cx="3329395" cy="1957820"/>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If a unicast frame is received:</a:t>
            </a:r>
            <a:endParaRPr b="1" sz="1200">
              <a:solidFill>
                <a:schemeClr val="dk1"/>
              </a:solidFill>
              <a:latin typeface="Arial"/>
              <a:ea typeface="Arial"/>
              <a:cs typeface="Arial"/>
              <a:sym typeface="Arial"/>
            </a:endParaRPr>
          </a:p>
          <a:p>
            <a:pPr indent="0" lvl="0" marL="284400" marR="0" rtl="0" algn="l">
              <a:spcBef>
                <a:spcPts val="600"/>
              </a:spcBef>
              <a:spcAft>
                <a:spcPts val="0"/>
              </a:spcAft>
              <a:buNone/>
            </a:pPr>
            <a:r>
              <a:rPr lang="en-US" sz="1200">
                <a:solidFill>
                  <a:schemeClr val="dk1"/>
                </a:solidFill>
                <a:latin typeface="Arial"/>
                <a:ea typeface="Arial"/>
                <a:cs typeface="Arial"/>
                <a:sym typeface="Arial"/>
              </a:rPr>
              <a:t>If the switch cannot find the destination MAC address of the frame in the MAC address table, the switch floods the unicast frame.</a:t>
            </a:r>
            <a:endParaRPr sz="1200">
              <a:solidFill>
                <a:schemeClr val="dk1"/>
              </a:solidFill>
              <a:latin typeface="Arial"/>
              <a:ea typeface="Arial"/>
              <a:cs typeface="Arial"/>
              <a:sym typeface="Arial"/>
            </a:endParaRPr>
          </a:p>
          <a:p>
            <a:pPr indent="-285750" lvl="0" marL="285750" marR="0" rtl="0" algn="l">
              <a:spcBef>
                <a:spcPts val="600"/>
              </a:spcBef>
              <a:spcAft>
                <a:spcPts val="0"/>
              </a:spcAft>
              <a:buClr>
                <a:schemeClr val="dk1"/>
              </a:buClr>
              <a:buSzPts val="1200"/>
              <a:buFont typeface="Arial"/>
              <a:buChar char="•"/>
            </a:pPr>
            <a:r>
              <a:rPr b="1" lang="en-US" sz="1200">
                <a:solidFill>
                  <a:schemeClr val="dk1"/>
                </a:solidFill>
                <a:latin typeface="Arial"/>
                <a:ea typeface="Arial"/>
                <a:cs typeface="Arial"/>
                <a:sym typeface="Arial"/>
              </a:rPr>
              <a:t>If a broadcast frame is received:</a:t>
            </a:r>
            <a:endParaRPr b="1" sz="1200">
              <a:solidFill>
                <a:schemeClr val="dk1"/>
              </a:solidFill>
              <a:latin typeface="Arial"/>
              <a:ea typeface="Arial"/>
              <a:cs typeface="Arial"/>
              <a:sym typeface="Arial"/>
            </a:endParaRPr>
          </a:p>
          <a:p>
            <a:pPr indent="0" lvl="0" marL="284400" marR="0" rtl="0" algn="l">
              <a:spcBef>
                <a:spcPts val="600"/>
              </a:spcBef>
              <a:spcAft>
                <a:spcPts val="0"/>
              </a:spcAft>
              <a:buNone/>
            </a:pPr>
            <a:r>
              <a:rPr lang="en-US" sz="1200">
                <a:solidFill>
                  <a:schemeClr val="dk1"/>
                </a:solidFill>
                <a:latin typeface="Arial"/>
                <a:ea typeface="Arial"/>
                <a:cs typeface="Arial"/>
                <a:sym typeface="Arial"/>
              </a:rPr>
              <a:t>The switch directly floods the broadcast frame without searching the MAC address table.</a:t>
            </a:r>
            <a:endParaRPr/>
          </a:p>
        </p:txBody>
      </p:sp>
      <p:sp>
        <p:nvSpPr>
          <p:cNvPr id="1123" name="Google Shape;1123;p27"/>
          <p:cNvSpPr/>
          <p:nvPr/>
        </p:nvSpPr>
        <p:spPr>
          <a:xfrm>
            <a:off x="1362549" y="3886612"/>
            <a:ext cx="2050077" cy="576000"/>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 MAC: MAC1</a:t>
            </a:r>
            <a:endParaRPr/>
          </a:p>
          <a:p>
            <a:pPr indent="0" lvl="0" marL="0" marR="0" rtl="0" algn="l">
              <a:spcBef>
                <a:spcPts val="600"/>
              </a:spcBef>
              <a:spcAft>
                <a:spcPts val="0"/>
              </a:spcAft>
              <a:buNone/>
            </a:pPr>
            <a:r>
              <a:rPr lang="en-US" sz="1200">
                <a:solidFill>
                  <a:schemeClr val="dk1"/>
                </a:solidFill>
                <a:latin typeface="Arial"/>
                <a:ea typeface="Arial"/>
                <a:cs typeface="Arial"/>
                <a:sym typeface="Arial"/>
              </a:rPr>
              <a:t>Destination MAC: </a:t>
            </a:r>
            <a:r>
              <a:rPr lang="en-US" sz="1200">
                <a:solidFill>
                  <a:srgbClr val="EC7061"/>
                </a:solidFill>
                <a:latin typeface="Arial"/>
                <a:ea typeface="Arial"/>
                <a:cs typeface="Arial"/>
                <a:sym typeface="Arial"/>
              </a:rPr>
              <a:t>MAC2</a:t>
            </a:r>
            <a:endParaRPr sz="1200">
              <a:solidFill>
                <a:srgbClr val="EC7061"/>
              </a:solidFill>
              <a:latin typeface="Arial"/>
              <a:ea typeface="Arial"/>
              <a:cs typeface="Arial"/>
              <a:sym typeface="Arial"/>
            </a:endParaRPr>
          </a:p>
        </p:txBody>
      </p:sp>
      <p:sp>
        <p:nvSpPr>
          <p:cNvPr id="1124" name="Google Shape;1124;p27"/>
          <p:cNvSpPr/>
          <p:nvPr/>
        </p:nvSpPr>
        <p:spPr>
          <a:xfrm>
            <a:off x="1364289" y="5043213"/>
            <a:ext cx="2849438" cy="576000"/>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 MAC: MAC1</a:t>
            </a:r>
            <a:endParaRPr/>
          </a:p>
          <a:p>
            <a:pPr indent="0" lvl="0" marL="0" marR="0" rtl="0" algn="l">
              <a:spcBef>
                <a:spcPts val="600"/>
              </a:spcBef>
              <a:spcAft>
                <a:spcPts val="0"/>
              </a:spcAft>
              <a:buNone/>
            </a:pPr>
            <a:r>
              <a:rPr lang="en-US" sz="1200">
                <a:solidFill>
                  <a:schemeClr val="dk1"/>
                </a:solidFill>
                <a:latin typeface="Arial"/>
                <a:ea typeface="Arial"/>
                <a:cs typeface="Arial"/>
                <a:sym typeface="Arial"/>
              </a:rPr>
              <a:t>Destination MAC: </a:t>
            </a:r>
            <a:r>
              <a:rPr lang="en-US" sz="1200">
                <a:solidFill>
                  <a:srgbClr val="EC7061"/>
                </a:solidFill>
                <a:latin typeface="Arial"/>
                <a:ea typeface="Arial"/>
                <a:cs typeface="Arial"/>
                <a:sym typeface="Arial"/>
              </a:rPr>
              <a:t>FF-FF-FF-FF-FF-FF</a:t>
            </a:r>
            <a:endParaRPr sz="1200">
              <a:solidFill>
                <a:srgbClr val="EC7061"/>
              </a:solidFill>
              <a:latin typeface="Arial"/>
              <a:ea typeface="Arial"/>
              <a:cs typeface="Arial"/>
              <a:sym typeface="Arial"/>
            </a:endParaRPr>
          </a:p>
        </p:txBody>
      </p:sp>
      <p:sp>
        <p:nvSpPr>
          <p:cNvPr id="1125" name="Google Shape;1125;p27"/>
          <p:cNvSpPr/>
          <p:nvPr/>
        </p:nvSpPr>
        <p:spPr>
          <a:xfrm>
            <a:off x="8102050" y="3386554"/>
            <a:ext cx="2107423" cy="46706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Frame processing behavior of the switch</a:t>
            </a:r>
            <a:endParaRPr b="1" sz="1200">
              <a:solidFill>
                <a:schemeClr val="dk1"/>
              </a:solidFill>
              <a:latin typeface="Arial"/>
              <a:ea typeface="Arial"/>
              <a:cs typeface="Arial"/>
              <a:sym typeface="Arial"/>
            </a:endParaRPr>
          </a:p>
        </p:txBody>
      </p:sp>
      <p:sp>
        <p:nvSpPr>
          <p:cNvPr id="1126" name="Google Shape;1126;p27"/>
          <p:cNvSpPr/>
          <p:nvPr/>
        </p:nvSpPr>
        <p:spPr>
          <a:xfrm>
            <a:off x="4881063" y="2766102"/>
            <a:ext cx="198022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a:t>
            </a:r>
            <a:endParaRPr/>
          </a:p>
        </p:txBody>
      </p:sp>
      <p:sp>
        <p:nvSpPr>
          <p:cNvPr id="1127" name="Google Shape;1127;p27"/>
          <p:cNvSpPr/>
          <p:nvPr/>
        </p:nvSpPr>
        <p:spPr>
          <a:xfrm>
            <a:off x="1393330" y="3482456"/>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1</a:t>
            </a:r>
            <a:endParaRPr b="1" sz="1400">
              <a:solidFill>
                <a:schemeClr val="lt1"/>
              </a:solidFill>
              <a:latin typeface="Arial"/>
              <a:ea typeface="Arial"/>
              <a:cs typeface="Arial"/>
              <a:sym typeface="Arial"/>
            </a:endParaRPr>
          </a:p>
        </p:txBody>
      </p:sp>
      <p:sp>
        <p:nvSpPr>
          <p:cNvPr id="1128" name="Google Shape;1128;p27"/>
          <p:cNvSpPr/>
          <p:nvPr/>
        </p:nvSpPr>
        <p:spPr>
          <a:xfrm>
            <a:off x="4473491" y="3482456"/>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a:t>
            </a:r>
            <a:endParaRPr b="1" sz="1400">
              <a:solidFill>
                <a:schemeClr val="lt1"/>
              </a:solidFill>
              <a:latin typeface="Arial"/>
              <a:ea typeface="Arial"/>
              <a:cs typeface="Arial"/>
              <a:sym typeface="Arial"/>
            </a:endParaRPr>
          </a:p>
        </p:txBody>
      </p:sp>
      <p:sp>
        <p:nvSpPr>
          <p:cNvPr id="1129" name="Google Shape;1129;p27"/>
          <p:cNvSpPr/>
          <p:nvPr/>
        </p:nvSpPr>
        <p:spPr>
          <a:xfrm>
            <a:off x="7830752" y="3470689"/>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3</a:t>
            </a:r>
            <a:endParaRPr b="1" sz="1400">
              <a:solidFill>
                <a:schemeClr val="lt1"/>
              </a:solidFill>
              <a:latin typeface="Arial"/>
              <a:ea typeface="Arial"/>
              <a:cs typeface="Arial"/>
              <a:sym typeface="Arial"/>
            </a:endParaRPr>
          </a:p>
        </p:txBody>
      </p:sp>
      <p:sp>
        <p:nvSpPr>
          <p:cNvPr id="1130" name="Google Shape;1130;p27"/>
          <p:cNvSpPr/>
          <p:nvPr/>
        </p:nvSpPr>
        <p:spPr>
          <a:xfrm>
            <a:off x="10307420" y="3173422"/>
            <a:ext cx="1397283" cy="515796"/>
          </a:xfrm>
          <a:prstGeom prst="wedgeRoundRectCallout">
            <a:avLst>
              <a:gd fmla="val -44755" name="adj1"/>
              <a:gd fmla="val 91138" name="adj2"/>
              <a:gd fmla="val 16667" name="adj3"/>
            </a:avLst>
          </a:prstGeom>
          <a:solidFill>
            <a:schemeClr val="lt1"/>
          </a:solidFill>
          <a:ln cap="flat" cmpd="sng" w="12700">
            <a:solidFill>
              <a:srgbClr val="99DF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Unknown</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unicast frame</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28"/>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Forwarding</a:t>
            </a:r>
            <a:endParaRPr>
              <a:latin typeface="Arial"/>
              <a:ea typeface="Arial"/>
              <a:cs typeface="Arial"/>
              <a:sym typeface="Arial"/>
            </a:endParaRPr>
          </a:p>
        </p:txBody>
      </p:sp>
      <p:pic>
        <p:nvPicPr>
          <p:cNvPr id="1136" name="Google Shape;1136;p28"/>
          <p:cNvPicPr preferRelativeResize="0"/>
          <p:nvPr/>
        </p:nvPicPr>
        <p:blipFill rotWithShape="1">
          <a:blip r:embed="rId3">
            <a:alphaModFix/>
          </a:blip>
          <a:srcRect b="0" l="0" r="0" t="0"/>
          <a:stretch/>
        </p:blipFill>
        <p:spPr>
          <a:xfrm>
            <a:off x="5508342" y="2078062"/>
            <a:ext cx="790244" cy="648000"/>
          </a:xfrm>
          <a:prstGeom prst="rect">
            <a:avLst/>
          </a:prstGeom>
          <a:noFill/>
          <a:ln>
            <a:noFill/>
          </a:ln>
        </p:spPr>
      </p:pic>
      <p:pic>
        <p:nvPicPr>
          <p:cNvPr descr="PC.png" id="1137" name="Google Shape;1137;p28"/>
          <p:cNvPicPr preferRelativeResize="0"/>
          <p:nvPr/>
        </p:nvPicPr>
        <p:blipFill rotWithShape="1">
          <a:blip r:embed="rId4">
            <a:alphaModFix/>
          </a:blip>
          <a:srcRect b="0" l="0" r="0" t="0"/>
          <a:stretch/>
        </p:blipFill>
        <p:spPr>
          <a:xfrm>
            <a:off x="2691279" y="2078062"/>
            <a:ext cx="843751" cy="648000"/>
          </a:xfrm>
          <a:prstGeom prst="rect">
            <a:avLst/>
          </a:prstGeom>
          <a:noFill/>
          <a:ln>
            <a:noFill/>
          </a:ln>
        </p:spPr>
      </p:pic>
      <p:pic>
        <p:nvPicPr>
          <p:cNvPr descr="PC.png" id="1138" name="Google Shape;1138;p28"/>
          <p:cNvPicPr preferRelativeResize="0"/>
          <p:nvPr/>
        </p:nvPicPr>
        <p:blipFill rotWithShape="1">
          <a:blip r:embed="rId4">
            <a:alphaModFix/>
          </a:blip>
          <a:srcRect b="0" l="0" r="0" t="0"/>
          <a:stretch/>
        </p:blipFill>
        <p:spPr>
          <a:xfrm>
            <a:off x="8256240" y="2078062"/>
            <a:ext cx="843751" cy="648000"/>
          </a:xfrm>
          <a:prstGeom prst="rect">
            <a:avLst/>
          </a:prstGeom>
          <a:noFill/>
          <a:ln>
            <a:noFill/>
          </a:ln>
        </p:spPr>
      </p:pic>
      <p:cxnSp>
        <p:nvCxnSpPr>
          <p:cNvPr id="1139" name="Google Shape;1139;p28"/>
          <p:cNvCxnSpPr>
            <a:stCxn id="1137" idx="3"/>
            <a:endCxn id="1136" idx="1"/>
          </p:cNvCxnSpPr>
          <p:nvPr/>
        </p:nvCxnSpPr>
        <p:spPr>
          <a:xfrm>
            <a:off x="3535030" y="2402062"/>
            <a:ext cx="19734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140" name="Google Shape;1140;p28"/>
          <p:cNvCxnSpPr>
            <a:stCxn id="1136" idx="3"/>
            <a:endCxn id="1138" idx="1"/>
          </p:cNvCxnSpPr>
          <p:nvPr/>
        </p:nvCxnSpPr>
        <p:spPr>
          <a:xfrm>
            <a:off x="6298586" y="2402062"/>
            <a:ext cx="19578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141" name="Google Shape;1141;p28"/>
          <p:cNvCxnSpPr>
            <a:stCxn id="1136" idx="0"/>
          </p:cNvCxnSpPr>
          <p:nvPr/>
        </p:nvCxnSpPr>
        <p:spPr>
          <a:xfrm flipH="1" rot="10800000">
            <a:off x="5903464" y="1322062"/>
            <a:ext cx="532200" cy="756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1142" name="Google Shape;1142;p28"/>
          <p:cNvSpPr/>
          <p:nvPr/>
        </p:nvSpPr>
        <p:spPr>
          <a:xfrm>
            <a:off x="4599491" y="2125099"/>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0/0/1</a:t>
            </a:r>
            <a:endParaRPr sz="1400">
              <a:solidFill>
                <a:schemeClr val="dk1"/>
              </a:solidFill>
              <a:latin typeface="Arial"/>
              <a:ea typeface="Arial"/>
              <a:cs typeface="Arial"/>
              <a:sym typeface="Arial"/>
            </a:endParaRPr>
          </a:p>
        </p:txBody>
      </p:sp>
      <p:sp>
        <p:nvSpPr>
          <p:cNvPr id="1143" name="Google Shape;1143;p28"/>
          <p:cNvSpPr/>
          <p:nvPr/>
        </p:nvSpPr>
        <p:spPr>
          <a:xfrm>
            <a:off x="6183667" y="2125099"/>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0/0/2</a:t>
            </a:r>
            <a:endParaRPr sz="1400">
              <a:solidFill>
                <a:schemeClr val="dk1"/>
              </a:solidFill>
              <a:latin typeface="Arial"/>
              <a:ea typeface="Arial"/>
              <a:cs typeface="Arial"/>
              <a:sym typeface="Arial"/>
            </a:endParaRPr>
          </a:p>
        </p:txBody>
      </p:sp>
      <p:sp>
        <p:nvSpPr>
          <p:cNvPr id="1144" name="Google Shape;1144;p28"/>
          <p:cNvSpPr/>
          <p:nvPr/>
        </p:nvSpPr>
        <p:spPr>
          <a:xfrm rot="-3259224">
            <a:off x="5460639" y="1564921"/>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0/0/3</a:t>
            </a:r>
            <a:endParaRPr sz="1400">
              <a:solidFill>
                <a:schemeClr val="dk1"/>
              </a:solidFill>
              <a:latin typeface="Arial"/>
              <a:ea typeface="Arial"/>
              <a:cs typeface="Arial"/>
              <a:sym typeface="Arial"/>
            </a:endParaRPr>
          </a:p>
        </p:txBody>
      </p:sp>
      <p:sp>
        <p:nvSpPr>
          <p:cNvPr id="1145" name="Google Shape;1145;p28"/>
          <p:cNvSpPr/>
          <p:nvPr/>
        </p:nvSpPr>
        <p:spPr>
          <a:xfrm>
            <a:off x="2727283"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1</a:t>
            </a:r>
            <a:endParaRPr sz="1400">
              <a:solidFill>
                <a:schemeClr val="dk1"/>
              </a:solidFill>
              <a:latin typeface="Arial"/>
              <a:ea typeface="Arial"/>
              <a:cs typeface="Arial"/>
              <a:sym typeface="Arial"/>
            </a:endParaRPr>
          </a:p>
        </p:txBody>
      </p:sp>
      <p:sp>
        <p:nvSpPr>
          <p:cNvPr id="1146" name="Google Shape;1146;p28"/>
          <p:cNvSpPr/>
          <p:nvPr/>
        </p:nvSpPr>
        <p:spPr>
          <a:xfrm>
            <a:off x="8343907"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2</a:t>
            </a:r>
            <a:endParaRPr sz="1400">
              <a:solidFill>
                <a:schemeClr val="dk1"/>
              </a:solidFill>
              <a:latin typeface="Arial"/>
              <a:ea typeface="Arial"/>
              <a:cs typeface="Arial"/>
              <a:sym typeface="Arial"/>
            </a:endParaRPr>
          </a:p>
        </p:txBody>
      </p:sp>
      <p:sp>
        <p:nvSpPr>
          <p:cNvPr id="1147" name="Google Shape;1147;p28"/>
          <p:cNvSpPr/>
          <p:nvPr/>
        </p:nvSpPr>
        <p:spPr>
          <a:xfrm>
            <a:off x="2334850" y="2798142"/>
            <a:ext cx="2388025"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IP1: 192.168.1.1</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MAC1: 0050-5600-0001</a:t>
            </a:r>
            <a:endParaRPr sz="1400">
              <a:solidFill>
                <a:schemeClr val="dk1"/>
              </a:solidFill>
              <a:latin typeface="Arial"/>
              <a:ea typeface="Arial"/>
              <a:cs typeface="Arial"/>
              <a:sym typeface="Arial"/>
            </a:endParaRPr>
          </a:p>
        </p:txBody>
      </p:sp>
      <p:sp>
        <p:nvSpPr>
          <p:cNvPr id="1148" name="Google Shape;1148;p28"/>
          <p:cNvSpPr/>
          <p:nvPr/>
        </p:nvSpPr>
        <p:spPr>
          <a:xfrm>
            <a:off x="7969487" y="2798142"/>
            <a:ext cx="2261008"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IP2: 192.168.1.2</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MAC2: 0050-5600-0002</a:t>
            </a:r>
            <a:endParaRPr sz="1400">
              <a:solidFill>
                <a:schemeClr val="dk1"/>
              </a:solidFill>
              <a:latin typeface="Arial"/>
              <a:ea typeface="Arial"/>
              <a:cs typeface="Arial"/>
              <a:sym typeface="Arial"/>
            </a:endParaRPr>
          </a:p>
        </p:txBody>
      </p:sp>
      <p:cxnSp>
        <p:nvCxnSpPr>
          <p:cNvPr id="1149" name="Google Shape;1149;p28"/>
          <p:cNvCxnSpPr/>
          <p:nvPr/>
        </p:nvCxnSpPr>
        <p:spPr>
          <a:xfrm>
            <a:off x="4043772" y="2564904"/>
            <a:ext cx="796774" cy="0"/>
          </a:xfrm>
          <a:prstGeom prst="straightConnector1">
            <a:avLst/>
          </a:prstGeom>
          <a:solidFill>
            <a:schemeClr val="accent1"/>
          </a:solidFill>
          <a:ln cap="flat" cmpd="sng" w="25400">
            <a:solidFill>
              <a:srgbClr val="00B0F0"/>
            </a:solidFill>
            <a:prstDash val="solid"/>
            <a:round/>
            <a:headEnd len="sm" w="sm" type="none"/>
            <a:tailEnd len="med" w="med" type="triangle"/>
          </a:ln>
        </p:spPr>
      </p:cxnSp>
      <p:cxnSp>
        <p:nvCxnSpPr>
          <p:cNvPr id="1150" name="Google Shape;1150;p28"/>
          <p:cNvCxnSpPr/>
          <p:nvPr/>
        </p:nvCxnSpPr>
        <p:spPr>
          <a:xfrm>
            <a:off x="6996100" y="2564904"/>
            <a:ext cx="796774" cy="0"/>
          </a:xfrm>
          <a:prstGeom prst="straightConnector1">
            <a:avLst/>
          </a:prstGeom>
          <a:solidFill>
            <a:schemeClr val="accent1"/>
          </a:solidFill>
          <a:ln cap="flat" cmpd="sng" w="25400">
            <a:solidFill>
              <a:srgbClr val="00B0F0"/>
            </a:solidFill>
            <a:prstDash val="solid"/>
            <a:round/>
            <a:headEnd len="sm" w="sm" type="none"/>
            <a:tailEnd len="med" w="med" type="triangle"/>
          </a:ln>
        </p:spPr>
      </p:cxnSp>
      <p:sp>
        <p:nvSpPr>
          <p:cNvPr id="1151" name="Google Shape;1151;p28"/>
          <p:cNvSpPr/>
          <p:nvPr/>
        </p:nvSpPr>
        <p:spPr>
          <a:xfrm>
            <a:off x="4881063" y="2766102"/>
            <a:ext cx="198022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a:t>
            </a:r>
            <a:endParaRPr/>
          </a:p>
        </p:txBody>
      </p:sp>
      <p:sp>
        <p:nvSpPr>
          <p:cNvPr id="1152" name="Google Shape;1152;p28"/>
          <p:cNvSpPr/>
          <p:nvPr/>
        </p:nvSpPr>
        <p:spPr>
          <a:xfrm>
            <a:off x="1594177" y="3472515"/>
            <a:ext cx="1775569" cy="2684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Frame sent by host 1</a:t>
            </a:r>
            <a:endParaRPr/>
          </a:p>
        </p:txBody>
      </p:sp>
      <p:sp>
        <p:nvSpPr>
          <p:cNvPr id="1153" name="Google Shape;1153;p28"/>
          <p:cNvSpPr/>
          <p:nvPr/>
        </p:nvSpPr>
        <p:spPr>
          <a:xfrm>
            <a:off x="1362549" y="3886614"/>
            <a:ext cx="2050077" cy="708710"/>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 MAC: MAC1</a:t>
            </a:r>
            <a:endParaRPr/>
          </a:p>
          <a:p>
            <a:pPr indent="0" lvl="0" marL="0" marR="0" rtl="0" algn="l">
              <a:spcBef>
                <a:spcPts val="600"/>
              </a:spcBef>
              <a:spcAft>
                <a:spcPts val="0"/>
              </a:spcAft>
              <a:buNone/>
            </a:pPr>
            <a:r>
              <a:rPr lang="en-US" sz="1200">
                <a:solidFill>
                  <a:schemeClr val="dk1"/>
                </a:solidFill>
                <a:latin typeface="Arial"/>
                <a:ea typeface="Arial"/>
                <a:cs typeface="Arial"/>
                <a:sym typeface="Arial"/>
              </a:rPr>
              <a:t>Destination MAC: MAC2</a:t>
            </a:r>
            <a:endParaRPr sz="1200">
              <a:solidFill>
                <a:srgbClr val="EC7061"/>
              </a:solidFill>
              <a:latin typeface="Arial"/>
              <a:ea typeface="Arial"/>
              <a:cs typeface="Arial"/>
              <a:sym typeface="Arial"/>
            </a:endParaRPr>
          </a:p>
        </p:txBody>
      </p:sp>
      <p:sp>
        <p:nvSpPr>
          <p:cNvPr id="1154" name="Google Shape;1154;p28"/>
          <p:cNvSpPr/>
          <p:nvPr/>
        </p:nvSpPr>
        <p:spPr>
          <a:xfrm>
            <a:off x="1393330" y="3482456"/>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1</a:t>
            </a:r>
            <a:endParaRPr b="1" sz="1400">
              <a:solidFill>
                <a:schemeClr val="lt1"/>
              </a:solidFill>
              <a:latin typeface="Arial"/>
              <a:ea typeface="Arial"/>
              <a:cs typeface="Arial"/>
              <a:sym typeface="Arial"/>
            </a:endParaRPr>
          </a:p>
        </p:txBody>
      </p:sp>
      <p:graphicFrame>
        <p:nvGraphicFramePr>
          <p:cNvPr id="1155" name="Google Shape;1155;p28"/>
          <p:cNvGraphicFramePr/>
          <p:nvPr/>
        </p:nvGraphicFramePr>
        <p:xfrm>
          <a:off x="4473491" y="3884032"/>
          <a:ext cx="3000000" cy="3000000"/>
        </p:xfrm>
        <a:graphic>
          <a:graphicData uri="http://schemas.openxmlformats.org/drawingml/2006/table">
            <a:tbl>
              <a:tblPr bandRow="1" firstRow="1">
                <a:noFill/>
                <a:tableStyleId>{6586AA54-EEEF-4900-980F-A55A00102258}</a:tableStyleId>
              </a:tblPr>
              <a:tblGrid>
                <a:gridCol w="1184900"/>
                <a:gridCol w="1184900"/>
              </a:tblGrid>
              <a:tr h="238100">
                <a:tc>
                  <a:txBody>
                    <a:bodyPr/>
                    <a:lstStyle/>
                    <a:p>
                      <a:pPr indent="0" lvl="0" marL="0" marR="0" rtl="0" algn="ctr">
                        <a:spcBef>
                          <a:spcPts val="0"/>
                        </a:spcBef>
                        <a:spcAft>
                          <a:spcPts val="0"/>
                        </a:spcAft>
                        <a:buNone/>
                      </a:pPr>
                      <a:r>
                        <a:rPr b="1" lang="en-US" sz="1200" u="none" cap="none" strike="noStrike">
                          <a:solidFill>
                            <a:schemeClr val="dk1"/>
                          </a:solidFill>
                          <a:latin typeface="Arial"/>
                          <a:ea typeface="Arial"/>
                          <a:cs typeface="Arial"/>
                          <a:sym typeface="Arial"/>
                        </a:rPr>
                        <a:t>MAC Address</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ctr">
                        <a:spcBef>
                          <a:spcPts val="0"/>
                        </a:spcBef>
                        <a:spcAft>
                          <a:spcPts val="0"/>
                        </a:spcAft>
                        <a:buNone/>
                      </a:pPr>
                      <a:r>
                        <a:rPr b="1" lang="en-US" sz="1200" u="none" cap="none" strike="noStrike">
                          <a:solidFill>
                            <a:schemeClr val="dk1"/>
                          </a:solidFill>
                          <a:latin typeface="Arial"/>
                          <a:ea typeface="Arial"/>
                          <a:cs typeface="Arial"/>
                          <a:sym typeface="Arial"/>
                        </a:rPr>
                        <a:t>Interface</a:t>
                      </a:r>
                      <a:endParaRPr b="1"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238100">
                <a:tc>
                  <a:txBody>
                    <a:bodyPr/>
                    <a:lstStyle/>
                    <a:p>
                      <a:pPr indent="0" lvl="0" marL="0" marR="0" rtl="0" algn="ctr">
                        <a:spcBef>
                          <a:spcPts val="0"/>
                        </a:spcBef>
                        <a:spcAft>
                          <a:spcPts val="0"/>
                        </a:spcAft>
                        <a:buNone/>
                      </a:pPr>
                      <a:r>
                        <a:rPr lang="en-US" sz="1200" u="none" cap="none" strike="noStrike">
                          <a:solidFill>
                            <a:schemeClr val="dk1"/>
                          </a:solidFill>
                          <a:latin typeface="Arial"/>
                          <a:ea typeface="Arial"/>
                          <a:cs typeface="Arial"/>
                          <a:sym typeface="Arial"/>
                        </a:rPr>
                        <a:t>MAC1</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200" u="none" cap="none" strike="noStrike">
                          <a:solidFill>
                            <a:schemeClr val="dk1"/>
                          </a:solidFill>
                          <a:latin typeface="Arial"/>
                          <a:ea typeface="Arial"/>
                          <a:cs typeface="Arial"/>
                          <a:sym typeface="Arial"/>
                        </a:rPr>
                        <a:t>GE 0/0/1</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r h="207850">
                <a:tc>
                  <a:txBody>
                    <a:bodyPr/>
                    <a:lstStyle/>
                    <a:p>
                      <a:pPr indent="0" lvl="0" marL="0" marR="0" rtl="0" algn="ctr">
                        <a:spcBef>
                          <a:spcPts val="0"/>
                        </a:spcBef>
                        <a:spcAft>
                          <a:spcPts val="0"/>
                        </a:spcAft>
                        <a:buNone/>
                      </a:pPr>
                      <a:r>
                        <a:rPr lang="en-US" sz="1200" u="none" cap="none" strike="noStrike">
                          <a:solidFill>
                            <a:schemeClr val="dk1"/>
                          </a:solidFill>
                          <a:latin typeface="Arial"/>
                          <a:ea typeface="Arial"/>
                          <a:cs typeface="Arial"/>
                          <a:sym typeface="Arial"/>
                        </a:rPr>
                        <a:t>MAC2</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200" u="none" cap="none" strike="noStrike">
                          <a:solidFill>
                            <a:schemeClr val="dk1"/>
                          </a:solidFill>
                          <a:latin typeface="Arial"/>
                          <a:ea typeface="Arial"/>
                          <a:cs typeface="Arial"/>
                          <a:sym typeface="Arial"/>
                        </a:rPr>
                        <a:t>GE 0/0/2</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bl>
          </a:graphicData>
        </a:graphic>
      </p:graphicFrame>
      <p:sp>
        <p:nvSpPr>
          <p:cNvPr id="1156" name="Google Shape;1156;p28"/>
          <p:cNvSpPr/>
          <p:nvPr/>
        </p:nvSpPr>
        <p:spPr>
          <a:xfrm>
            <a:off x="4653497" y="3374276"/>
            <a:ext cx="1980220" cy="73866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MAC address table searched by the switch</a:t>
            </a:r>
            <a:endParaRPr/>
          </a:p>
        </p:txBody>
      </p:sp>
      <p:sp>
        <p:nvSpPr>
          <p:cNvPr id="1157" name="Google Shape;1157;p28"/>
          <p:cNvSpPr/>
          <p:nvPr/>
        </p:nvSpPr>
        <p:spPr>
          <a:xfrm>
            <a:off x="4473491" y="3482456"/>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a:t>
            </a:r>
            <a:endParaRPr b="1" sz="1400">
              <a:solidFill>
                <a:schemeClr val="lt1"/>
              </a:solidFill>
              <a:latin typeface="Arial"/>
              <a:ea typeface="Arial"/>
              <a:cs typeface="Arial"/>
              <a:sym typeface="Arial"/>
            </a:endParaRPr>
          </a:p>
        </p:txBody>
      </p:sp>
      <p:sp>
        <p:nvSpPr>
          <p:cNvPr id="1158" name="Google Shape;1158;p28"/>
          <p:cNvSpPr/>
          <p:nvPr/>
        </p:nvSpPr>
        <p:spPr>
          <a:xfrm>
            <a:off x="8070731" y="3391187"/>
            <a:ext cx="1980220" cy="4192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Frame processing behavior of the switch</a:t>
            </a:r>
            <a:endParaRPr b="1" sz="1200">
              <a:solidFill>
                <a:schemeClr val="dk1"/>
              </a:solidFill>
              <a:latin typeface="Arial"/>
              <a:ea typeface="Arial"/>
              <a:cs typeface="Arial"/>
              <a:sym typeface="Arial"/>
            </a:endParaRPr>
          </a:p>
        </p:txBody>
      </p:sp>
      <p:grpSp>
        <p:nvGrpSpPr>
          <p:cNvPr id="1159" name="Google Shape;1159;p28"/>
          <p:cNvGrpSpPr/>
          <p:nvPr/>
        </p:nvGrpSpPr>
        <p:grpSpPr>
          <a:xfrm>
            <a:off x="7778603" y="3837789"/>
            <a:ext cx="3450440" cy="1898984"/>
            <a:chOff x="8076220" y="3933056"/>
            <a:chExt cx="3225892" cy="2496287"/>
          </a:xfrm>
        </p:grpSpPr>
        <p:sp>
          <p:nvSpPr>
            <p:cNvPr id="1160" name="Google Shape;1160;p28"/>
            <p:cNvSpPr/>
            <p:nvPr/>
          </p:nvSpPr>
          <p:spPr>
            <a:xfrm>
              <a:off x="8076221" y="3954838"/>
              <a:ext cx="3225891" cy="2179888"/>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161" name="Google Shape;1161;p28"/>
            <p:cNvSpPr/>
            <p:nvPr/>
          </p:nvSpPr>
          <p:spPr>
            <a:xfrm>
              <a:off x="8076220" y="3933056"/>
              <a:ext cx="3132348" cy="2496287"/>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If a unicast frame is received:</a:t>
              </a:r>
              <a:endParaRPr b="1" sz="1200">
                <a:solidFill>
                  <a:schemeClr val="dk1"/>
                </a:solidFill>
                <a:latin typeface="Arial"/>
                <a:ea typeface="Arial"/>
                <a:cs typeface="Arial"/>
                <a:sym typeface="Arial"/>
              </a:endParaRPr>
            </a:p>
            <a:p>
              <a:pPr indent="0" lvl="0" marL="284400" marR="0" rtl="0" algn="l">
                <a:spcBef>
                  <a:spcPts val="600"/>
                </a:spcBef>
                <a:spcAft>
                  <a:spcPts val="0"/>
                </a:spcAft>
                <a:buNone/>
              </a:pPr>
              <a:r>
                <a:rPr lang="en-US" sz="1200">
                  <a:solidFill>
                    <a:schemeClr val="dk1"/>
                  </a:solidFill>
                  <a:latin typeface="Arial"/>
                  <a:ea typeface="Arial"/>
                  <a:cs typeface="Arial"/>
                  <a:sym typeface="Arial"/>
                </a:rPr>
                <a:t>If the switch finds the destination MAC address of the frame in the MAC address table and the interface number in the table is not the number of the interface through which the frame enters over the transmission medium, the switch forwards the unicast frame.</a:t>
              </a:r>
              <a:endParaRPr sz="1200">
                <a:solidFill>
                  <a:schemeClr val="dk1"/>
                </a:solidFill>
                <a:latin typeface="Arial"/>
                <a:ea typeface="Arial"/>
                <a:cs typeface="Arial"/>
                <a:sym typeface="Arial"/>
              </a:endParaRPr>
            </a:p>
          </p:txBody>
        </p:sp>
      </p:grpSp>
      <p:sp>
        <p:nvSpPr>
          <p:cNvPr id="1162" name="Google Shape;1162;p28"/>
          <p:cNvSpPr/>
          <p:nvPr/>
        </p:nvSpPr>
        <p:spPr>
          <a:xfrm>
            <a:off x="7829617" y="3488905"/>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3</a:t>
            </a:r>
            <a:endParaRPr b="1" sz="1400">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29"/>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Discarding</a:t>
            </a:r>
            <a:endParaRPr>
              <a:latin typeface="Arial"/>
              <a:ea typeface="Arial"/>
              <a:cs typeface="Arial"/>
              <a:sym typeface="Arial"/>
            </a:endParaRPr>
          </a:p>
        </p:txBody>
      </p:sp>
      <p:pic>
        <p:nvPicPr>
          <p:cNvPr id="1168" name="Google Shape;1168;p29"/>
          <p:cNvPicPr preferRelativeResize="0"/>
          <p:nvPr/>
        </p:nvPicPr>
        <p:blipFill rotWithShape="1">
          <a:blip r:embed="rId3">
            <a:alphaModFix/>
          </a:blip>
          <a:srcRect b="0" l="0" r="0" t="0"/>
          <a:stretch/>
        </p:blipFill>
        <p:spPr>
          <a:xfrm>
            <a:off x="7206668" y="3082307"/>
            <a:ext cx="790244" cy="648000"/>
          </a:xfrm>
          <a:prstGeom prst="rect">
            <a:avLst/>
          </a:prstGeom>
          <a:noFill/>
          <a:ln>
            <a:noFill/>
          </a:ln>
        </p:spPr>
      </p:pic>
      <p:pic>
        <p:nvPicPr>
          <p:cNvPr descr="PC.png" id="1169" name="Google Shape;1169;p29"/>
          <p:cNvPicPr preferRelativeResize="0"/>
          <p:nvPr/>
        </p:nvPicPr>
        <p:blipFill rotWithShape="1">
          <a:blip r:embed="rId4">
            <a:alphaModFix/>
          </a:blip>
          <a:srcRect b="0" l="0" r="0" t="0"/>
          <a:stretch/>
        </p:blipFill>
        <p:spPr>
          <a:xfrm>
            <a:off x="2691279" y="2078062"/>
            <a:ext cx="843751" cy="648000"/>
          </a:xfrm>
          <a:prstGeom prst="rect">
            <a:avLst/>
          </a:prstGeom>
          <a:noFill/>
          <a:ln>
            <a:noFill/>
          </a:ln>
        </p:spPr>
      </p:pic>
      <p:pic>
        <p:nvPicPr>
          <p:cNvPr descr="PC.png" id="1170" name="Google Shape;1170;p29"/>
          <p:cNvPicPr preferRelativeResize="0"/>
          <p:nvPr/>
        </p:nvPicPr>
        <p:blipFill rotWithShape="1">
          <a:blip r:embed="rId4">
            <a:alphaModFix/>
          </a:blip>
          <a:srcRect b="0" l="0" r="0" t="0"/>
          <a:stretch/>
        </p:blipFill>
        <p:spPr>
          <a:xfrm>
            <a:off x="7179915" y="1291599"/>
            <a:ext cx="843751" cy="648000"/>
          </a:xfrm>
          <a:prstGeom prst="rect">
            <a:avLst/>
          </a:prstGeom>
          <a:noFill/>
          <a:ln>
            <a:noFill/>
          </a:ln>
        </p:spPr>
      </p:pic>
      <p:cxnSp>
        <p:nvCxnSpPr>
          <p:cNvPr id="1171" name="Google Shape;1171;p29"/>
          <p:cNvCxnSpPr>
            <a:stCxn id="1169" idx="3"/>
            <a:endCxn id="1172" idx="1"/>
          </p:cNvCxnSpPr>
          <p:nvPr/>
        </p:nvCxnSpPr>
        <p:spPr>
          <a:xfrm>
            <a:off x="3535030" y="2402062"/>
            <a:ext cx="17175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173" name="Google Shape;1173;p29"/>
          <p:cNvCxnSpPr>
            <a:endCxn id="1168" idx="1"/>
          </p:cNvCxnSpPr>
          <p:nvPr/>
        </p:nvCxnSpPr>
        <p:spPr>
          <a:xfrm>
            <a:off x="5596568" y="2402207"/>
            <a:ext cx="1610100" cy="10041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1174" name="Google Shape;1174;p29"/>
          <p:cNvSpPr/>
          <p:nvPr/>
        </p:nvSpPr>
        <p:spPr>
          <a:xfrm rot="1878581">
            <a:off x="6329723" y="2868945"/>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0/0/1</a:t>
            </a:r>
            <a:endParaRPr sz="1400">
              <a:solidFill>
                <a:schemeClr val="dk1"/>
              </a:solidFill>
              <a:latin typeface="Arial"/>
              <a:ea typeface="Arial"/>
              <a:cs typeface="Arial"/>
              <a:sym typeface="Arial"/>
            </a:endParaRPr>
          </a:p>
        </p:txBody>
      </p:sp>
      <p:sp>
        <p:nvSpPr>
          <p:cNvPr id="1175" name="Google Shape;1175;p29"/>
          <p:cNvSpPr/>
          <p:nvPr/>
        </p:nvSpPr>
        <p:spPr>
          <a:xfrm>
            <a:off x="2727283"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1</a:t>
            </a:r>
            <a:endParaRPr sz="1400">
              <a:solidFill>
                <a:schemeClr val="dk1"/>
              </a:solidFill>
              <a:latin typeface="Arial"/>
              <a:ea typeface="Arial"/>
              <a:cs typeface="Arial"/>
              <a:sym typeface="Arial"/>
            </a:endParaRPr>
          </a:p>
        </p:txBody>
      </p:sp>
      <p:sp>
        <p:nvSpPr>
          <p:cNvPr id="1176" name="Google Shape;1176;p29"/>
          <p:cNvSpPr/>
          <p:nvPr/>
        </p:nvSpPr>
        <p:spPr>
          <a:xfrm>
            <a:off x="7223748" y="1948587"/>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2</a:t>
            </a:r>
            <a:endParaRPr sz="1400">
              <a:solidFill>
                <a:schemeClr val="dk1"/>
              </a:solidFill>
              <a:latin typeface="Arial"/>
              <a:ea typeface="Arial"/>
              <a:cs typeface="Arial"/>
              <a:sym typeface="Arial"/>
            </a:endParaRPr>
          </a:p>
        </p:txBody>
      </p:sp>
      <p:sp>
        <p:nvSpPr>
          <p:cNvPr id="1177" name="Google Shape;1177;p29"/>
          <p:cNvSpPr/>
          <p:nvPr/>
        </p:nvSpPr>
        <p:spPr>
          <a:xfrm>
            <a:off x="8023666" y="1384694"/>
            <a:ext cx="2448272"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IP2: 192.168.1.2</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MAC2: 0050-5600-0002</a:t>
            </a:r>
            <a:endParaRPr sz="1400">
              <a:solidFill>
                <a:schemeClr val="dk1"/>
              </a:solidFill>
              <a:latin typeface="Arial"/>
              <a:ea typeface="Arial"/>
              <a:cs typeface="Arial"/>
              <a:sym typeface="Arial"/>
            </a:endParaRPr>
          </a:p>
        </p:txBody>
      </p:sp>
      <p:cxnSp>
        <p:nvCxnSpPr>
          <p:cNvPr id="1178" name="Google Shape;1178;p29"/>
          <p:cNvCxnSpPr/>
          <p:nvPr/>
        </p:nvCxnSpPr>
        <p:spPr>
          <a:xfrm>
            <a:off x="4043772" y="2564904"/>
            <a:ext cx="796774" cy="0"/>
          </a:xfrm>
          <a:prstGeom prst="straightConnector1">
            <a:avLst/>
          </a:prstGeom>
          <a:solidFill>
            <a:schemeClr val="accent1"/>
          </a:solidFill>
          <a:ln cap="flat" cmpd="sng" w="25400">
            <a:solidFill>
              <a:srgbClr val="00B0F0"/>
            </a:solidFill>
            <a:prstDash val="solid"/>
            <a:round/>
            <a:headEnd len="sm" w="sm" type="none"/>
            <a:tailEnd len="med" w="med" type="triangle"/>
          </a:ln>
        </p:spPr>
      </p:cxnSp>
      <p:cxnSp>
        <p:nvCxnSpPr>
          <p:cNvPr id="1179" name="Google Shape;1179;p29"/>
          <p:cNvCxnSpPr>
            <a:endCxn id="1170" idx="1"/>
          </p:cNvCxnSpPr>
          <p:nvPr/>
        </p:nvCxnSpPr>
        <p:spPr>
          <a:xfrm flipH="1" rot="10800000">
            <a:off x="5647815" y="1615599"/>
            <a:ext cx="1532100" cy="786600"/>
          </a:xfrm>
          <a:prstGeom prst="straightConnector1">
            <a:avLst/>
          </a:prstGeom>
          <a:solidFill>
            <a:schemeClr val="accent1"/>
          </a:solidFill>
          <a:ln cap="flat" cmpd="sng" w="19050">
            <a:solidFill>
              <a:schemeClr val="dk1"/>
            </a:solidFill>
            <a:prstDash val="solid"/>
            <a:round/>
            <a:headEnd len="sm" w="sm" type="none"/>
            <a:tailEnd len="sm" w="sm" type="none"/>
          </a:ln>
        </p:spPr>
      </p:cxnSp>
      <p:pic>
        <p:nvPicPr>
          <p:cNvPr id="1172" name="Google Shape;1172;p29"/>
          <p:cNvPicPr preferRelativeResize="0"/>
          <p:nvPr/>
        </p:nvPicPr>
        <p:blipFill rotWithShape="1">
          <a:blip r:embed="rId3">
            <a:alphaModFix/>
          </a:blip>
          <a:srcRect b="0" l="0" r="0" t="0"/>
          <a:stretch/>
        </p:blipFill>
        <p:spPr>
          <a:xfrm>
            <a:off x="5252579" y="2078062"/>
            <a:ext cx="790244" cy="648000"/>
          </a:xfrm>
          <a:prstGeom prst="rect">
            <a:avLst/>
          </a:prstGeom>
          <a:noFill/>
          <a:ln>
            <a:noFill/>
          </a:ln>
        </p:spPr>
      </p:pic>
      <p:cxnSp>
        <p:nvCxnSpPr>
          <p:cNvPr id="1180" name="Google Shape;1180;p29"/>
          <p:cNvCxnSpPr/>
          <p:nvPr/>
        </p:nvCxnSpPr>
        <p:spPr>
          <a:xfrm>
            <a:off x="6196588" y="2939202"/>
            <a:ext cx="542028" cy="355411"/>
          </a:xfrm>
          <a:prstGeom prst="straightConnector1">
            <a:avLst/>
          </a:prstGeom>
          <a:solidFill>
            <a:schemeClr val="accent1"/>
          </a:solidFill>
          <a:ln cap="flat" cmpd="sng" w="25400">
            <a:solidFill>
              <a:srgbClr val="00B0F0"/>
            </a:solidFill>
            <a:prstDash val="solid"/>
            <a:round/>
            <a:headEnd len="sm" w="sm" type="none"/>
            <a:tailEnd len="med" w="med" type="triangle"/>
          </a:ln>
        </p:spPr>
      </p:cxnSp>
      <p:sp>
        <p:nvSpPr>
          <p:cNvPr id="1181" name="Google Shape;1181;p29"/>
          <p:cNvSpPr/>
          <p:nvPr/>
        </p:nvSpPr>
        <p:spPr>
          <a:xfrm>
            <a:off x="5130715" y="2758407"/>
            <a:ext cx="1037783" cy="5232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 1</a:t>
            </a:r>
            <a:endParaRPr sz="1400">
              <a:solidFill>
                <a:schemeClr val="dk1"/>
              </a:solidFill>
              <a:latin typeface="Arial"/>
              <a:ea typeface="Arial"/>
              <a:cs typeface="Arial"/>
              <a:sym typeface="Arial"/>
            </a:endParaRPr>
          </a:p>
        </p:txBody>
      </p:sp>
      <p:sp>
        <p:nvSpPr>
          <p:cNvPr id="1182" name="Google Shape;1182;p29"/>
          <p:cNvSpPr/>
          <p:nvPr/>
        </p:nvSpPr>
        <p:spPr>
          <a:xfrm>
            <a:off x="7082927" y="3748236"/>
            <a:ext cx="1037783" cy="28301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 2</a:t>
            </a:r>
            <a:endParaRPr sz="1400">
              <a:solidFill>
                <a:schemeClr val="dk1"/>
              </a:solidFill>
              <a:latin typeface="Arial"/>
              <a:ea typeface="Arial"/>
              <a:cs typeface="Arial"/>
              <a:sym typeface="Arial"/>
            </a:endParaRPr>
          </a:p>
        </p:txBody>
      </p:sp>
      <p:cxnSp>
        <p:nvCxnSpPr>
          <p:cNvPr id="1183" name="Google Shape;1183;p29"/>
          <p:cNvCxnSpPr/>
          <p:nvPr/>
        </p:nvCxnSpPr>
        <p:spPr>
          <a:xfrm flipH="1" rot="10800000">
            <a:off x="6196588" y="1650609"/>
            <a:ext cx="593099" cy="339723"/>
          </a:xfrm>
          <a:prstGeom prst="straightConnector1">
            <a:avLst/>
          </a:prstGeom>
          <a:solidFill>
            <a:schemeClr val="accent1"/>
          </a:solidFill>
          <a:ln cap="flat" cmpd="sng" w="25400">
            <a:solidFill>
              <a:srgbClr val="00B0F0"/>
            </a:solidFill>
            <a:prstDash val="solid"/>
            <a:round/>
            <a:headEnd len="sm" w="sm" type="none"/>
            <a:tailEnd len="med" w="med" type="triangle"/>
          </a:ln>
        </p:spPr>
      </p:cxnSp>
      <p:sp>
        <p:nvSpPr>
          <p:cNvPr id="1184" name="Google Shape;1184;p29"/>
          <p:cNvSpPr/>
          <p:nvPr/>
        </p:nvSpPr>
        <p:spPr>
          <a:xfrm>
            <a:off x="1962169" y="4116911"/>
            <a:ext cx="1775569"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Frame sent by host 1</a:t>
            </a:r>
            <a:endParaRPr/>
          </a:p>
        </p:txBody>
      </p:sp>
      <p:graphicFrame>
        <p:nvGraphicFramePr>
          <p:cNvPr id="1185" name="Google Shape;1185;p29"/>
          <p:cNvGraphicFramePr/>
          <p:nvPr/>
        </p:nvGraphicFramePr>
        <p:xfrm>
          <a:off x="4168853" y="4546058"/>
          <a:ext cx="3000000" cy="3000000"/>
        </p:xfrm>
        <a:graphic>
          <a:graphicData uri="http://schemas.openxmlformats.org/drawingml/2006/table">
            <a:tbl>
              <a:tblPr bandRow="1" firstRow="1">
                <a:noFill/>
                <a:tableStyleId>{6586AA54-EEEF-4900-980F-A55A00102258}</a:tableStyleId>
              </a:tblPr>
              <a:tblGrid>
                <a:gridCol w="1266025"/>
                <a:gridCol w="921375"/>
              </a:tblGrid>
              <a:tr h="238100">
                <a:tc>
                  <a:txBody>
                    <a:bodyPr/>
                    <a:lstStyle/>
                    <a:p>
                      <a:pPr indent="0" lvl="0" marL="0" marR="0" rtl="0" algn="ctr">
                        <a:spcBef>
                          <a:spcPts val="0"/>
                        </a:spcBef>
                        <a:spcAft>
                          <a:spcPts val="0"/>
                        </a:spcAft>
                        <a:buNone/>
                      </a:pPr>
                      <a:r>
                        <a:rPr b="1" lang="en-US" sz="1200" u="none" cap="none" strike="noStrike">
                          <a:solidFill>
                            <a:schemeClr val="dk1"/>
                          </a:solidFill>
                          <a:latin typeface="Arial"/>
                          <a:ea typeface="Arial"/>
                          <a:cs typeface="Arial"/>
                          <a:sym typeface="Arial"/>
                        </a:rPr>
                        <a:t>MAC Address</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ctr">
                        <a:spcBef>
                          <a:spcPts val="0"/>
                        </a:spcBef>
                        <a:spcAft>
                          <a:spcPts val="0"/>
                        </a:spcAft>
                        <a:buNone/>
                      </a:pPr>
                      <a:r>
                        <a:rPr b="1" lang="en-US" sz="1200" u="none" cap="none" strike="noStrike">
                          <a:solidFill>
                            <a:schemeClr val="dk1"/>
                          </a:solidFill>
                          <a:latin typeface="Arial"/>
                          <a:ea typeface="Arial"/>
                          <a:cs typeface="Arial"/>
                          <a:sym typeface="Arial"/>
                        </a:rPr>
                        <a:t>Interface</a:t>
                      </a:r>
                      <a:endParaRPr b="1"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238100">
                <a:tc>
                  <a:txBody>
                    <a:bodyPr/>
                    <a:lstStyle/>
                    <a:p>
                      <a:pPr indent="0" lvl="0" marL="0" marR="0" rtl="0" algn="ctr">
                        <a:spcBef>
                          <a:spcPts val="0"/>
                        </a:spcBef>
                        <a:spcAft>
                          <a:spcPts val="0"/>
                        </a:spcAft>
                        <a:buNone/>
                      </a:pPr>
                      <a:r>
                        <a:rPr lang="en-US" sz="1200" u="none" cap="none" strike="noStrike">
                          <a:solidFill>
                            <a:schemeClr val="dk1"/>
                          </a:solidFill>
                          <a:latin typeface="Arial"/>
                          <a:ea typeface="Arial"/>
                          <a:cs typeface="Arial"/>
                          <a:sym typeface="Arial"/>
                        </a:rPr>
                        <a:t>MAC2</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200" u="none" cap="none" strike="noStrike">
                          <a:solidFill>
                            <a:schemeClr val="dk1"/>
                          </a:solidFill>
                          <a:latin typeface="Arial"/>
                          <a:ea typeface="Arial"/>
                          <a:cs typeface="Arial"/>
                          <a:sym typeface="Arial"/>
                        </a:rPr>
                        <a:t>GE 0/0/1</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r h="207850">
                <a:tc>
                  <a:txBody>
                    <a:bodyPr/>
                    <a:lstStyle/>
                    <a:p>
                      <a:pPr indent="0" lvl="0" marL="0" marR="0" rtl="0" algn="ctr">
                        <a:spcBef>
                          <a:spcPts val="0"/>
                        </a:spcBef>
                        <a:spcAft>
                          <a:spcPts val="0"/>
                        </a:spcAft>
                        <a:buNone/>
                      </a:pPr>
                      <a:r>
                        <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bl>
          </a:graphicData>
        </a:graphic>
      </p:graphicFrame>
      <p:sp>
        <p:nvSpPr>
          <p:cNvPr id="1186" name="Google Shape;1186;p29"/>
          <p:cNvSpPr/>
          <p:nvPr/>
        </p:nvSpPr>
        <p:spPr>
          <a:xfrm>
            <a:off x="4384399" y="4031081"/>
            <a:ext cx="1980220"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MAC address table queried by switch 2</a:t>
            </a:r>
            <a:endParaRPr/>
          </a:p>
        </p:txBody>
      </p:sp>
      <p:sp>
        <p:nvSpPr>
          <p:cNvPr id="1187" name="Google Shape;1187;p29"/>
          <p:cNvSpPr/>
          <p:nvPr/>
        </p:nvSpPr>
        <p:spPr>
          <a:xfrm>
            <a:off x="1740335" y="4545203"/>
            <a:ext cx="2050077" cy="708710"/>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 MAC: MAC1</a:t>
            </a:r>
            <a:endParaRPr/>
          </a:p>
          <a:p>
            <a:pPr indent="0" lvl="0" marL="0" marR="0" rtl="0" algn="l">
              <a:spcBef>
                <a:spcPts val="600"/>
              </a:spcBef>
              <a:spcAft>
                <a:spcPts val="0"/>
              </a:spcAft>
              <a:buNone/>
            </a:pPr>
            <a:r>
              <a:rPr lang="en-US" sz="1200">
                <a:solidFill>
                  <a:schemeClr val="dk1"/>
                </a:solidFill>
                <a:latin typeface="Arial"/>
                <a:ea typeface="Arial"/>
                <a:cs typeface="Arial"/>
                <a:sym typeface="Arial"/>
              </a:rPr>
              <a:t>Destination MAC: MAC2</a:t>
            </a:r>
            <a:endParaRPr sz="1200">
              <a:solidFill>
                <a:schemeClr val="dk1"/>
              </a:solidFill>
              <a:latin typeface="Arial"/>
              <a:ea typeface="Arial"/>
              <a:cs typeface="Arial"/>
              <a:sym typeface="Arial"/>
            </a:endParaRPr>
          </a:p>
        </p:txBody>
      </p:sp>
      <p:sp>
        <p:nvSpPr>
          <p:cNvPr id="1188" name="Google Shape;1188;p29"/>
          <p:cNvSpPr/>
          <p:nvPr/>
        </p:nvSpPr>
        <p:spPr>
          <a:xfrm>
            <a:off x="7089745" y="4024938"/>
            <a:ext cx="1980220" cy="3766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Frame processing behavior of the switch</a:t>
            </a:r>
            <a:endParaRPr b="1" sz="1200">
              <a:solidFill>
                <a:schemeClr val="dk1"/>
              </a:solidFill>
              <a:latin typeface="Arial"/>
              <a:ea typeface="Arial"/>
              <a:cs typeface="Arial"/>
              <a:sym typeface="Arial"/>
            </a:endParaRPr>
          </a:p>
        </p:txBody>
      </p:sp>
      <p:grpSp>
        <p:nvGrpSpPr>
          <p:cNvPr id="1189" name="Google Shape;1189;p29"/>
          <p:cNvGrpSpPr/>
          <p:nvPr/>
        </p:nvGrpSpPr>
        <p:grpSpPr>
          <a:xfrm>
            <a:off x="6841083" y="4532290"/>
            <a:ext cx="3908951" cy="1526214"/>
            <a:chOff x="8076220" y="3897053"/>
            <a:chExt cx="3159985" cy="1975090"/>
          </a:xfrm>
        </p:grpSpPr>
        <p:sp>
          <p:nvSpPr>
            <p:cNvPr id="1190" name="Google Shape;1190;p29"/>
            <p:cNvSpPr/>
            <p:nvPr/>
          </p:nvSpPr>
          <p:spPr>
            <a:xfrm>
              <a:off x="8076220" y="3897053"/>
              <a:ext cx="3159985" cy="1975090"/>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900">
                <a:solidFill>
                  <a:schemeClr val="dk1"/>
                </a:solidFill>
                <a:latin typeface="Arial"/>
                <a:ea typeface="Arial"/>
                <a:cs typeface="Arial"/>
                <a:sym typeface="Arial"/>
              </a:endParaRPr>
            </a:p>
          </p:txBody>
        </p:sp>
        <p:sp>
          <p:nvSpPr>
            <p:cNvPr id="1191" name="Google Shape;1191;p29"/>
            <p:cNvSpPr/>
            <p:nvPr/>
          </p:nvSpPr>
          <p:spPr>
            <a:xfrm>
              <a:off x="8076220" y="3933058"/>
              <a:ext cx="3132348" cy="1903084"/>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200"/>
                <a:buFont typeface="Arial"/>
                <a:buChar char="•"/>
              </a:pPr>
              <a:r>
                <a:rPr b="1" lang="en-US" sz="1200">
                  <a:solidFill>
                    <a:schemeClr val="dk1"/>
                  </a:solidFill>
                  <a:latin typeface="Arial"/>
                  <a:ea typeface="Arial"/>
                  <a:cs typeface="Arial"/>
                  <a:sym typeface="Arial"/>
                </a:rPr>
                <a:t>If a unicast frame is received:</a:t>
              </a:r>
              <a:endParaRPr b="1" sz="1200">
                <a:solidFill>
                  <a:schemeClr val="dk1"/>
                </a:solidFill>
                <a:latin typeface="Arial"/>
                <a:ea typeface="Arial"/>
                <a:cs typeface="Arial"/>
                <a:sym typeface="Arial"/>
              </a:endParaRPr>
            </a:p>
            <a:p>
              <a:pPr indent="-285750" lvl="0" marL="285750" marR="0" rtl="0" algn="l">
                <a:spcBef>
                  <a:spcPts val="600"/>
                </a:spcBef>
                <a:spcAft>
                  <a:spcPts val="0"/>
                </a:spcAft>
                <a:buClr>
                  <a:schemeClr val="dk1"/>
                </a:buClr>
                <a:buSzPts val="1200"/>
                <a:buFont typeface="Arial"/>
                <a:buChar char="•"/>
              </a:pPr>
              <a:r>
                <a:rPr lang="en-US" sz="1200">
                  <a:solidFill>
                    <a:schemeClr val="dk1"/>
                  </a:solidFill>
                  <a:latin typeface="Arial"/>
                  <a:ea typeface="Arial"/>
                  <a:cs typeface="Arial"/>
                  <a:sym typeface="Arial"/>
                </a:rPr>
                <a:t>The switch finds the destination MAC address of the frame in the MAC address table, but the interface number in the table is the number of the interface through which the frame enters the switch over the transmission medium. In this case, the switch discards the unicast frame.</a:t>
              </a:r>
              <a:endParaRPr sz="1200">
                <a:solidFill>
                  <a:schemeClr val="dk1"/>
                </a:solidFill>
                <a:latin typeface="Arial"/>
                <a:ea typeface="Arial"/>
                <a:cs typeface="Arial"/>
                <a:sym typeface="Arial"/>
              </a:endParaRPr>
            </a:p>
          </p:txBody>
        </p:sp>
      </p:grpSp>
      <p:sp>
        <p:nvSpPr>
          <p:cNvPr id="1192" name="Google Shape;1192;p29"/>
          <p:cNvSpPr/>
          <p:nvPr/>
        </p:nvSpPr>
        <p:spPr>
          <a:xfrm>
            <a:off x="1740335" y="4140555"/>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1</a:t>
            </a:r>
            <a:endParaRPr b="1" sz="1400">
              <a:solidFill>
                <a:schemeClr val="lt1"/>
              </a:solidFill>
              <a:latin typeface="Arial"/>
              <a:ea typeface="Arial"/>
              <a:cs typeface="Arial"/>
              <a:sym typeface="Arial"/>
            </a:endParaRPr>
          </a:p>
        </p:txBody>
      </p:sp>
      <p:sp>
        <p:nvSpPr>
          <p:cNvPr id="1193" name="Google Shape;1193;p29"/>
          <p:cNvSpPr/>
          <p:nvPr/>
        </p:nvSpPr>
        <p:spPr>
          <a:xfrm>
            <a:off x="4146333" y="4149542"/>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a:t>
            </a:r>
            <a:endParaRPr b="1" sz="1400">
              <a:solidFill>
                <a:schemeClr val="lt1"/>
              </a:solidFill>
              <a:latin typeface="Arial"/>
              <a:ea typeface="Arial"/>
              <a:cs typeface="Arial"/>
              <a:sym typeface="Arial"/>
            </a:endParaRPr>
          </a:p>
        </p:txBody>
      </p:sp>
      <p:sp>
        <p:nvSpPr>
          <p:cNvPr id="1194" name="Google Shape;1194;p29"/>
          <p:cNvSpPr/>
          <p:nvPr/>
        </p:nvSpPr>
        <p:spPr>
          <a:xfrm>
            <a:off x="6856941" y="4140555"/>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3</a:t>
            </a:r>
            <a:endParaRPr b="1" sz="1400">
              <a:solidFill>
                <a:schemeClr val="lt1"/>
              </a:solidFill>
              <a:latin typeface="Arial"/>
              <a:ea typeface="Arial"/>
              <a:cs typeface="Arial"/>
              <a:sym typeface="Arial"/>
            </a:endParaRPr>
          </a:p>
        </p:txBody>
      </p:sp>
      <p:grpSp>
        <p:nvGrpSpPr>
          <p:cNvPr id="1195" name="Google Shape;1195;p29"/>
          <p:cNvGrpSpPr/>
          <p:nvPr/>
        </p:nvGrpSpPr>
        <p:grpSpPr>
          <a:xfrm>
            <a:off x="7062668" y="3228005"/>
            <a:ext cx="288000" cy="288000"/>
            <a:chOff x="856677" y="2615810"/>
            <a:chExt cx="288000" cy="288000"/>
          </a:xfrm>
        </p:grpSpPr>
        <p:sp>
          <p:nvSpPr>
            <p:cNvPr id="1196" name="Google Shape;1196;p29"/>
            <p:cNvSpPr/>
            <p:nvPr/>
          </p:nvSpPr>
          <p:spPr>
            <a:xfrm>
              <a:off x="856677" y="2615810"/>
              <a:ext cx="288000" cy="288000"/>
            </a:xfrm>
            <a:prstGeom prst="ellipse">
              <a:avLst/>
            </a:prstGeom>
            <a:solidFill>
              <a:srgbClr val="EC7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197" name="Google Shape;1197;p29"/>
            <p:cNvGrpSpPr/>
            <p:nvPr/>
          </p:nvGrpSpPr>
          <p:grpSpPr>
            <a:xfrm>
              <a:off x="898854" y="2657987"/>
              <a:ext cx="203646" cy="203647"/>
              <a:chOff x="864077" y="2609640"/>
              <a:chExt cx="288000" cy="288003"/>
            </a:xfrm>
          </p:grpSpPr>
          <p:cxnSp>
            <p:nvCxnSpPr>
              <p:cNvPr id="1198" name="Google Shape;1198;p29"/>
              <p:cNvCxnSpPr>
                <a:stCxn id="1196" idx="3"/>
                <a:endCxn id="1196" idx="7"/>
              </p:cNvCxnSpPr>
              <p:nvPr/>
            </p:nvCxnSpPr>
            <p:spPr>
              <a:xfrm flipH="1" rot="10800000">
                <a:off x="864077" y="2609644"/>
                <a:ext cx="288000" cy="288000"/>
              </a:xfrm>
              <a:prstGeom prst="straightConnector1">
                <a:avLst/>
              </a:prstGeom>
              <a:solidFill>
                <a:srgbClr val="EC7061"/>
              </a:solidFill>
              <a:ln cap="rnd" cmpd="sng" w="38100">
                <a:solidFill>
                  <a:schemeClr val="lt1"/>
                </a:solidFill>
                <a:prstDash val="solid"/>
                <a:round/>
                <a:headEnd len="sm" w="sm" type="none"/>
                <a:tailEnd len="sm" w="sm" type="none"/>
              </a:ln>
            </p:spPr>
          </p:cxnSp>
          <p:cxnSp>
            <p:nvCxnSpPr>
              <p:cNvPr id="1199" name="Google Shape;1199;p29"/>
              <p:cNvCxnSpPr>
                <a:stCxn id="1196" idx="1"/>
                <a:endCxn id="1196" idx="5"/>
              </p:cNvCxnSpPr>
              <p:nvPr/>
            </p:nvCxnSpPr>
            <p:spPr>
              <a:xfrm>
                <a:off x="864077" y="2609640"/>
                <a:ext cx="288000" cy="288000"/>
              </a:xfrm>
              <a:prstGeom prst="straightConnector1">
                <a:avLst/>
              </a:prstGeom>
              <a:solidFill>
                <a:srgbClr val="EC7061"/>
              </a:solidFill>
              <a:ln cap="rnd" cmpd="sng" w="38100">
                <a:solidFill>
                  <a:schemeClr val="lt1"/>
                </a:solidFill>
                <a:prstDash val="solid"/>
                <a:round/>
                <a:headEnd len="sm" w="sm" type="none"/>
                <a:tailEnd len="sm" w="sm" type="none"/>
              </a:ln>
            </p:spPr>
          </p:cxnSp>
        </p:grpSp>
      </p:grpSp>
      <p:sp>
        <p:nvSpPr>
          <p:cNvPr id="1200" name="Google Shape;1200;p29"/>
          <p:cNvSpPr/>
          <p:nvPr/>
        </p:nvSpPr>
        <p:spPr>
          <a:xfrm>
            <a:off x="2334850" y="2798142"/>
            <a:ext cx="2388025"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IP1: 192.168.1.1</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MAC1: 0050-5600-0001</a:t>
            </a:r>
            <a:endParaRPr sz="140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30"/>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MAC Address Learning on a Switch (1)</a:t>
            </a:r>
            <a:endParaRPr>
              <a:latin typeface="Arial"/>
              <a:ea typeface="Arial"/>
              <a:cs typeface="Arial"/>
              <a:sym typeface="Arial"/>
            </a:endParaRPr>
          </a:p>
        </p:txBody>
      </p:sp>
      <p:pic>
        <p:nvPicPr>
          <p:cNvPr id="1206" name="Google Shape;1206;p30"/>
          <p:cNvPicPr preferRelativeResize="0"/>
          <p:nvPr/>
        </p:nvPicPr>
        <p:blipFill rotWithShape="1">
          <a:blip r:embed="rId3">
            <a:alphaModFix/>
          </a:blip>
          <a:srcRect b="0" l="0" r="0" t="0"/>
          <a:stretch/>
        </p:blipFill>
        <p:spPr>
          <a:xfrm>
            <a:off x="5508342" y="2078062"/>
            <a:ext cx="790244" cy="648000"/>
          </a:xfrm>
          <a:prstGeom prst="rect">
            <a:avLst/>
          </a:prstGeom>
          <a:noFill/>
          <a:ln>
            <a:noFill/>
          </a:ln>
        </p:spPr>
      </p:pic>
      <p:pic>
        <p:nvPicPr>
          <p:cNvPr descr="PC.png" id="1207" name="Google Shape;1207;p30"/>
          <p:cNvPicPr preferRelativeResize="0"/>
          <p:nvPr/>
        </p:nvPicPr>
        <p:blipFill rotWithShape="1">
          <a:blip r:embed="rId4">
            <a:alphaModFix/>
          </a:blip>
          <a:srcRect b="0" l="0" r="0" t="0"/>
          <a:stretch/>
        </p:blipFill>
        <p:spPr>
          <a:xfrm>
            <a:off x="2691279" y="2078062"/>
            <a:ext cx="843751" cy="648000"/>
          </a:xfrm>
          <a:prstGeom prst="rect">
            <a:avLst/>
          </a:prstGeom>
          <a:noFill/>
          <a:ln>
            <a:noFill/>
          </a:ln>
        </p:spPr>
      </p:pic>
      <p:pic>
        <p:nvPicPr>
          <p:cNvPr descr="PC.png" id="1208" name="Google Shape;1208;p30"/>
          <p:cNvPicPr preferRelativeResize="0"/>
          <p:nvPr/>
        </p:nvPicPr>
        <p:blipFill rotWithShape="1">
          <a:blip r:embed="rId4">
            <a:alphaModFix/>
          </a:blip>
          <a:srcRect b="0" l="0" r="0" t="0"/>
          <a:stretch/>
        </p:blipFill>
        <p:spPr>
          <a:xfrm>
            <a:off x="8256240" y="2078062"/>
            <a:ext cx="843751" cy="648000"/>
          </a:xfrm>
          <a:prstGeom prst="rect">
            <a:avLst/>
          </a:prstGeom>
          <a:noFill/>
          <a:ln>
            <a:noFill/>
          </a:ln>
        </p:spPr>
      </p:pic>
      <p:cxnSp>
        <p:nvCxnSpPr>
          <p:cNvPr id="1209" name="Google Shape;1209;p30"/>
          <p:cNvCxnSpPr>
            <a:stCxn id="1207" idx="3"/>
            <a:endCxn id="1206" idx="1"/>
          </p:cNvCxnSpPr>
          <p:nvPr/>
        </p:nvCxnSpPr>
        <p:spPr>
          <a:xfrm>
            <a:off x="3535030" y="2402062"/>
            <a:ext cx="19734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210" name="Google Shape;1210;p30"/>
          <p:cNvCxnSpPr>
            <a:stCxn id="1206" idx="3"/>
            <a:endCxn id="1208" idx="1"/>
          </p:cNvCxnSpPr>
          <p:nvPr/>
        </p:nvCxnSpPr>
        <p:spPr>
          <a:xfrm>
            <a:off x="6298586" y="2402062"/>
            <a:ext cx="19578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211" name="Google Shape;1211;p30"/>
          <p:cNvCxnSpPr>
            <a:stCxn id="1206" idx="0"/>
          </p:cNvCxnSpPr>
          <p:nvPr/>
        </p:nvCxnSpPr>
        <p:spPr>
          <a:xfrm flipH="1" rot="10800000">
            <a:off x="5903464" y="1322062"/>
            <a:ext cx="532200" cy="756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1212" name="Google Shape;1212;p30"/>
          <p:cNvSpPr/>
          <p:nvPr/>
        </p:nvSpPr>
        <p:spPr>
          <a:xfrm>
            <a:off x="4599491" y="2125099"/>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0/0/1</a:t>
            </a:r>
            <a:endParaRPr sz="1200">
              <a:solidFill>
                <a:schemeClr val="dk1"/>
              </a:solidFill>
              <a:latin typeface="Arial"/>
              <a:ea typeface="Arial"/>
              <a:cs typeface="Arial"/>
              <a:sym typeface="Arial"/>
            </a:endParaRPr>
          </a:p>
        </p:txBody>
      </p:sp>
      <p:sp>
        <p:nvSpPr>
          <p:cNvPr id="1213" name="Google Shape;1213;p30"/>
          <p:cNvSpPr/>
          <p:nvPr/>
        </p:nvSpPr>
        <p:spPr>
          <a:xfrm>
            <a:off x="6183667" y="2125099"/>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0/0/2</a:t>
            </a:r>
            <a:endParaRPr sz="1200">
              <a:solidFill>
                <a:schemeClr val="dk1"/>
              </a:solidFill>
              <a:latin typeface="Arial"/>
              <a:ea typeface="Arial"/>
              <a:cs typeface="Arial"/>
              <a:sym typeface="Arial"/>
            </a:endParaRPr>
          </a:p>
        </p:txBody>
      </p:sp>
      <p:sp>
        <p:nvSpPr>
          <p:cNvPr id="1214" name="Google Shape;1214;p30"/>
          <p:cNvSpPr/>
          <p:nvPr/>
        </p:nvSpPr>
        <p:spPr>
          <a:xfrm rot="-3259224">
            <a:off x="5460639" y="1580310"/>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0/0/3</a:t>
            </a:r>
            <a:endParaRPr sz="1200">
              <a:solidFill>
                <a:schemeClr val="dk1"/>
              </a:solidFill>
              <a:latin typeface="Arial"/>
              <a:ea typeface="Arial"/>
              <a:cs typeface="Arial"/>
              <a:sym typeface="Arial"/>
            </a:endParaRPr>
          </a:p>
        </p:txBody>
      </p:sp>
      <p:sp>
        <p:nvSpPr>
          <p:cNvPr id="1215" name="Google Shape;1215;p30"/>
          <p:cNvSpPr/>
          <p:nvPr/>
        </p:nvSpPr>
        <p:spPr>
          <a:xfrm>
            <a:off x="2727283"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1</a:t>
            </a:r>
            <a:endParaRPr sz="1400">
              <a:solidFill>
                <a:schemeClr val="dk1"/>
              </a:solidFill>
              <a:latin typeface="Arial"/>
              <a:ea typeface="Arial"/>
              <a:cs typeface="Arial"/>
              <a:sym typeface="Arial"/>
            </a:endParaRPr>
          </a:p>
        </p:txBody>
      </p:sp>
      <p:sp>
        <p:nvSpPr>
          <p:cNvPr id="1216" name="Google Shape;1216;p30"/>
          <p:cNvSpPr/>
          <p:nvPr/>
        </p:nvSpPr>
        <p:spPr>
          <a:xfrm>
            <a:off x="8343907"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2</a:t>
            </a:r>
            <a:endParaRPr sz="1400">
              <a:solidFill>
                <a:schemeClr val="dk1"/>
              </a:solidFill>
              <a:latin typeface="Arial"/>
              <a:ea typeface="Arial"/>
              <a:cs typeface="Arial"/>
              <a:sym typeface="Arial"/>
            </a:endParaRPr>
          </a:p>
        </p:txBody>
      </p:sp>
      <p:sp>
        <p:nvSpPr>
          <p:cNvPr id="1217" name="Google Shape;1217;p30"/>
          <p:cNvSpPr/>
          <p:nvPr/>
        </p:nvSpPr>
        <p:spPr>
          <a:xfrm>
            <a:off x="7968208" y="2804272"/>
            <a:ext cx="244827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IP2: 192.168.1.2</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MAC2: 0050-5600-0002</a:t>
            </a:r>
            <a:endParaRPr sz="1200">
              <a:solidFill>
                <a:schemeClr val="dk1"/>
              </a:solidFill>
              <a:latin typeface="Arial"/>
              <a:ea typeface="Arial"/>
              <a:cs typeface="Arial"/>
              <a:sym typeface="Arial"/>
            </a:endParaRPr>
          </a:p>
        </p:txBody>
      </p:sp>
      <p:sp>
        <p:nvSpPr>
          <p:cNvPr id="1218" name="Google Shape;1218;p30"/>
          <p:cNvSpPr/>
          <p:nvPr/>
        </p:nvSpPr>
        <p:spPr>
          <a:xfrm>
            <a:off x="4983271" y="3304625"/>
            <a:ext cx="1681298"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MAC address table of the switch</a:t>
            </a:r>
            <a:endParaRPr/>
          </a:p>
        </p:txBody>
      </p:sp>
      <p:sp>
        <p:nvSpPr>
          <p:cNvPr id="1219" name="Google Shape;1219;p30"/>
          <p:cNvSpPr/>
          <p:nvPr/>
        </p:nvSpPr>
        <p:spPr>
          <a:xfrm>
            <a:off x="7595662" y="3819120"/>
            <a:ext cx="2252573" cy="478685"/>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Initially, the MAC address table of the switch is empty.</a:t>
            </a:r>
            <a:endParaRPr sz="1200">
              <a:solidFill>
                <a:schemeClr val="dk1"/>
              </a:solidFill>
              <a:latin typeface="Arial"/>
              <a:ea typeface="Arial"/>
              <a:cs typeface="Arial"/>
              <a:sym typeface="Arial"/>
            </a:endParaRPr>
          </a:p>
        </p:txBody>
      </p:sp>
      <p:sp>
        <p:nvSpPr>
          <p:cNvPr id="1220" name="Google Shape;1220;p30"/>
          <p:cNvSpPr/>
          <p:nvPr/>
        </p:nvSpPr>
        <p:spPr>
          <a:xfrm>
            <a:off x="4881063" y="2766102"/>
            <a:ext cx="198022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a:t>
            </a:r>
            <a:endParaRPr/>
          </a:p>
        </p:txBody>
      </p:sp>
      <p:graphicFrame>
        <p:nvGraphicFramePr>
          <p:cNvPr id="1221" name="Google Shape;1221;p30"/>
          <p:cNvGraphicFramePr/>
          <p:nvPr/>
        </p:nvGraphicFramePr>
        <p:xfrm>
          <a:off x="5075251" y="3827820"/>
          <a:ext cx="3000000" cy="3000000"/>
        </p:xfrm>
        <a:graphic>
          <a:graphicData uri="http://schemas.openxmlformats.org/drawingml/2006/table">
            <a:tbl>
              <a:tblPr bandRow="1" firstRow="1">
                <a:noFill/>
                <a:tableStyleId>{6586AA54-EEEF-4900-980F-A55A00102258}</a:tableStyleId>
              </a:tblPr>
              <a:tblGrid>
                <a:gridCol w="1171000"/>
                <a:gridCol w="880700"/>
              </a:tblGrid>
              <a:tr h="238100">
                <a:tc>
                  <a:txBody>
                    <a:bodyPr/>
                    <a:lstStyle/>
                    <a:p>
                      <a:pPr indent="0" lvl="0" marL="0" marR="0" rtl="0" algn="ctr">
                        <a:spcBef>
                          <a:spcPts val="0"/>
                        </a:spcBef>
                        <a:spcAft>
                          <a:spcPts val="0"/>
                        </a:spcAft>
                        <a:buNone/>
                      </a:pPr>
                      <a:r>
                        <a:rPr b="1" lang="en-US" sz="1200" u="none" cap="none" strike="noStrike">
                          <a:solidFill>
                            <a:schemeClr val="dk1"/>
                          </a:solidFill>
                          <a:latin typeface="Arial"/>
                          <a:ea typeface="Arial"/>
                          <a:cs typeface="Arial"/>
                          <a:sym typeface="Arial"/>
                        </a:rPr>
                        <a:t>MAC Address</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ctr">
                        <a:spcBef>
                          <a:spcPts val="0"/>
                        </a:spcBef>
                        <a:spcAft>
                          <a:spcPts val="0"/>
                        </a:spcAft>
                        <a:buNone/>
                      </a:pPr>
                      <a:r>
                        <a:rPr b="1" lang="en-US" sz="1200" u="none" cap="none" strike="noStrike">
                          <a:solidFill>
                            <a:schemeClr val="dk1"/>
                          </a:solidFill>
                          <a:latin typeface="Arial"/>
                          <a:ea typeface="Arial"/>
                          <a:cs typeface="Arial"/>
                          <a:sym typeface="Arial"/>
                        </a:rPr>
                        <a:t>Interface</a:t>
                      </a:r>
                      <a:endParaRPr b="1"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238100">
                <a:tc>
                  <a:txBody>
                    <a:bodyPr/>
                    <a:lstStyle/>
                    <a:p>
                      <a:pPr indent="0" lvl="0" marL="0" marR="0" rtl="0" algn="ctr">
                        <a:spcBef>
                          <a:spcPts val="0"/>
                        </a:spcBef>
                        <a:spcAft>
                          <a:spcPts val="0"/>
                        </a:spcAft>
                        <a:buNone/>
                      </a:pPr>
                      <a:r>
                        <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r h="207850">
                <a:tc>
                  <a:txBody>
                    <a:bodyPr/>
                    <a:lstStyle/>
                    <a:p>
                      <a:pPr indent="0" lvl="0" marL="0" marR="0" rtl="0" algn="ctr">
                        <a:spcBef>
                          <a:spcPts val="0"/>
                        </a:spcBef>
                        <a:spcAft>
                          <a:spcPts val="0"/>
                        </a:spcAft>
                        <a:buNone/>
                      </a:pPr>
                      <a:r>
                        <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bl>
          </a:graphicData>
        </a:graphic>
      </p:graphicFrame>
      <p:sp>
        <p:nvSpPr>
          <p:cNvPr id="1222" name="Google Shape;1222;p30"/>
          <p:cNvSpPr/>
          <p:nvPr/>
        </p:nvSpPr>
        <p:spPr>
          <a:xfrm>
            <a:off x="7595662" y="3462401"/>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1</a:t>
            </a:r>
            <a:endParaRPr b="1" sz="1400">
              <a:solidFill>
                <a:schemeClr val="lt1"/>
              </a:solidFill>
              <a:latin typeface="Arial"/>
              <a:ea typeface="Arial"/>
              <a:cs typeface="Arial"/>
              <a:sym typeface="Arial"/>
            </a:endParaRPr>
          </a:p>
        </p:txBody>
      </p:sp>
      <p:sp>
        <p:nvSpPr>
          <p:cNvPr id="1223" name="Google Shape;1223;p30"/>
          <p:cNvSpPr/>
          <p:nvPr/>
        </p:nvSpPr>
        <p:spPr>
          <a:xfrm>
            <a:off x="2446184" y="2804272"/>
            <a:ext cx="244827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IP1: 192.168.1.1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MAC1: 0050-5600-0001</a:t>
            </a:r>
            <a:endParaRPr sz="1200">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31"/>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MAC Address Learning on a Switch (2)</a:t>
            </a:r>
            <a:endParaRPr>
              <a:latin typeface="Arial"/>
              <a:ea typeface="Arial"/>
              <a:cs typeface="Arial"/>
              <a:sym typeface="Arial"/>
            </a:endParaRPr>
          </a:p>
        </p:txBody>
      </p:sp>
      <p:pic>
        <p:nvPicPr>
          <p:cNvPr id="1229" name="Google Shape;1229;p31"/>
          <p:cNvPicPr preferRelativeResize="0"/>
          <p:nvPr/>
        </p:nvPicPr>
        <p:blipFill rotWithShape="1">
          <a:blip r:embed="rId3">
            <a:alphaModFix/>
          </a:blip>
          <a:srcRect b="0" l="0" r="0" t="0"/>
          <a:stretch/>
        </p:blipFill>
        <p:spPr>
          <a:xfrm>
            <a:off x="5508342" y="2078062"/>
            <a:ext cx="790244" cy="648000"/>
          </a:xfrm>
          <a:prstGeom prst="rect">
            <a:avLst/>
          </a:prstGeom>
          <a:noFill/>
          <a:ln>
            <a:noFill/>
          </a:ln>
        </p:spPr>
      </p:pic>
      <p:pic>
        <p:nvPicPr>
          <p:cNvPr descr="PC.png" id="1230" name="Google Shape;1230;p31"/>
          <p:cNvPicPr preferRelativeResize="0"/>
          <p:nvPr/>
        </p:nvPicPr>
        <p:blipFill rotWithShape="1">
          <a:blip r:embed="rId4">
            <a:alphaModFix/>
          </a:blip>
          <a:srcRect b="0" l="0" r="0" t="0"/>
          <a:stretch/>
        </p:blipFill>
        <p:spPr>
          <a:xfrm>
            <a:off x="2691279" y="2078062"/>
            <a:ext cx="843751" cy="648000"/>
          </a:xfrm>
          <a:prstGeom prst="rect">
            <a:avLst/>
          </a:prstGeom>
          <a:noFill/>
          <a:ln>
            <a:noFill/>
          </a:ln>
        </p:spPr>
      </p:pic>
      <p:pic>
        <p:nvPicPr>
          <p:cNvPr descr="PC.png" id="1231" name="Google Shape;1231;p31"/>
          <p:cNvPicPr preferRelativeResize="0"/>
          <p:nvPr/>
        </p:nvPicPr>
        <p:blipFill rotWithShape="1">
          <a:blip r:embed="rId4">
            <a:alphaModFix/>
          </a:blip>
          <a:srcRect b="0" l="0" r="0" t="0"/>
          <a:stretch/>
        </p:blipFill>
        <p:spPr>
          <a:xfrm>
            <a:off x="8256240" y="2078062"/>
            <a:ext cx="843751" cy="648000"/>
          </a:xfrm>
          <a:prstGeom prst="rect">
            <a:avLst/>
          </a:prstGeom>
          <a:noFill/>
          <a:ln>
            <a:noFill/>
          </a:ln>
        </p:spPr>
      </p:pic>
      <p:cxnSp>
        <p:nvCxnSpPr>
          <p:cNvPr id="1232" name="Google Shape;1232;p31"/>
          <p:cNvCxnSpPr>
            <a:stCxn id="1230" idx="3"/>
            <a:endCxn id="1229" idx="1"/>
          </p:cNvCxnSpPr>
          <p:nvPr/>
        </p:nvCxnSpPr>
        <p:spPr>
          <a:xfrm>
            <a:off x="3535030" y="2402062"/>
            <a:ext cx="19734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233" name="Google Shape;1233;p31"/>
          <p:cNvCxnSpPr>
            <a:stCxn id="1229" idx="3"/>
            <a:endCxn id="1231" idx="1"/>
          </p:cNvCxnSpPr>
          <p:nvPr/>
        </p:nvCxnSpPr>
        <p:spPr>
          <a:xfrm>
            <a:off x="6298586" y="2402062"/>
            <a:ext cx="19578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234" name="Google Shape;1234;p31"/>
          <p:cNvCxnSpPr>
            <a:stCxn id="1229" idx="0"/>
          </p:cNvCxnSpPr>
          <p:nvPr/>
        </p:nvCxnSpPr>
        <p:spPr>
          <a:xfrm flipH="1" rot="10800000">
            <a:off x="5903464" y="1322062"/>
            <a:ext cx="532200" cy="756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1235" name="Google Shape;1235;p31"/>
          <p:cNvSpPr/>
          <p:nvPr/>
        </p:nvSpPr>
        <p:spPr>
          <a:xfrm>
            <a:off x="4599491" y="2125099"/>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0/0/1</a:t>
            </a:r>
            <a:endParaRPr sz="1200">
              <a:solidFill>
                <a:schemeClr val="dk1"/>
              </a:solidFill>
              <a:latin typeface="Arial"/>
              <a:ea typeface="Arial"/>
              <a:cs typeface="Arial"/>
              <a:sym typeface="Arial"/>
            </a:endParaRPr>
          </a:p>
        </p:txBody>
      </p:sp>
      <p:sp>
        <p:nvSpPr>
          <p:cNvPr id="1236" name="Google Shape;1236;p31"/>
          <p:cNvSpPr/>
          <p:nvPr/>
        </p:nvSpPr>
        <p:spPr>
          <a:xfrm>
            <a:off x="6183667" y="2125099"/>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0/0/2</a:t>
            </a:r>
            <a:endParaRPr sz="1200">
              <a:solidFill>
                <a:schemeClr val="dk1"/>
              </a:solidFill>
              <a:latin typeface="Arial"/>
              <a:ea typeface="Arial"/>
              <a:cs typeface="Arial"/>
              <a:sym typeface="Arial"/>
            </a:endParaRPr>
          </a:p>
        </p:txBody>
      </p:sp>
      <p:sp>
        <p:nvSpPr>
          <p:cNvPr id="1237" name="Google Shape;1237;p31"/>
          <p:cNvSpPr/>
          <p:nvPr/>
        </p:nvSpPr>
        <p:spPr>
          <a:xfrm rot="-3259224">
            <a:off x="5460639" y="1580310"/>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0/0/3</a:t>
            </a:r>
            <a:endParaRPr sz="1200">
              <a:solidFill>
                <a:schemeClr val="dk1"/>
              </a:solidFill>
              <a:latin typeface="Arial"/>
              <a:ea typeface="Arial"/>
              <a:cs typeface="Arial"/>
              <a:sym typeface="Arial"/>
            </a:endParaRPr>
          </a:p>
        </p:txBody>
      </p:sp>
      <p:sp>
        <p:nvSpPr>
          <p:cNvPr id="1238" name="Google Shape;1238;p31"/>
          <p:cNvSpPr/>
          <p:nvPr/>
        </p:nvSpPr>
        <p:spPr>
          <a:xfrm>
            <a:off x="2727283"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1</a:t>
            </a:r>
            <a:endParaRPr sz="1400">
              <a:solidFill>
                <a:schemeClr val="dk1"/>
              </a:solidFill>
              <a:latin typeface="Arial"/>
              <a:ea typeface="Arial"/>
              <a:cs typeface="Arial"/>
              <a:sym typeface="Arial"/>
            </a:endParaRPr>
          </a:p>
        </p:txBody>
      </p:sp>
      <p:sp>
        <p:nvSpPr>
          <p:cNvPr id="1239" name="Google Shape;1239;p31"/>
          <p:cNvSpPr/>
          <p:nvPr/>
        </p:nvSpPr>
        <p:spPr>
          <a:xfrm>
            <a:off x="8343907"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2</a:t>
            </a:r>
            <a:endParaRPr sz="1400">
              <a:solidFill>
                <a:schemeClr val="dk1"/>
              </a:solidFill>
              <a:latin typeface="Arial"/>
              <a:ea typeface="Arial"/>
              <a:cs typeface="Arial"/>
              <a:sym typeface="Arial"/>
            </a:endParaRPr>
          </a:p>
        </p:txBody>
      </p:sp>
      <p:cxnSp>
        <p:nvCxnSpPr>
          <p:cNvPr id="1240" name="Google Shape;1240;p31"/>
          <p:cNvCxnSpPr/>
          <p:nvPr/>
        </p:nvCxnSpPr>
        <p:spPr>
          <a:xfrm>
            <a:off x="4043772" y="2564904"/>
            <a:ext cx="796774" cy="0"/>
          </a:xfrm>
          <a:prstGeom prst="straightConnector1">
            <a:avLst/>
          </a:prstGeom>
          <a:solidFill>
            <a:schemeClr val="accent1"/>
          </a:solidFill>
          <a:ln cap="flat" cmpd="sng" w="25400">
            <a:solidFill>
              <a:srgbClr val="00B0F0"/>
            </a:solidFill>
            <a:prstDash val="solid"/>
            <a:round/>
            <a:headEnd len="sm" w="sm" type="none"/>
            <a:tailEnd len="med" w="med" type="triangle"/>
          </a:ln>
        </p:spPr>
      </p:cxnSp>
      <p:sp>
        <p:nvSpPr>
          <p:cNvPr id="1241" name="Google Shape;1241;p31"/>
          <p:cNvSpPr/>
          <p:nvPr/>
        </p:nvSpPr>
        <p:spPr>
          <a:xfrm>
            <a:off x="2229176" y="3486071"/>
            <a:ext cx="1775569" cy="29534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Frame sent by host 1</a:t>
            </a:r>
            <a:endParaRPr/>
          </a:p>
        </p:txBody>
      </p:sp>
      <p:sp>
        <p:nvSpPr>
          <p:cNvPr id="1242" name="Google Shape;1242;p31"/>
          <p:cNvSpPr/>
          <p:nvPr/>
        </p:nvSpPr>
        <p:spPr>
          <a:xfrm>
            <a:off x="4974898" y="3311262"/>
            <a:ext cx="1980220" cy="4169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MAC address table searched by the switch</a:t>
            </a:r>
            <a:endParaRPr/>
          </a:p>
        </p:txBody>
      </p:sp>
      <p:sp>
        <p:nvSpPr>
          <p:cNvPr id="1243" name="Google Shape;1243;p31"/>
          <p:cNvSpPr/>
          <p:nvPr/>
        </p:nvSpPr>
        <p:spPr>
          <a:xfrm>
            <a:off x="1897002" y="4600131"/>
            <a:ext cx="2644333"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(Assume that host 1 has obtained the MAC address of host 2.)</a:t>
            </a:r>
            <a:endParaRPr/>
          </a:p>
        </p:txBody>
      </p:sp>
      <p:sp>
        <p:nvSpPr>
          <p:cNvPr id="1244" name="Google Shape;1244;p31"/>
          <p:cNvSpPr/>
          <p:nvPr/>
        </p:nvSpPr>
        <p:spPr>
          <a:xfrm>
            <a:off x="2286000" y="3828977"/>
            <a:ext cx="1866339" cy="576000"/>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 MAC: MAC1</a:t>
            </a:r>
            <a:endParaRPr/>
          </a:p>
          <a:p>
            <a:pPr indent="0" lvl="0" marL="0" marR="0" rtl="0" algn="l">
              <a:spcBef>
                <a:spcPts val="600"/>
              </a:spcBef>
              <a:spcAft>
                <a:spcPts val="0"/>
              </a:spcAft>
              <a:buNone/>
            </a:pPr>
            <a:r>
              <a:rPr lang="en-US" sz="1200">
                <a:solidFill>
                  <a:schemeClr val="dk1"/>
                </a:solidFill>
                <a:latin typeface="Arial"/>
                <a:ea typeface="Arial"/>
                <a:cs typeface="Arial"/>
                <a:sym typeface="Arial"/>
              </a:rPr>
              <a:t>Destination MAC: </a:t>
            </a:r>
            <a:r>
              <a:rPr lang="en-US" sz="1200">
                <a:solidFill>
                  <a:srgbClr val="EC7061"/>
                </a:solidFill>
                <a:latin typeface="Arial"/>
                <a:ea typeface="Arial"/>
                <a:cs typeface="Arial"/>
                <a:sym typeface="Arial"/>
              </a:rPr>
              <a:t>MAC2</a:t>
            </a:r>
            <a:endParaRPr sz="1200">
              <a:solidFill>
                <a:srgbClr val="EC7061"/>
              </a:solidFill>
              <a:latin typeface="Arial"/>
              <a:ea typeface="Arial"/>
              <a:cs typeface="Arial"/>
              <a:sym typeface="Arial"/>
            </a:endParaRPr>
          </a:p>
        </p:txBody>
      </p:sp>
      <p:graphicFrame>
        <p:nvGraphicFramePr>
          <p:cNvPr id="1245" name="Google Shape;1245;p31"/>
          <p:cNvGraphicFramePr/>
          <p:nvPr/>
        </p:nvGraphicFramePr>
        <p:xfrm>
          <a:off x="5067543" y="3828977"/>
          <a:ext cx="3000000" cy="3000000"/>
        </p:xfrm>
        <a:graphic>
          <a:graphicData uri="http://schemas.openxmlformats.org/drawingml/2006/table">
            <a:tbl>
              <a:tblPr bandRow="1" firstRow="1">
                <a:noFill/>
                <a:tableStyleId>{6586AA54-EEEF-4900-980F-A55A00102258}</a:tableStyleId>
              </a:tblPr>
              <a:tblGrid>
                <a:gridCol w="1165825"/>
                <a:gridCol w="885875"/>
              </a:tblGrid>
              <a:tr h="238100">
                <a:tc>
                  <a:txBody>
                    <a:bodyPr/>
                    <a:lstStyle/>
                    <a:p>
                      <a:pPr indent="0" lvl="0" marL="0" marR="0" rtl="0" algn="ctr">
                        <a:spcBef>
                          <a:spcPts val="0"/>
                        </a:spcBef>
                        <a:spcAft>
                          <a:spcPts val="0"/>
                        </a:spcAft>
                        <a:buNone/>
                      </a:pPr>
                      <a:r>
                        <a:rPr b="1" lang="en-US" sz="1200" u="none" cap="none" strike="noStrike">
                          <a:solidFill>
                            <a:schemeClr val="dk1"/>
                          </a:solidFill>
                          <a:latin typeface="Arial"/>
                          <a:ea typeface="Arial"/>
                          <a:cs typeface="Arial"/>
                          <a:sym typeface="Arial"/>
                        </a:rPr>
                        <a:t>MAC Address</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ctr">
                        <a:spcBef>
                          <a:spcPts val="0"/>
                        </a:spcBef>
                        <a:spcAft>
                          <a:spcPts val="0"/>
                        </a:spcAft>
                        <a:buNone/>
                      </a:pPr>
                      <a:r>
                        <a:rPr b="1" lang="en-US" sz="1200" u="none" cap="none" strike="noStrike">
                          <a:solidFill>
                            <a:schemeClr val="dk1"/>
                          </a:solidFill>
                          <a:latin typeface="Arial"/>
                          <a:ea typeface="Arial"/>
                          <a:cs typeface="Arial"/>
                          <a:sym typeface="Arial"/>
                        </a:rPr>
                        <a:t>Interface</a:t>
                      </a:r>
                      <a:endParaRPr b="1"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238100">
                <a:tc>
                  <a:txBody>
                    <a:bodyPr/>
                    <a:lstStyle/>
                    <a:p>
                      <a:pPr indent="0" lvl="0" marL="0" marR="0" rtl="0" algn="ctr">
                        <a:spcBef>
                          <a:spcPts val="0"/>
                        </a:spcBef>
                        <a:spcAft>
                          <a:spcPts val="0"/>
                        </a:spcAft>
                        <a:buNone/>
                      </a:pPr>
                      <a:r>
                        <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r h="207850">
                <a:tc>
                  <a:txBody>
                    <a:bodyPr/>
                    <a:lstStyle/>
                    <a:p>
                      <a:pPr indent="0" lvl="0" marL="0" marR="0" rtl="0" algn="ctr">
                        <a:spcBef>
                          <a:spcPts val="0"/>
                        </a:spcBef>
                        <a:spcAft>
                          <a:spcPts val="0"/>
                        </a:spcAft>
                        <a:buNone/>
                      </a:pPr>
                      <a:r>
                        <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bl>
          </a:graphicData>
        </a:graphic>
      </p:graphicFrame>
      <p:sp>
        <p:nvSpPr>
          <p:cNvPr id="1246" name="Google Shape;1246;p31"/>
          <p:cNvSpPr/>
          <p:nvPr/>
        </p:nvSpPr>
        <p:spPr>
          <a:xfrm>
            <a:off x="7774599" y="3811677"/>
            <a:ext cx="3230858" cy="1687601"/>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Host 1 sends a frame to host 2.</a:t>
            </a:r>
            <a:endParaRPr/>
          </a:p>
          <a:p>
            <a:pPr indent="-285750" lvl="0" marL="285750" marR="0" rtl="0" algn="l">
              <a:spcBef>
                <a:spcPts val="600"/>
              </a:spcBef>
              <a:spcAft>
                <a:spcPts val="0"/>
              </a:spcAft>
              <a:buClr>
                <a:schemeClr val="dk1"/>
              </a:buClr>
              <a:buSzPts val="1200"/>
              <a:buFont typeface="Arial"/>
              <a:buChar char="•"/>
            </a:pPr>
            <a:r>
              <a:rPr lang="en-US" sz="1200">
                <a:solidFill>
                  <a:schemeClr val="dk1"/>
                </a:solidFill>
                <a:latin typeface="Arial"/>
                <a:ea typeface="Arial"/>
                <a:cs typeface="Arial"/>
                <a:sym typeface="Arial"/>
              </a:rPr>
              <a:t>After the frame is received on the switch's GE 0/0/1, the switch searches the MAC address table for the destination MAC address of the frame. If no matching entry is found, the switch considers the frame an unknown unicast frame.</a:t>
            </a:r>
            <a:endParaRPr sz="1200">
              <a:solidFill>
                <a:schemeClr val="dk1"/>
              </a:solidFill>
              <a:latin typeface="Arial"/>
              <a:ea typeface="Arial"/>
              <a:cs typeface="Arial"/>
              <a:sym typeface="Arial"/>
            </a:endParaRPr>
          </a:p>
        </p:txBody>
      </p:sp>
      <p:sp>
        <p:nvSpPr>
          <p:cNvPr id="1247" name="Google Shape;1247;p31"/>
          <p:cNvSpPr/>
          <p:nvPr/>
        </p:nvSpPr>
        <p:spPr>
          <a:xfrm>
            <a:off x="4881063" y="2766102"/>
            <a:ext cx="198022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a:t>
            </a:r>
            <a:endParaRPr/>
          </a:p>
        </p:txBody>
      </p:sp>
      <p:grpSp>
        <p:nvGrpSpPr>
          <p:cNvPr id="1248" name="Google Shape;1248;p31"/>
          <p:cNvGrpSpPr/>
          <p:nvPr/>
        </p:nvGrpSpPr>
        <p:grpSpPr>
          <a:xfrm rot="10800000">
            <a:off x="4233319" y="2635300"/>
            <a:ext cx="410355" cy="275493"/>
            <a:chOff x="7383369" y="3528374"/>
            <a:chExt cx="321775" cy="216024"/>
          </a:xfrm>
        </p:grpSpPr>
        <p:sp>
          <p:nvSpPr>
            <p:cNvPr id="1249" name="Google Shape;1249;p31"/>
            <p:cNvSpPr/>
            <p:nvPr/>
          </p:nvSpPr>
          <p:spPr>
            <a:xfrm>
              <a:off x="7383369" y="3528374"/>
              <a:ext cx="321775" cy="216024"/>
            </a:xfrm>
            <a:prstGeom prst="round2SameRect">
              <a:avLst>
                <a:gd fmla="val 16667" name="adj1"/>
                <a:gd fmla="val 0" name="adj2"/>
              </a:avLst>
            </a:prstGeom>
            <a:solidFill>
              <a:srgbClr val="FFD17D"/>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250" name="Google Shape;1250;p31"/>
            <p:cNvSpPr/>
            <p:nvPr/>
          </p:nvSpPr>
          <p:spPr>
            <a:xfrm>
              <a:off x="7386180" y="3590032"/>
              <a:ext cx="316152" cy="154366"/>
            </a:xfrm>
            <a:prstGeom prst="triangle">
              <a:avLst>
                <a:gd fmla="val 50000" name="adj"/>
              </a:avLst>
            </a:prstGeom>
            <a:solidFill>
              <a:srgbClr val="FFD17D"/>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251" name="Google Shape;1251;p31"/>
          <p:cNvSpPr/>
          <p:nvPr/>
        </p:nvSpPr>
        <p:spPr>
          <a:xfrm>
            <a:off x="7741341" y="3462401"/>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a:t>
            </a:r>
            <a:endParaRPr b="1" sz="1400">
              <a:solidFill>
                <a:schemeClr val="lt1"/>
              </a:solidFill>
              <a:latin typeface="Arial"/>
              <a:ea typeface="Arial"/>
              <a:cs typeface="Arial"/>
              <a:sym typeface="Arial"/>
            </a:endParaRPr>
          </a:p>
        </p:txBody>
      </p:sp>
      <p:sp>
        <p:nvSpPr>
          <p:cNvPr id="1252" name="Google Shape;1252;p31"/>
          <p:cNvSpPr/>
          <p:nvPr/>
        </p:nvSpPr>
        <p:spPr>
          <a:xfrm>
            <a:off x="7968208" y="2804272"/>
            <a:ext cx="244827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IP2: 192.168.1.2</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MAC2: 0050-5600-0002</a:t>
            </a:r>
            <a:endParaRPr sz="1200">
              <a:solidFill>
                <a:schemeClr val="dk1"/>
              </a:solidFill>
              <a:latin typeface="Arial"/>
              <a:ea typeface="Arial"/>
              <a:cs typeface="Arial"/>
              <a:sym typeface="Arial"/>
            </a:endParaRPr>
          </a:p>
        </p:txBody>
      </p:sp>
      <p:sp>
        <p:nvSpPr>
          <p:cNvPr id="1253" name="Google Shape;1253;p31"/>
          <p:cNvSpPr/>
          <p:nvPr/>
        </p:nvSpPr>
        <p:spPr>
          <a:xfrm>
            <a:off x="2446184" y="2804272"/>
            <a:ext cx="244827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IP1: 192.168.1.1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MAC1: 0050-5600-0001</a:t>
            </a:r>
            <a:endParaRPr sz="1200">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32"/>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MAC Address Learning on a Switch (3)</a:t>
            </a:r>
            <a:endParaRPr>
              <a:latin typeface="Arial"/>
              <a:ea typeface="Arial"/>
              <a:cs typeface="Arial"/>
              <a:sym typeface="Arial"/>
            </a:endParaRPr>
          </a:p>
        </p:txBody>
      </p:sp>
      <p:pic>
        <p:nvPicPr>
          <p:cNvPr id="1259" name="Google Shape;1259;p32"/>
          <p:cNvPicPr preferRelativeResize="0"/>
          <p:nvPr/>
        </p:nvPicPr>
        <p:blipFill rotWithShape="1">
          <a:blip r:embed="rId3">
            <a:alphaModFix/>
          </a:blip>
          <a:srcRect b="0" l="0" r="0" t="0"/>
          <a:stretch/>
        </p:blipFill>
        <p:spPr>
          <a:xfrm>
            <a:off x="5508342" y="2078062"/>
            <a:ext cx="790244" cy="648000"/>
          </a:xfrm>
          <a:prstGeom prst="rect">
            <a:avLst/>
          </a:prstGeom>
          <a:noFill/>
          <a:ln>
            <a:noFill/>
          </a:ln>
        </p:spPr>
      </p:pic>
      <p:pic>
        <p:nvPicPr>
          <p:cNvPr descr="PC.png" id="1260" name="Google Shape;1260;p32"/>
          <p:cNvPicPr preferRelativeResize="0"/>
          <p:nvPr/>
        </p:nvPicPr>
        <p:blipFill rotWithShape="1">
          <a:blip r:embed="rId4">
            <a:alphaModFix/>
          </a:blip>
          <a:srcRect b="0" l="0" r="0" t="0"/>
          <a:stretch/>
        </p:blipFill>
        <p:spPr>
          <a:xfrm>
            <a:off x="2691279" y="2078062"/>
            <a:ext cx="843751" cy="648000"/>
          </a:xfrm>
          <a:prstGeom prst="rect">
            <a:avLst/>
          </a:prstGeom>
          <a:noFill/>
          <a:ln>
            <a:noFill/>
          </a:ln>
        </p:spPr>
      </p:pic>
      <p:pic>
        <p:nvPicPr>
          <p:cNvPr descr="PC.png" id="1261" name="Google Shape;1261;p32"/>
          <p:cNvPicPr preferRelativeResize="0"/>
          <p:nvPr/>
        </p:nvPicPr>
        <p:blipFill rotWithShape="1">
          <a:blip r:embed="rId4">
            <a:alphaModFix/>
          </a:blip>
          <a:srcRect b="0" l="0" r="0" t="0"/>
          <a:stretch/>
        </p:blipFill>
        <p:spPr>
          <a:xfrm>
            <a:off x="8256240" y="2078062"/>
            <a:ext cx="843751" cy="648000"/>
          </a:xfrm>
          <a:prstGeom prst="rect">
            <a:avLst/>
          </a:prstGeom>
          <a:noFill/>
          <a:ln>
            <a:noFill/>
          </a:ln>
        </p:spPr>
      </p:pic>
      <p:cxnSp>
        <p:nvCxnSpPr>
          <p:cNvPr id="1262" name="Google Shape;1262;p32"/>
          <p:cNvCxnSpPr>
            <a:stCxn id="1260" idx="3"/>
            <a:endCxn id="1259" idx="1"/>
          </p:cNvCxnSpPr>
          <p:nvPr/>
        </p:nvCxnSpPr>
        <p:spPr>
          <a:xfrm>
            <a:off x="3535030" y="2402062"/>
            <a:ext cx="19734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263" name="Google Shape;1263;p32"/>
          <p:cNvCxnSpPr>
            <a:stCxn id="1259" idx="3"/>
            <a:endCxn id="1261" idx="1"/>
          </p:cNvCxnSpPr>
          <p:nvPr/>
        </p:nvCxnSpPr>
        <p:spPr>
          <a:xfrm>
            <a:off x="6298586" y="2402062"/>
            <a:ext cx="19578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264" name="Google Shape;1264;p32"/>
          <p:cNvCxnSpPr>
            <a:stCxn id="1259" idx="0"/>
          </p:cNvCxnSpPr>
          <p:nvPr/>
        </p:nvCxnSpPr>
        <p:spPr>
          <a:xfrm flipH="1" rot="10800000">
            <a:off x="5903464" y="1322062"/>
            <a:ext cx="532200" cy="756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1265" name="Google Shape;1265;p32"/>
          <p:cNvSpPr/>
          <p:nvPr/>
        </p:nvSpPr>
        <p:spPr>
          <a:xfrm>
            <a:off x="4599491" y="2125099"/>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0/0/1</a:t>
            </a:r>
            <a:endParaRPr sz="1200">
              <a:solidFill>
                <a:schemeClr val="dk1"/>
              </a:solidFill>
              <a:latin typeface="Arial"/>
              <a:ea typeface="Arial"/>
              <a:cs typeface="Arial"/>
              <a:sym typeface="Arial"/>
            </a:endParaRPr>
          </a:p>
        </p:txBody>
      </p:sp>
      <p:sp>
        <p:nvSpPr>
          <p:cNvPr id="1266" name="Google Shape;1266;p32"/>
          <p:cNvSpPr/>
          <p:nvPr/>
        </p:nvSpPr>
        <p:spPr>
          <a:xfrm>
            <a:off x="6183667" y="2125099"/>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0/0/2</a:t>
            </a:r>
            <a:endParaRPr sz="1200">
              <a:solidFill>
                <a:schemeClr val="dk1"/>
              </a:solidFill>
              <a:latin typeface="Arial"/>
              <a:ea typeface="Arial"/>
              <a:cs typeface="Arial"/>
              <a:sym typeface="Arial"/>
            </a:endParaRPr>
          </a:p>
        </p:txBody>
      </p:sp>
      <p:sp>
        <p:nvSpPr>
          <p:cNvPr id="1267" name="Google Shape;1267;p32"/>
          <p:cNvSpPr/>
          <p:nvPr/>
        </p:nvSpPr>
        <p:spPr>
          <a:xfrm rot="-3259224">
            <a:off x="5460639" y="1580310"/>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0/0/3</a:t>
            </a:r>
            <a:endParaRPr sz="1200">
              <a:solidFill>
                <a:schemeClr val="dk1"/>
              </a:solidFill>
              <a:latin typeface="Arial"/>
              <a:ea typeface="Arial"/>
              <a:cs typeface="Arial"/>
              <a:sym typeface="Arial"/>
            </a:endParaRPr>
          </a:p>
        </p:txBody>
      </p:sp>
      <p:sp>
        <p:nvSpPr>
          <p:cNvPr id="1268" name="Google Shape;1268;p32"/>
          <p:cNvSpPr/>
          <p:nvPr/>
        </p:nvSpPr>
        <p:spPr>
          <a:xfrm>
            <a:off x="2727283"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1</a:t>
            </a:r>
            <a:endParaRPr sz="1400">
              <a:solidFill>
                <a:schemeClr val="dk1"/>
              </a:solidFill>
              <a:latin typeface="Arial"/>
              <a:ea typeface="Arial"/>
              <a:cs typeface="Arial"/>
              <a:sym typeface="Arial"/>
            </a:endParaRPr>
          </a:p>
        </p:txBody>
      </p:sp>
      <p:sp>
        <p:nvSpPr>
          <p:cNvPr id="1269" name="Google Shape;1269;p32"/>
          <p:cNvSpPr/>
          <p:nvPr/>
        </p:nvSpPr>
        <p:spPr>
          <a:xfrm>
            <a:off x="8343907"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2</a:t>
            </a:r>
            <a:endParaRPr sz="1400">
              <a:solidFill>
                <a:schemeClr val="dk1"/>
              </a:solidFill>
              <a:latin typeface="Arial"/>
              <a:ea typeface="Arial"/>
              <a:cs typeface="Arial"/>
              <a:sym typeface="Arial"/>
            </a:endParaRPr>
          </a:p>
        </p:txBody>
      </p:sp>
      <p:cxnSp>
        <p:nvCxnSpPr>
          <p:cNvPr id="1270" name="Google Shape;1270;p32"/>
          <p:cNvCxnSpPr/>
          <p:nvPr/>
        </p:nvCxnSpPr>
        <p:spPr>
          <a:xfrm>
            <a:off x="4043772" y="2564904"/>
            <a:ext cx="796774" cy="0"/>
          </a:xfrm>
          <a:prstGeom prst="straightConnector1">
            <a:avLst/>
          </a:prstGeom>
          <a:solidFill>
            <a:schemeClr val="accent1"/>
          </a:solidFill>
          <a:ln cap="flat" cmpd="sng" w="25400">
            <a:solidFill>
              <a:srgbClr val="00B0F0"/>
            </a:solidFill>
            <a:prstDash val="solid"/>
            <a:round/>
            <a:headEnd len="sm" w="sm" type="none"/>
            <a:tailEnd len="med" w="med" type="triangle"/>
          </a:ln>
        </p:spPr>
      </p:cxnSp>
      <p:cxnSp>
        <p:nvCxnSpPr>
          <p:cNvPr id="1271" name="Google Shape;1271;p32"/>
          <p:cNvCxnSpPr/>
          <p:nvPr/>
        </p:nvCxnSpPr>
        <p:spPr>
          <a:xfrm>
            <a:off x="6672064" y="2564904"/>
            <a:ext cx="796774" cy="0"/>
          </a:xfrm>
          <a:prstGeom prst="straightConnector1">
            <a:avLst/>
          </a:prstGeom>
          <a:solidFill>
            <a:schemeClr val="accent1"/>
          </a:solidFill>
          <a:ln cap="flat" cmpd="sng" w="25400">
            <a:solidFill>
              <a:srgbClr val="00B0F0"/>
            </a:solidFill>
            <a:prstDash val="solid"/>
            <a:round/>
            <a:headEnd len="sm" w="sm" type="none"/>
            <a:tailEnd len="med" w="med" type="triangle"/>
          </a:ln>
        </p:spPr>
      </p:cxnSp>
      <p:cxnSp>
        <p:nvCxnSpPr>
          <p:cNvPr id="1272" name="Google Shape;1272;p32"/>
          <p:cNvCxnSpPr/>
          <p:nvPr/>
        </p:nvCxnSpPr>
        <p:spPr>
          <a:xfrm flipH="1" rot="10800000">
            <a:off x="6204012" y="1556792"/>
            <a:ext cx="288032" cy="432048"/>
          </a:xfrm>
          <a:prstGeom prst="straightConnector1">
            <a:avLst/>
          </a:prstGeom>
          <a:solidFill>
            <a:schemeClr val="accent1"/>
          </a:solidFill>
          <a:ln cap="flat" cmpd="sng" w="25400">
            <a:solidFill>
              <a:srgbClr val="00B0F0"/>
            </a:solidFill>
            <a:prstDash val="solid"/>
            <a:round/>
            <a:headEnd len="sm" w="sm" type="none"/>
            <a:tailEnd len="med" w="med" type="triangle"/>
          </a:ln>
        </p:spPr>
      </p:cxnSp>
      <p:sp>
        <p:nvSpPr>
          <p:cNvPr id="1273" name="Google Shape;1273;p32"/>
          <p:cNvSpPr/>
          <p:nvPr/>
        </p:nvSpPr>
        <p:spPr>
          <a:xfrm>
            <a:off x="7843375" y="3811103"/>
            <a:ext cx="3241967" cy="1689365"/>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If the corresponding entry is not found in the MAC address table, the switch </a:t>
            </a:r>
            <a:r>
              <a:rPr lang="en-US" sz="1200">
                <a:solidFill>
                  <a:srgbClr val="EC7061"/>
                </a:solidFill>
                <a:latin typeface="Arial"/>
                <a:ea typeface="Arial"/>
                <a:cs typeface="Arial"/>
                <a:sym typeface="Arial"/>
              </a:rPr>
              <a:t>floods</a:t>
            </a:r>
            <a:r>
              <a:rPr lang="en-US" sz="1200">
                <a:solidFill>
                  <a:schemeClr val="dk1"/>
                </a:solidFill>
                <a:latin typeface="Arial"/>
                <a:ea typeface="Arial"/>
                <a:cs typeface="Arial"/>
                <a:sym typeface="Arial"/>
              </a:rPr>
              <a:t> the unicast frame.</a:t>
            </a:r>
            <a:endParaRPr/>
          </a:p>
          <a:p>
            <a:pPr indent="-285750" lvl="0" marL="285750" marR="0" rtl="0" algn="l">
              <a:spcBef>
                <a:spcPts val="600"/>
              </a:spcBef>
              <a:spcAft>
                <a:spcPts val="0"/>
              </a:spcAft>
              <a:buClr>
                <a:schemeClr val="dk1"/>
              </a:buClr>
              <a:buSzPts val="1200"/>
              <a:buFont typeface="Arial"/>
              <a:buChar char="•"/>
            </a:pPr>
            <a:r>
              <a:rPr lang="en-US" sz="1200">
                <a:solidFill>
                  <a:schemeClr val="dk1"/>
                </a:solidFill>
                <a:latin typeface="Arial"/>
                <a:ea typeface="Arial"/>
                <a:cs typeface="Arial"/>
                <a:sym typeface="Arial"/>
              </a:rPr>
              <a:t>At the same time, the switch learns the source </a:t>
            </a:r>
            <a:r>
              <a:rPr lang="en-US" sz="1200">
                <a:solidFill>
                  <a:srgbClr val="EC7061"/>
                </a:solidFill>
                <a:latin typeface="Arial"/>
                <a:ea typeface="Arial"/>
                <a:cs typeface="Arial"/>
                <a:sym typeface="Arial"/>
              </a:rPr>
              <a:t>MAC</a:t>
            </a:r>
            <a:r>
              <a:rPr lang="en-US" sz="1200">
                <a:solidFill>
                  <a:schemeClr val="dk1"/>
                </a:solidFill>
                <a:latin typeface="Arial"/>
                <a:ea typeface="Arial"/>
                <a:cs typeface="Arial"/>
                <a:sym typeface="Arial"/>
              </a:rPr>
              <a:t> address of the frame, creates the corresponding MAC address entry, and associates the MAC address entry with </a:t>
            </a:r>
            <a:r>
              <a:rPr lang="en-US" sz="1200">
                <a:solidFill>
                  <a:srgbClr val="EC7061"/>
                </a:solidFill>
                <a:latin typeface="Arial"/>
                <a:ea typeface="Arial"/>
                <a:cs typeface="Arial"/>
                <a:sym typeface="Arial"/>
              </a:rPr>
              <a:t>GE 0/0/1</a:t>
            </a:r>
            <a:r>
              <a:rPr lang="en-US" sz="1200">
                <a:solidFill>
                  <a:schemeClr val="dk1"/>
                </a:solidFill>
                <a:latin typeface="Arial"/>
                <a:ea typeface="Arial"/>
                <a:cs typeface="Arial"/>
                <a:sym typeface="Arial"/>
              </a:rPr>
              <a:t>.</a:t>
            </a:r>
            <a:endParaRPr/>
          </a:p>
        </p:txBody>
      </p:sp>
      <p:sp>
        <p:nvSpPr>
          <p:cNvPr id="1274" name="Google Shape;1274;p32"/>
          <p:cNvSpPr/>
          <p:nvPr/>
        </p:nvSpPr>
        <p:spPr>
          <a:xfrm>
            <a:off x="4881063" y="2766102"/>
            <a:ext cx="198022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a:t>
            </a:r>
            <a:endParaRPr/>
          </a:p>
        </p:txBody>
      </p:sp>
      <p:grpSp>
        <p:nvGrpSpPr>
          <p:cNvPr id="1275" name="Google Shape;1275;p32"/>
          <p:cNvGrpSpPr/>
          <p:nvPr/>
        </p:nvGrpSpPr>
        <p:grpSpPr>
          <a:xfrm rot="10800000">
            <a:off x="4236981" y="2635300"/>
            <a:ext cx="410355" cy="275493"/>
            <a:chOff x="7383369" y="3528374"/>
            <a:chExt cx="321775" cy="216024"/>
          </a:xfrm>
        </p:grpSpPr>
        <p:sp>
          <p:nvSpPr>
            <p:cNvPr id="1276" name="Google Shape;1276;p32"/>
            <p:cNvSpPr/>
            <p:nvPr/>
          </p:nvSpPr>
          <p:spPr>
            <a:xfrm>
              <a:off x="7383369" y="3528374"/>
              <a:ext cx="321775" cy="216024"/>
            </a:xfrm>
            <a:prstGeom prst="round2SameRect">
              <a:avLst>
                <a:gd fmla="val 16667" name="adj1"/>
                <a:gd fmla="val 0" name="adj2"/>
              </a:avLst>
            </a:prstGeom>
            <a:solidFill>
              <a:srgbClr val="FFD17D"/>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277" name="Google Shape;1277;p32"/>
            <p:cNvSpPr/>
            <p:nvPr/>
          </p:nvSpPr>
          <p:spPr>
            <a:xfrm>
              <a:off x="7386180" y="3590032"/>
              <a:ext cx="316152" cy="154366"/>
            </a:xfrm>
            <a:prstGeom prst="triangle">
              <a:avLst>
                <a:gd fmla="val 50000" name="adj"/>
              </a:avLst>
            </a:prstGeom>
            <a:solidFill>
              <a:srgbClr val="FFD17D"/>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278" name="Google Shape;1278;p32"/>
          <p:cNvSpPr/>
          <p:nvPr/>
        </p:nvSpPr>
        <p:spPr>
          <a:xfrm>
            <a:off x="7843375" y="3462401"/>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3</a:t>
            </a:r>
            <a:endParaRPr b="1" sz="1400">
              <a:solidFill>
                <a:schemeClr val="lt1"/>
              </a:solidFill>
              <a:latin typeface="Arial"/>
              <a:ea typeface="Arial"/>
              <a:cs typeface="Arial"/>
              <a:sym typeface="Arial"/>
            </a:endParaRPr>
          </a:p>
        </p:txBody>
      </p:sp>
      <p:sp>
        <p:nvSpPr>
          <p:cNvPr id="1279" name="Google Shape;1279;p32"/>
          <p:cNvSpPr/>
          <p:nvPr/>
        </p:nvSpPr>
        <p:spPr>
          <a:xfrm>
            <a:off x="5000592" y="3293274"/>
            <a:ext cx="1980220" cy="42306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MAC address table searched by the switch</a:t>
            </a:r>
            <a:endParaRPr/>
          </a:p>
        </p:txBody>
      </p:sp>
      <p:graphicFrame>
        <p:nvGraphicFramePr>
          <p:cNvPr id="1280" name="Google Shape;1280;p32"/>
          <p:cNvGraphicFramePr/>
          <p:nvPr/>
        </p:nvGraphicFramePr>
        <p:xfrm>
          <a:off x="5076179" y="3812207"/>
          <a:ext cx="3000000" cy="3000000"/>
        </p:xfrm>
        <a:graphic>
          <a:graphicData uri="http://schemas.openxmlformats.org/drawingml/2006/table">
            <a:tbl>
              <a:tblPr bandRow="1" firstRow="1">
                <a:noFill/>
                <a:tableStyleId>{6586AA54-EEEF-4900-980F-A55A00102258}</a:tableStyleId>
              </a:tblPr>
              <a:tblGrid>
                <a:gridCol w="1170075"/>
                <a:gridCol w="1040525"/>
              </a:tblGrid>
              <a:tr h="238100">
                <a:tc>
                  <a:txBody>
                    <a:bodyPr/>
                    <a:lstStyle/>
                    <a:p>
                      <a:pPr indent="0" lvl="0" marL="0" marR="0" rtl="0" algn="ctr">
                        <a:spcBef>
                          <a:spcPts val="0"/>
                        </a:spcBef>
                        <a:spcAft>
                          <a:spcPts val="0"/>
                        </a:spcAft>
                        <a:buNone/>
                      </a:pPr>
                      <a:r>
                        <a:rPr b="1" lang="en-US" sz="1200" u="none" cap="none" strike="noStrike">
                          <a:solidFill>
                            <a:schemeClr val="dk1"/>
                          </a:solidFill>
                          <a:latin typeface="Arial"/>
                          <a:ea typeface="Arial"/>
                          <a:cs typeface="Arial"/>
                          <a:sym typeface="Arial"/>
                        </a:rPr>
                        <a:t>MAC Address</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ctr">
                        <a:spcBef>
                          <a:spcPts val="0"/>
                        </a:spcBef>
                        <a:spcAft>
                          <a:spcPts val="0"/>
                        </a:spcAft>
                        <a:buNone/>
                      </a:pPr>
                      <a:r>
                        <a:rPr b="1" lang="en-US" sz="1200" u="none" cap="none" strike="noStrike">
                          <a:solidFill>
                            <a:schemeClr val="dk1"/>
                          </a:solidFill>
                          <a:latin typeface="Arial"/>
                          <a:ea typeface="Arial"/>
                          <a:cs typeface="Arial"/>
                          <a:sym typeface="Arial"/>
                        </a:rPr>
                        <a:t>Interface</a:t>
                      </a:r>
                      <a:endParaRPr b="1"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238100">
                <a:tc>
                  <a:txBody>
                    <a:bodyPr/>
                    <a:lstStyle/>
                    <a:p>
                      <a:pPr indent="0" lvl="0" marL="0" marR="0" rtl="0" algn="ctr">
                        <a:spcBef>
                          <a:spcPts val="0"/>
                        </a:spcBef>
                        <a:spcAft>
                          <a:spcPts val="0"/>
                        </a:spcAft>
                        <a:buNone/>
                      </a:pPr>
                      <a:r>
                        <a:rPr lang="en-US" sz="1200" u="none" cap="none" strike="noStrike">
                          <a:solidFill>
                            <a:schemeClr val="dk1"/>
                          </a:solidFill>
                          <a:latin typeface="Arial"/>
                          <a:ea typeface="Arial"/>
                          <a:cs typeface="Arial"/>
                          <a:sym typeface="Arial"/>
                        </a:rPr>
                        <a:t>MAC1</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200" u="none" cap="none" strike="noStrike">
                          <a:solidFill>
                            <a:schemeClr val="dk1"/>
                          </a:solidFill>
                          <a:latin typeface="Arial"/>
                          <a:ea typeface="Arial"/>
                          <a:cs typeface="Arial"/>
                          <a:sym typeface="Arial"/>
                        </a:rPr>
                        <a:t>GE 0/0/1</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r h="207850">
                <a:tc>
                  <a:txBody>
                    <a:bodyPr/>
                    <a:lstStyle/>
                    <a:p>
                      <a:pPr indent="0" lvl="0" marL="0" marR="0" rtl="0" algn="ctr">
                        <a:spcBef>
                          <a:spcPts val="0"/>
                        </a:spcBef>
                        <a:spcAft>
                          <a:spcPts val="0"/>
                        </a:spcAft>
                        <a:buNone/>
                      </a:pPr>
                      <a:r>
                        <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bl>
          </a:graphicData>
        </a:graphic>
      </p:graphicFrame>
      <p:sp>
        <p:nvSpPr>
          <p:cNvPr id="1281" name="Google Shape;1281;p32"/>
          <p:cNvSpPr/>
          <p:nvPr/>
        </p:nvSpPr>
        <p:spPr>
          <a:xfrm>
            <a:off x="4336244" y="4057701"/>
            <a:ext cx="490307" cy="269823"/>
          </a:xfrm>
          <a:prstGeom prst="rightArrow">
            <a:avLst>
              <a:gd fmla="val 40000" name="adj1"/>
              <a:gd fmla="val 50000" name="adj2"/>
            </a:avLst>
          </a:prstGeom>
          <a:gradFill>
            <a:gsLst>
              <a:gs pos="0">
                <a:srgbClr val="F6F9FC">
                  <a:alpha val="0"/>
                </a:srgbClr>
              </a:gs>
              <a:gs pos="15000">
                <a:srgbClr val="F6F9FC">
                  <a:alpha val="0"/>
                </a:srgbClr>
              </a:gs>
              <a:gs pos="81000">
                <a:srgbClr val="99DFF9"/>
              </a:gs>
              <a:gs pos="100000">
                <a:srgbClr val="99DFF9"/>
              </a:gs>
            </a:gsLst>
            <a:lin ang="0" scaled="0"/>
          </a:gradFill>
          <a:ln cap="flat" cmpd="sng" w="12700">
            <a:solidFill>
              <a:srgbClr val="F6F9F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82" name="Google Shape;1282;p32"/>
          <p:cNvSpPr/>
          <p:nvPr/>
        </p:nvSpPr>
        <p:spPr>
          <a:xfrm>
            <a:off x="2286000" y="3828977"/>
            <a:ext cx="1866339" cy="576000"/>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 MAC: </a:t>
            </a:r>
            <a:r>
              <a:rPr lang="en-US" sz="1200">
                <a:solidFill>
                  <a:srgbClr val="EC7061"/>
                </a:solidFill>
                <a:latin typeface="Arial"/>
                <a:ea typeface="Arial"/>
                <a:cs typeface="Arial"/>
                <a:sym typeface="Arial"/>
              </a:rPr>
              <a:t>MAC1</a:t>
            </a:r>
            <a:endParaRPr/>
          </a:p>
          <a:p>
            <a:pPr indent="0" lvl="0" marL="0" marR="0" rtl="0" algn="l">
              <a:spcBef>
                <a:spcPts val="600"/>
              </a:spcBef>
              <a:spcAft>
                <a:spcPts val="0"/>
              </a:spcAft>
              <a:buNone/>
            </a:pPr>
            <a:r>
              <a:rPr lang="en-US" sz="1200">
                <a:solidFill>
                  <a:schemeClr val="dk1"/>
                </a:solidFill>
                <a:latin typeface="Arial"/>
                <a:ea typeface="Arial"/>
                <a:cs typeface="Arial"/>
                <a:sym typeface="Arial"/>
              </a:rPr>
              <a:t>Destination MAC: MAC2</a:t>
            </a:r>
            <a:endParaRPr sz="1200">
              <a:solidFill>
                <a:schemeClr val="dk1"/>
              </a:solidFill>
              <a:latin typeface="Arial"/>
              <a:ea typeface="Arial"/>
              <a:cs typeface="Arial"/>
              <a:sym typeface="Arial"/>
            </a:endParaRPr>
          </a:p>
        </p:txBody>
      </p:sp>
      <p:sp>
        <p:nvSpPr>
          <p:cNvPr id="1283" name="Google Shape;1283;p32"/>
          <p:cNvSpPr/>
          <p:nvPr/>
        </p:nvSpPr>
        <p:spPr>
          <a:xfrm>
            <a:off x="7968208" y="2804272"/>
            <a:ext cx="244827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IP2: 192.168.1.2</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MAC2: 0050-5600-0002</a:t>
            </a:r>
            <a:endParaRPr sz="1200">
              <a:solidFill>
                <a:schemeClr val="dk1"/>
              </a:solidFill>
              <a:latin typeface="Arial"/>
              <a:ea typeface="Arial"/>
              <a:cs typeface="Arial"/>
              <a:sym typeface="Arial"/>
            </a:endParaRPr>
          </a:p>
        </p:txBody>
      </p:sp>
      <p:sp>
        <p:nvSpPr>
          <p:cNvPr id="1284" name="Google Shape;1284;p32"/>
          <p:cNvSpPr/>
          <p:nvPr/>
        </p:nvSpPr>
        <p:spPr>
          <a:xfrm>
            <a:off x="2446184" y="2804272"/>
            <a:ext cx="244827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IP1: 192.168.1.1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MAC1: 0050-5600-0001</a:t>
            </a:r>
            <a:endParaRPr sz="1200">
              <a:solidFill>
                <a:schemeClr val="dk1"/>
              </a:solidFill>
              <a:latin typeface="Arial"/>
              <a:ea typeface="Arial"/>
              <a:cs typeface="Arial"/>
              <a:sym typeface="Arial"/>
            </a:endParaRPr>
          </a:p>
        </p:txBody>
      </p:sp>
      <p:sp>
        <p:nvSpPr>
          <p:cNvPr id="1285" name="Google Shape;1285;p32"/>
          <p:cNvSpPr/>
          <p:nvPr/>
        </p:nvSpPr>
        <p:spPr>
          <a:xfrm>
            <a:off x="2229176" y="3486071"/>
            <a:ext cx="1775569" cy="29534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Frame sent by host 1</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33"/>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MAC Address Learning on a Switch (4)</a:t>
            </a:r>
            <a:endParaRPr>
              <a:latin typeface="Arial"/>
              <a:ea typeface="Arial"/>
              <a:cs typeface="Arial"/>
              <a:sym typeface="Arial"/>
            </a:endParaRPr>
          </a:p>
        </p:txBody>
      </p:sp>
      <p:pic>
        <p:nvPicPr>
          <p:cNvPr id="1291" name="Google Shape;1291;p33"/>
          <p:cNvPicPr preferRelativeResize="0"/>
          <p:nvPr/>
        </p:nvPicPr>
        <p:blipFill rotWithShape="1">
          <a:blip r:embed="rId3">
            <a:alphaModFix/>
          </a:blip>
          <a:srcRect b="0" l="0" r="0" t="0"/>
          <a:stretch/>
        </p:blipFill>
        <p:spPr>
          <a:xfrm>
            <a:off x="5508342" y="2078062"/>
            <a:ext cx="790244" cy="648000"/>
          </a:xfrm>
          <a:prstGeom prst="rect">
            <a:avLst/>
          </a:prstGeom>
          <a:noFill/>
          <a:ln>
            <a:noFill/>
          </a:ln>
        </p:spPr>
      </p:pic>
      <p:pic>
        <p:nvPicPr>
          <p:cNvPr descr="PC.png" id="1292" name="Google Shape;1292;p33"/>
          <p:cNvPicPr preferRelativeResize="0"/>
          <p:nvPr/>
        </p:nvPicPr>
        <p:blipFill rotWithShape="1">
          <a:blip r:embed="rId4">
            <a:alphaModFix/>
          </a:blip>
          <a:srcRect b="0" l="0" r="0" t="0"/>
          <a:stretch/>
        </p:blipFill>
        <p:spPr>
          <a:xfrm>
            <a:off x="2691279" y="2078062"/>
            <a:ext cx="843751" cy="648000"/>
          </a:xfrm>
          <a:prstGeom prst="rect">
            <a:avLst/>
          </a:prstGeom>
          <a:noFill/>
          <a:ln>
            <a:noFill/>
          </a:ln>
        </p:spPr>
      </p:pic>
      <p:pic>
        <p:nvPicPr>
          <p:cNvPr descr="PC.png" id="1293" name="Google Shape;1293;p33"/>
          <p:cNvPicPr preferRelativeResize="0"/>
          <p:nvPr/>
        </p:nvPicPr>
        <p:blipFill rotWithShape="1">
          <a:blip r:embed="rId4">
            <a:alphaModFix/>
          </a:blip>
          <a:srcRect b="0" l="0" r="0" t="0"/>
          <a:stretch/>
        </p:blipFill>
        <p:spPr>
          <a:xfrm>
            <a:off x="8256240" y="2078062"/>
            <a:ext cx="843751" cy="648000"/>
          </a:xfrm>
          <a:prstGeom prst="rect">
            <a:avLst/>
          </a:prstGeom>
          <a:noFill/>
          <a:ln>
            <a:noFill/>
          </a:ln>
        </p:spPr>
      </p:pic>
      <p:cxnSp>
        <p:nvCxnSpPr>
          <p:cNvPr id="1294" name="Google Shape;1294;p33"/>
          <p:cNvCxnSpPr>
            <a:stCxn id="1292" idx="3"/>
            <a:endCxn id="1291" idx="1"/>
          </p:cNvCxnSpPr>
          <p:nvPr/>
        </p:nvCxnSpPr>
        <p:spPr>
          <a:xfrm>
            <a:off x="3535030" y="2402062"/>
            <a:ext cx="19734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295" name="Google Shape;1295;p33"/>
          <p:cNvCxnSpPr>
            <a:stCxn id="1291" idx="3"/>
            <a:endCxn id="1293" idx="1"/>
          </p:cNvCxnSpPr>
          <p:nvPr/>
        </p:nvCxnSpPr>
        <p:spPr>
          <a:xfrm>
            <a:off x="6298586" y="2402062"/>
            <a:ext cx="19578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296" name="Google Shape;1296;p33"/>
          <p:cNvCxnSpPr>
            <a:stCxn id="1291" idx="0"/>
          </p:cNvCxnSpPr>
          <p:nvPr/>
        </p:nvCxnSpPr>
        <p:spPr>
          <a:xfrm flipH="1" rot="10800000">
            <a:off x="5903464" y="1322062"/>
            <a:ext cx="532200" cy="756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1297" name="Google Shape;1297;p33"/>
          <p:cNvSpPr/>
          <p:nvPr/>
        </p:nvSpPr>
        <p:spPr>
          <a:xfrm>
            <a:off x="4599491" y="2125099"/>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0/0/1</a:t>
            </a:r>
            <a:endParaRPr sz="1200">
              <a:solidFill>
                <a:schemeClr val="dk1"/>
              </a:solidFill>
              <a:latin typeface="Arial"/>
              <a:ea typeface="Arial"/>
              <a:cs typeface="Arial"/>
              <a:sym typeface="Arial"/>
            </a:endParaRPr>
          </a:p>
        </p:txBody>
      </p:sp>
      <p:sp>
        <p:nvSpPr>
          <p:cNvPr id="1298" name="Google Shape;1298;p33"/>
          <p:cNvSpPr/>
          <p:nvPr/>
        </p:nvSpPr>
        <p:spPr>
          <a:xfrm>
            <a:off x="6183667" y="2125099"/>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0/0/2</a:t>
            </a:r>
            <a:endParaRPr sz="1200">
              <a:solidFill>
                <a:schemeClr val="dk1"/>
              </a:solidFill>
              <a:latin typeface="Arial"/>
              <a:ea typeface="Arial"/>
              <a:cs typeface="Arial"/>
              <a:sym typeface="Arial"/>
            </a:endParaRPr>
          </a:p>
        </p:txBody>
      </p:sp>
      <p:sp>
        <p:nvSpPr>
          <p:cNvPr id="1299" name="Google Shape;1299;p33"/>
          <p:cNvSpPr/>
          <p:nvPr/>
        </p:nvSpPr>
        <p:spPr>
          <a:xfrm rot="-3259224">
            <a:off x="5460639" y="1580310"/>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0/0/3</a:t>
            </a:r>
            <a:endParaRPr sz="1200">
              <a:solidFill>
                <a:schemeClr val="dk1"/>
              </a:solidFill>
              <a:latin typeface="Arial"/>
              <a:ea typeface="Arial"/>
              <a:cs typeface="Arial"/>
              <a:sym typeface="Arial"/>
            </a:endParaRPr>
          </a:p>
        </p:txBody>
      </p:sp>
      <p:sp>
        <p:nvSpPr>
          <p:cNvPr id="1300" name="Google Shape;1300;p33"/>
          <p:cNvSpPr/>
          <p:nvPr/>
        </p:nvSpPr>
        <p:spPr>
          <a:xfrm>
            <a:off x="2727283"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1</a:t>
            </a:r>
            <a:endParaRPr sz="1400">
              <a:solidFill>
                <a:schemeClr val="dk1"/>
              </a:solidFill>
              <a:latin typeface="Arial"/>
              <a:ea typeface="Arial"/>
              <a:cs typeface="Arial"/>
              <a:sym typeface="Arial"/>
            </a:endParaRPr>
          </a:p>
        </p:txBody>
      </p:sp>
      <p:sp>
        <p:nvSpPr>
          <p:cNvPr id="1301" name="Google Shape;1301;p33"/>
          <p:cNvSpPr/>
          <p:nvPr/>
        </p:nvSpPr>
        <p:spPr>
          <a:xfrm>
            <a:off x="8343907"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2</a:t>
            </a:r>
            <a:endParaRPr sz="1400">
              <a:solidFill>
                <a:schemeClr val="dk1"/>
              </a:solidFill>
              <a:latin typeface="Arial"/>
              <a:ea typeface="Arial"/>
              <a:cs typeface="Arial"/>
              <a:sym typeface="Arial"/>
            </a:endParaRPr>
          </a:p>
        </p:txBody>
      </p:sp>
      <p:cxnSp>
        <p:nvCxnSpPr>
          <p:cNvPr id="1302" name="Google Shape;1302;p33"/>
          <p:cNvCxnSpPr/>
          <p:nvPr/>
        </p:nvCxnSpPr>
        <p:spPr>
          <a:xfrm>
            <a:off x="7207438" y="2564904"/>
            <a:ext cx="796774" cy="0"/>
          </a:xfrm>
          <a:prstGeom prst="straightConnector1">
            <a:avLst/>
          </a:prstGeom>
          <a:solidFill>
            <a:schemeClr val="accent1"/>
          </a:solidFill>
          <a:ln cap="flat" cmpd="sng" w="25400">
            <a:solidFill>
              <a:srgbClr val="00B0F0"/>
            </a:solidFill>
            <a:prstDash val="solid"/>
            <a:round/>
            <a:headEnd len="med" w="med" type="triangle"/>
            <a:tailEnd len="sm" w="sm" type="none"/>
          </a:ln>
        </p:spPr>
      </p:cxnSp>
      <p:sp>
        <p:nvSpPr>
          <p:cNvPr id="1303" name="Google Shape;1303;p33"/>
          <p:cNvSpPr/>
          <p:nvPr/>
        </p:nvSpPr>
        <p:spPr>
          <a:xfrm>
            <a:off x="8004212" y="3410283"/>
            <a:ext cx="1775569" cy="21045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Frame sent by host 2</a:t>
            </a:r>
            <a:endParaRPr/>
          </a:p>
        </p:txBody>
      </p:sp>
      <p:sp>
        <p:nvSpPr>
          <p:cNvPr id="1304" name="Google Shape;1304;p33"/>
          <p:cNvSpPr/>
          <p:nvPr/>
        </p:nvSpPr>
        <p:spPr>
          <a:xfrm>
            <a:off x="8074952" y="3716338"/>
            <a:ext cx="2050077" cy="576000"/>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 MAC: MAC2</a:t>
            </a:r>
            <a:endParaRPr sz="1200">
              <a:solidFill>
                <a:schemeClr val="dk1"/>
              </a:solidFill>
              <a:latin typeface="Arial"/>
              <a:ea typeface="Arial"/>
              <a:cs typeface="Arial"/>
              <a:sym typeface="Arial"/>
            </a:endParaRPr>
          </a:p>
          <a:p>
            <a:pPr indent="0" lvl="0" marL="0" marR="0" rtl="0" algn="l">
              <a:spcBef>
                <a:spcPts val="600"/>
              </a:spcBef>
              <a:spcAft>
                <a:spcPts val="0"/>
              </a:spcAft>
              <a:buNone/>
            </a:pPr>
            <a:r>
              <a:rPr lang="en-US" sz="1200">
                <a:solidFill>
                  <a:schemeClr val="dk1"/>
                </a:solidFill>
                <a:latin typeface="Arial"/>
                <a:ea typeface="Arial"/>
                <a:cs typeface="Arial"/>
                <a:sym typeface="Arial"/>
              </a:rPr>
              <a:t>Destination MAC: MAC1</a:t>
            </a:r>
            <a:endParaRPr sz="1200">
              <a:solidFill>
                <a:schemeClr val="dk1"/>
              </a:solidFill>
              <a:latin typeface="Arial"/>
              <a:ea typeface="Arial"/>
              <a:cs typeface="Arial"/>
              <a:sym typeface="Arial"/>
            </a:endParaRPr>
          </a:p>
        </p:txBody>
      </p:sp>
      <p:sp>
        <p:nvSpPr>
          <p:cNvPr id="1305" name="Google Shape;1305;p33"/>
          <p:cNvSpPr/>
          <p:nvPr/>
        </p:nvSpPr>
        <p:spPr>
          <a:xfrm>
            <a:off x="4599491" y="3717406"/>
            <a:ext cx="3236685" cy="1470056"/>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The frame is also received by the hosts connected to other interfaces on the switch. These hosts, however, discard the frame.</a:t>
            </a:r>
            <a:endParaRPr/>
          </a:p>
          <a:p>
            <a:pPr indent="-285750" lvl="0" marL="285750" marR="0" rtl="0" algn="l">
              <a:spcBef>
                <a:spcPts val="600"/>
              </a:spcBef>
              <a:spcAft>
                <a:spcPts val="0"/>
              </a:spcAft>
              <a:buClr>
                <a:schemeClr val="dk1"/>
              </a:buClr>
              <a:buSzPts val="1200"/>
              <a:buFont typeface="Arial"/>
              <a:buChar char="•"/>
            </a:pPr>
            <a:r>
              <a:rPr lang="en-US" sz="1200">
                <a:solidFill>
                  <a:schemeClr val="dk1"/>
                </a:solidFill>
                <a:latin typeface="Arial"/>
                <a:ea typeface="Arial"/>
                <a:cs typeface="Arial"/>
                <a:sym typeface="Arial"/>
              </a:rPr>
              <a:t>Host 2 receives and processes the frame, responds to host 1, and sends the frame to the switch.</a:t>
            </a:r>
            <a:endParaRPr/>
          </a:p>
        </p:txBody>
      </p:sp>
      <p:sp>
        <p:nvSpPr>
          <p:cNvPr id="1306" name="Google Shape;1306;p33"/>
          <p:cNvSpPr/>
          <p:nvPr/>
        </p:nvSpPr>
        <p:spPr>
          <a:xfrm>
            <a:off x="4881063" y="2766102"/>
            <a:ext cx="198022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a:t>
            </a:r>
            <a:endParaRPr/>
          </a:p>
        </p:txBody>
      </p:sp>
      <p:sp>
        <p:nvSpPr>
          <p:cNvPr id="1307" name="Google Shape;1307;p33"/>
          <p:cNvSpPr/>
          <p:nvPr/>
        </p:nvSpPr>
        <p:spPr>
          <a:xfrm>
            <a:off x="4609288" y="3368736"/>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4</a:t>
            </a:r>
            <a:endParaRPr b="1" sz="1400">
              <a:solidFill>
                <a:schemeClr val="lt1"/>
              </a:solidFill>
              <a:latin typeface="Arial"/>
              <a:ea typeface="Arial"/>
              <a:cs typeface="Arial"/>
              <a:sym typeface="Arial"/>
            </a:endParaRPr>
          </a:p>
        </p:txBody>
      </p:sp>
      <p:grpSp>
        <p:nvGrpSpPr>
          <p:cNvPr id="1308" name="Google Shape;1308;p33"/>
          <p:cNvGrpSpPr/>
          <p:nvPr/>
        </p:nvGrpSpPr>
        <p:grpSpPr>
          <a:xfrm rot="10800000">
            <a:off x="7429406" y="2643187"/>
            <a:ext cx="410355" cy="275493"/>
            <a:chOff x="7383369" y="3528374"/>
            <a:chExt cx="321775" cy="216024"/>
          </a:xfrm>
        </p:grpSpPr>
        <p:sp>
          <p:nvSpPr>
            <p:cNvPr id="1309" name="Google Shape;1309;p33"/>
            <p:cNvSpPr/>
            <p:nvPr/>
          </p:nvSpPr>
          <p:spPr>
            <a:xfrm>
              <a:off x="7383369" y="3528374"/>
              <a:ext cx="321775" cy="216024"/>
            </a:xfrm>
            <a:prstGeom prst="round2SameRect">
              <a:avLst>
                <a:gd fmla="val 16667" name="adj1"/>
                <a:gd fmla="val 0" name="adj2"/>
              </a:avLst>
            </a:prstGeom>
            <a:solidFill>
              <a:srgbClr val="FFD17D"/>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310" name="Google Shape;1310;p33"/>
            <p:cNvSpPr/>
            <p:nvPr/>
          </p:nvSpPr>
          <p:spPr>
            <a:xfrm>
              <a:off x="7386180" y="3590032"/>
              <a:ext cx="316152" cy="154366"/>
            </a:xfrm>
            <a:prstGeom prst="triangle">
              <a:avLst>
                <a:gd fmla="val 50000" name="adj"/>
              </a:avLst>
            </a:prstGeom>
            <a:solidFill>
              <a:srgbClr val="FFD17D"/>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311" name="Google Shape;1311;p33"/>
          <p:cNvSpPr/>
          <p:nvPr/>
        </p:nvSpPr>
        <p:spPr>
          <a:xfrm>
            <a:off x="7968208" y="2804272"/>
            <a:ext cx="244827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IP2: 192.168.1.2</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MAC2: 0050-5600-0002</a:t>
            </a:r>
            <a:endParaRPr sz="1200">
              <a:solidFill>
                <a:schemeClr val="dk1"/>
              </a:solidFill>
              <a:latin typeface="Arial"/>
              <a:ea typeface="Arial"/>
              <a:cs typeface="Arial"/>
              <a:sym typeface="Arial"/>
            </a:endParaRPr>
          </a:p>
        </p:txBody>
      </p:sp>
      <p:sp>
        <p:nvSpPr>
          <p:cNvPr id="1312" name="Google Shape;1312;p33"/>
          <p:cNvSpPr/>
          <p:nvPr/>
        </p:nvSpPr>
        <p:spPr>
          <a:xfrm>
            <a:off x="2446184" y="2804272"/>
            <a:ext cx="244827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IP1: 192.168.1.1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MAC1: 0050-5600-0001</a:t>
            </a:r>
            <a:endParaRPr sz="1200">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34"/>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MAC Address Learning on a Switch (5)</a:t>
            </a:r>
            <a:endParaRPr>
              <a:latin typeface="Arial"/>
              <a:ea typeface="Arial"/>
              <a:cs typeface="Arial"/>
              <a:sym typeface="Arial"/>
            </a:endParaRPr>
          </a:p>
        </p:txBody>
      </p:sp>
      <p:pic>
        <p:nvPicPr>
          <p:cNvPr id="1318" name="Google Shape;1318;p34"/>
          <p:cNvPicPr preferRelativeResize="0"/>
          <p:nvPr/>
        </p:nvPicPr>
        <p:blipFill rotWithShape="1">
          <a:blip r:embed="rId3">
            <a:alphaModFix/>
          </a:blip>
          <a:srcRect b="0" l="0" r="0" t="0"/>
          <a:stretch/>
        </p:blipFill>
        <p:spPr>
          <a:xfrm>
            <a:off x="5508342" y="2078062"/>
            <a:ext cx="790244" cy="648000"/>
          </a:xfrm>
          <a:prstGeom prst="rect">
            <a:avLst/>
          </a:prstGeom>
          <a:noFill/>
          <a:ln>
            <a:noFill/>
          </a:ln>
        </p:spPr>
      </p:pic>
      <p:pic>
        <p:nvPicPr>
          <p:cNvPr descr="PC.png" id="1319" name="Google Shape;1319;p34"/>
          <p:cNvPicPr preferRelativeResize="0"/>
          <p:nvPr/>
        </p:nvPicPr>
        <p:blipFill rotWithShape="1">
          <a:blip r:embed="rId4">
            <a:alphaModFix/>
          </a:blip>
          <a:srcRect b="0" l="0" r="0" t="0"/>
          <a:stretch/>
        </p:blipFill>
        <p:spPr>
          <a:xfrm>
            <a:off x="2691279" y="2078062"/>
            <a:ext cx="843751" cy="648000"/>
          </a:xfrm>
          <a:prstGeom prst="rect">
            <a:avLst/>
          </a:prstGeom>
          <a:noFill/>
          <a:ln>
            <a:noFill/>
          </a:ln>
        </p:spPr>
      </p:pic>
      <p:pic>
        <p:nvPicPr>
          <p:cNvPr descr="PC.png" id="1320" name="Google Shape;1320;p34"/>
          <p:cNvPicPr preferRelativeResize="0"/>
          <p:nvPr/>
        </p:nvPicPr>
        <p:blipFill rotWithShape="1">
          <a:blip r:embed="rId4">
            <a:alphaModFix/>
          </a:blip>
          <a:srcRect b="0" l="0" r="0" t="0"/>
          <a:stretch/>
        </p:blipFill>
        <p:spPr>
          <a:xfrm>
            <a:off x="8256240" y="2078062"/>
            <a:ext cx="843751" cy="648000"/>
          </a:xfrm>
          <a:prstGeom prst="rect">
            <a:avLst/>
          </a:prstGeom>
          <a:noFill/>
          <a:ln>
            <a:noFill/>
          </a:ln>
        </p:spPr>
      </p:pic>
      <p:cxnSp>
        <p:nvCxnSpPr>
          <p:cNvPr id="1321" name="Google Shape;1321;p34"/>
          <p:cNvCxnSpPr>
            <a:stCxn id="1319" idx="3"/>
            <a:endCxn id="1318" idx="1"/>
          </p:cNvCxnSpPr>
          <p:nvPr/>
        </p:nvCxnSpPr>
        <p:spPr>
          <a:xfrm>
            <a:off x="3535030" y="2402062"/>
            <a:ext cx="19734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322" name="Google Shape;1322;p34"/>
          <p:cNvCxnSpPr>
            <a:stCxn id="1318" idx="3"/>
            <a:endCxn id="1320" idx="1"/>
          </p:cNvCxnSpPr>
          <p:nvPr/>
        </p:nvCxnSpPr>
        <p:spPr>
          <a:xfrm>
            <a:off x="6298586" y="2402062"/>
            <a:ext cx="19578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323" name="Google Shape;1323;p34"/>
          <p:cNvCxnSpPr>
            <a:stCxn id="1318" idx="0"/>
          </p:cNvCxnSpPr>
          <p:nvPr/>
        </p:nvCxnSpPr>
        <p:spPr>
          <a:xfrm flipH="1" rot="10800000">
            <a:off x="5903464" y="1322062"/>
            <a:ext cx="532200" cy="756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1324" name="Google Shape;1324;p34"/>
          <p:cNvSpPr/>
          <p:nvPr/>
        </p:nvSpPr>
        <p:spPr>
          <a:xfrm>
            <a:off x="4599491" y="2125099"/>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0/0/1</a:t>
            </a:r>
            <a:endParaRPr sz="1200">
              <a:solidFill>
                <a:schemeClr val="dk1"/>
              </a:solidFill>
              <a:latin typeface="Arial"/>
              <a:ea typeface="Arial"/>
              <a:cs typeface="Arial"/>
              <a:sym typeface="Arial"/>
            </a:endParaRPr>
          </a:p>
        </p:txBody>
      </p:sp>
      <p:sp>
        <p:nvSpPr>
          <p:cNvPr id="1325" name="Google Shape;1325;p34"/>
          <p:cNvSpPr/>
          <p:nvPr/>
        </p:nvSpPr>
        <p:spPr>
          <a:xfrm>
            <a:off x="6183667" y="2125099"/>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0/0/2</a:t>
            </a:r>
            <a:endParaRPr sz="1200">
              <a:solidFill>
                <a:schemeClr val="dk1"/>
              </a:solidFill>
              <a:latin typeface="Arial"/>
              <a:ea typeface="Arial"/>
              <a:cs typeface="Arial"/>
              <a:sym typeface="Arial"/>
            </a:endParaRPr>
          </a:p>
        </p:txBody>
      </p:sp>
      <p:sp>
        <p:nvSpPr>
          <p:cNvPr id="1326" name="Google Shape;1326;p34"/>
          <p:cNvSpPr/>
          <p:nvPr/>
        </p:nvSpPr>
        <p:spPr>
          <a:xfrm rot="-3259224">
            <a:off x="5460639" y="1580310"/>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0/0/3</a:t>
            </a:r>
            <a:endParaRPr sz="1200">
              <a:solidFill>
                <a:schemeClr val="dk1"/>
              </a:solidFill>
              <a:latin typeface="Arial"/>
              <a:ea typeface="Arial"/>
              <a:cs typeface="Arial"/>
              <a:sym typeface="Arial"/>
            </a:endParaRPr>
          </a:p>
        </p:txBody>
      </p:sp>
      <p:sp>
        <p:nvSpPr>
          <p:cNvPr id="1327" name="Google Shape;1327;p34"/>
          <p:cNvSpPr/>
          <p:nvPr/>
        </p:nvSpPr>
        <p:spPr>
          <a:xfrm>
            <a:off x="2727283"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1</a:t>
            </a:r>
            <a:endParaRPr sz="1400">
              <a:solidFill>
                <a:schemeClr val="dk1"/>
              </a:solidFill>
              <a:latin typeface="Arial"/>
              <a:ea typeface="Arial"/>
              <a:cs typeface="Arial"/>
              <a:sym typeface="Arial"/>
            </a:endParaRPr>
          </a:p>
        </p:txBody>
      </p:sp>
      <p:sp>
        <p:nvSpPr>
          <p:cNvPr id="1328" name="Google Shape;1328;p34"/>
          <p:cNvSpPr/>
          <p:nvPr/>
        </p:nvSpPr>
        <p:spPr>
          <a:xfrm>
            <a:off x="8343907"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2</a:t>
            </a:r>
            <a:endParaRPr sz="1400">
              <a:solidFill>
                <a:schemeClr val="dk1"/>
              </a:solidFill>
              <a:latin typeface="Arial"/>
              <a:ea typeface="Arial"/>
              <a:cs typeface="Arial"/>
              <a:sym typeface="Arial"/>
            </a:endParaRPr>
          </a:p>
        </p:txBody>
      </p:sp>
      <p:cxnSp>
        <p:nvCxnSpPr>
          <p:cNvPr id="1329" name="Google Shape;1329;p34"/>
          <p:cNvCxnSpPr/>
          <p:nvPr/>
        </p:nvCxnSpPr>
        <p:spPr>
          <a:xfrm>
            <a:off x="7207438" y="2564904"/>
            <a:ext cx="796774" cy="0"/>
          </a:xfrm>
          <a:prstGeom prst="straightConnector1">
            <a:avLst/>
          </a:prstGeom>
          <a:solidFill>
            <a:schemeClr val="accent1"/>
          </a:solidFill>
          <a:ln cap="flat" cmpd="sng" w="25400">
            <a:solidFill>
              <a:srgbClr val="00B0F0"/>
            </a:solidFill>
            <a:prstDash val="solid"/>
            <a:round/>
            <a:headEnd len="med" w="med" type="triangle"/>
            <a:tailEnd len="sm" w="sm" type="none"/>
          </a:ln>
        </p:spPr>
      </p:cxnSp>
      <p:cxnSp>
        <p:nvCxnSpPr>
          <p:cNvPr id="1330" name="Google Shape;1330;p34"/>
          <p:cNvCxnSpPr/>
          <p:nvPr/>
        </p:nvCxnSpPr>
        <p:spPr>
          <a:xfrm>
            <a:off x="4547828" y="2564904"/>
            <a:ext cx="796774" cy="0"/>
          </a:xfrm>
          <a:prstGeom prst="straightConnector1">
            <a:avLst/>
          </a:prstGeom>
          <a:solidFill>
            <a:schemeClr val="accent1"/>
          </a:solidFill>
          <a:ln cap="flat" cmpd="sng" w="25400">
            <a:solidFill>
              <a:srgbClr val="00B0F0"/>
            </a:solidFill>
            <a:prstDash val="solid"/>
            <a:round/>
            <a:headEnd len="med" w="med" type="triangle"/>
            <a:tailEnd len="sm" w="sm" type="none"/>
          </a:ln>
        </p:spPr>
      </p:cxnSp>
      <p:sp>
        <p:nvSpPr>
          <p:cNvPr id="1331" name="Google Shape;1331;p34"/>
          <p:cNvSpPr/>
          <p:nvPr/>
        </p:nvSpPr>
        <p:spPr>
          <a:xfrm>
            <a:off x="4600581" y="3225964"/>
            <a:ext cx="1980220" cy="4491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MAC address table searched by the switch</a:t>
            </a:r>
            <a:endParaRPr/>
          </a:p>
        </p:txBody>
      </p:sp>
      <p:graphicFrame>
        <p:nvGraphicFramePr>
          <p:cNvPr id="1332" name="Google Shape;1332;p34"/>
          <p:cNvGraphicFramePr/>
          <p:nvPr/>
        </p:nvGraphicFramePr>
        <p:xfrm>
          <a:off x="4685888" y="3727181"/>
          <a:ext cx="3000000" cy="3000000"/>
        </p:xfrm>
        <a:graphic>
          <a:graphicData uri="http://schemas.openxmlformats.org/drawingml/2006/table">
            <a:tbl>
              <a:tblPr bandRow="1" firstRow="1">
                <a:noFill/>
                <a:tableStyleId>{6586AA54-EEEF-4900-980F-A55A00102258}</a:tableStyleId>
              </a:tblPr>
              <a:tblGrid>
                <a:gridCol w="1246575"/>
                <a:gridCol w="1246575"/>
              </a:tblGrid>
              <a:tr h="256325">
                <a:tc>
                  <a:txBody>
                    <a:bodyPr/>
                    <a:lstStyle/>
                    <a:p>
                      <a:pPr indent="0" lvl="0" marL="0" marR="0" rtl="0" algn="ctr">
                        <a:spcBef>
                          <a:spcPts val="0"/>
                        </a:spcBef>
                        <a:spcAft>
                          <a:spcPts val="0"/>
                        </a:spcAft>
                        <a:buNone/>
                      </a:pPr>
                      <a:r>
                        <a:rPr b="1" lang="en-US" sz="1200" u="none" cap="none" strike="noStrike">
                          <a:solidFill>
                            <a:schemeClr val="dk1"/>
                          </a:solidFill>
                          <a:latin typeface="Arial"/>
                          <a:ea typeface="Arial"/>
                          <a:cs typeface="Arial"/>
                          <a:sym typeface="Arial"/>
                        </a:rPr>
                        <a:t>MAC Address</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ctr">
                        <a:spcBef>
                          <a:spcPts val="0"/>
                        </a:spcBef>
                        <a:spcAft>
                          <a:spcPts val="0"/>
                        </a:spcAft>
                        <a:buNone/>
                      </a:pPr>
                      <a:r>
                        <a:rPr b="1" lang="en-US" sz="1200" u="none" cap="none" strike="noStrike">
                          <a:solidFill>
                            <a:schemeClr val="dk1"/>
                          </a:solidFill>
                          <a:latin typeface="Arial"/>
                          <a:ea typeface="Arial"/>
                          <a:cs typeface="Arial"/>
                          <a:sym typeface="Arial"/>
                        </a:rPr>
                        <a:t>Interface</a:t>
                      </a:r>
                      <a:endParaRPr b="1"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238100">
                <a:tc>
                  <a:txBody>
                    <a:bodyPr/>
                    <a:lstStyle/>
                    <a:p>
                      <a:pPr indent="0" lvl="0" marL="0" marR="0" rtl="0" algn="ctr">
                        <a:spcBef>
                          <a:spcPts val="0"/>
                        </a:spcBef>
                        <a:spcAft>
                          <a:spcPts val="0"/>
                        </a:spcAft>
                        <a:buNone/>
                      </a:pPr>
                      <a:r>
                        <a:rPr lang="en-US" sz="1200" u="none" cap="none" strike="noStrike">
                          <a:solidFill>
                            <a:schemeClr val="dk1"/>
                          </a:solidFill>
                          <a:latin typeface="Arial"/>
                          <a:ea typeface="Arial"/>
                          <a:cs typeface="Arial"/>
                          <a:sym typeface="Arial"/>
                        </a:rPr>
                        <a:t>MAC1</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200" u="none" cap="none" strike="noStrike">
                          <a:solidFill>
                            <a:schemeClr val="dk1"/>
                          </a:solidFill>
                          <a:latin typeface="Arial"/>
                          <a:ea typeface="Arial"/>
                          <a:cs typeface="Arial"/>
                          <a:sym typeface="Arial"/>
                        </a:rPr>
                        <a:t>GE 0/0/1</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r h="207850">
                <a:tc>
                  <a:txBody>
                    <a:bodyPr/>
                    <a:lstStyle/>
                    <a:p>
                      <a:pPr indent="0" lvl="0" marL="0" marR="0" rtl="0" algn="ctr">
                        <a:spcBef>
                          <a:spcPts val="0"/>
                        </a:spcBef>
                        <a:spcAft>
                          <a:spcPts val="0"/>
                        </a:spcAft>
                        <a:buNone/>
                      </a:pPr>
                      <a:r>
                        <a:rPr lang="en-US" sz="1200" u="none" cap="none" strike="noStrike">
                          <a:solidFill>
                            <a:schemeClr val="dk1"/>
                          </a:solidFill>
                          <a:latin typeface="Arial"/>
                          <a:ea typeface="Arial"/>
                          <a:cs typeface="Arial"/>
                          <a:sym typeface="Arial"/>
                        </a:rPr>
                        <a:t>MAC2</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200" u="none" cap="none" strike="noStrike">
                          <a:solidFill>
                            <a:schemeClr val="dk1"/>
                          </a:solidFill>
                          <a:latin typeface="Arial"/>
                          <a:ea typeface="Arial"/>
                          <a:cs typeface="Arial"/>
                          <a:sym typeface="Arial"/>
                        </a:rPr>
                        <a:t>GE 0/0/2</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bl>
          </a:graphicData>
        </a:graphic>
      </p:graphicFrame>
      <p:sp>
        <p:nvSpPr>
          <p:cNvPr id="1333" name="Google Shape;1333;p34"/>
          <p:cNvSpPr/>
          <p:nvPr/>
        </p:nvSpPr>
        <p:spPr>
          <a:xfrm>
            <a:off x="3448054" y="4863061"/>
            <a:ext cx="6606235" cy="895862"/>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If the switch finds the corresponding entry in the MAC address table, the switch forwards the unicast frame through GE 0/0/1.</a:t>
            </a:r>
            <a:endParaRPr/>
          </a:p>
          <a:p>
            <a:pPr indent="-285750" lvl="0" marL="285750" marR="0" rtl="0" algn="l">
              <a:spcBef>
                <a:spcPts val="600"/>
              </a:spcBef>
              <a:spcAft>
                <a:spcPts val="0"/>
              </a:spcAft>
              <a:buClr>
                <a:schemeClr val="dk1"/>
              </a:buClr>
              <a:buSzPts val="1200"/>
              <a:buFont typeface="Arial"/>
              <a:buChar char="•"/>
            </a:pPr>
            <a:r>
              <a:rPr lang="en-US" sz="1200">
                <a:solidFill>
                  <a:schemeClr val="dk1"/>
                </a:solidFill>
                <a:latin typeface="Arial"/>
                <a:ea typeface="Arial"/>
                <a:cs typeface="Arial"/>
                <a:sym typeface="Arial"/>
              </a:rPr>
              <a:t>At the same time, the switch learns the source MAC address of the frame, creates the corresponding MAC address entry, and associates the MAC address entry with GE 0/0/2.</a:t>
            </a:r>
            <a:endParaRPr/>
          </a:p>
        </p:txBody>
      </p:sp>
      <p:sp>
        <p:nvSpPr>
          <p:cNvPr id="1334" name="Google Shape;1334;p34"/>
          <p:cNvSpPr/>
          <p:nvPr/>
        </p:nvSpPr>
        <p:spPr>
          <a:xfrm>
            <a:off x="4881063" y="2766102"/>
            <a:ext cx="198022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a:t>
            </a:r>
            <a:endParaRPr/>
          </a:p>
        </p:txBody>
      </p:sp>
      <p:grpSp>
        <p:nvGrpSpPr>
          <p:cNvPr id="1335" name="Google Shape;1335;p34"/>
          <p:cNvGrpSpPr/>
          <p:nvPr/>
        </p:nvGrpSpPr>
        <p:grpSpPr>
          <a:xfrm rot="10800000">
            <a:off x="7429406" y="2643187"/>
            <a:ext cx="410355" cy="275493"/>
            <a:chOff x="7383369" y="3528374"/>
            <a:chExt cx="321775" cy="216024"/>
          </a:xfrm>
        </p:grpSpPr>
        <p:sp>
          <p:nvSpPr>
            <p:cNvPr id="1336" name="Google Shape;1336;p34"/>
            <p:cNvSpPr/>
            <p:nvPr/>
          </p:nvSpPr>
          <p:spPr>
            <a:xfrm>
              <a:off x="7383369" y="3528374"/>
              <a:ext cx="321775" cy="216024"/>
            </a:xfrm>
            <a:prstGeom prst="round2SameRect">
              <a:avLst>
                <a:gd fmla="val 16667" name="adj1"/>
                <a:gd fmla="val 0" name="adj2"/>
              </a:avLst>
            </a:prstGeom>
            <a:solidFill>
              <a:srgbClr val="FFD17D"/>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337" name="Google Shape;1337;p34"/>
            <p:cNvSpPr/>
            <p:nvPr/>
          </p:nvSpPr>
          <p:spPr>
            <a:xfrm>
              <a:off x="7386180" y="3590032"/>
              <a:ext cx="316152" cy="154366"/>
            </a:xfrm>
            <a:prstGeom prst="triangle">
              <a:avLst>
                <a:gd fmla="val 50000" name="adj"/>
              </a:avLst>
            </a:prstGeom>
            <a:solidFill>
              <a:srgbClr val="FFD17D"/>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338" name="Google Shape;1338;p34"/>
          <p:cNvSpPr/>
          <p:nvPr/>
        </p:nvSpPr>
        <p:spPr>
          <a:xfrm flipH="1">
            <a:off x="7404825" y="3992042"/>
            <a:ext cx="490307" cy="269823"/>
          </a:xfrm>
          <a:prstGeom prst="rightArrow">
            <a:avLst>
              <a:gd fmla="val 40000" name="adj1"/>
              <a:gd fmla="val 50000" name="adj2"/>
            </a:avLst>
          </a:prstGeom>
          <a:gradFill>
            <a:gsLst>
              <a:gs pos="0">
                <a:srgbClr val="F6F9FC">
                  <a:alpha val="0"/>
                </a:srgbClr>
              </a:gs>
              <a:gs pos="15000">
                <a:srgbClr val="F6F9FC">
                  <a:alpha val="0"/>
                </a:srgbClr>
              </a:gs>
              <a:gs pos="81000">
                <a:srgbClr val="99DFF9"/>
              </a:gs>
              <a:gs pos="100000">
                <a:srgbClr val="99DFF9"/>
              </a:gs>
            </a:gsLst>
            <a:lin ang="0" scaled="0"/>
          </a:gradFill>
          <a:ln cap="flat" cmpd="sng" w="12700">
            <a:solidFill>
              <a:srgbClr val="F6F9F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39" name="Google Shape;1339;p34"/>
          <p:cNvSpPr/>
          <p:nvPr/>
        </p:nvSpPr>
        <p:spPr>
          <a:xfrm>
            <a:off x="3448054" y="4546491"/>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5</a:t>
            </a:r>
            <a:endParaRPr b="1" sz="1400">
              <a:solidFill>
                <a:schemeClr val="lt1"/>
              </a:solidFill>
              <a:latin typeface="Arial"/>
              <a:ea typeface="Arial"/>
              <a:cs typeface="Arial"/>
              <a:sym typeface="Arial"/>
            </a:endParaRPr>
          </a:p>
        </p:txBody>
      </p:sp>
      <p:sp>
        <p:nvSpPr>
          <p:cNvPr id="1340" name="Google Shape;1340;p34"/>
          <p:cNvSpPr/>
          <p:nvPr/>
        </p:nvSpPr>
        <p:spPr>
          <a:xfrm>
            <a:off x="8004212" y="3419075"/>
            <a:ext cx="2120817" cy="23985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Frame sent by host 2</a:t>
            </a:r>
            <a:endParaRPr/>
          </a:p>
        </p:txBody>
      </p:sp>
      <p:sp>
        <p:nvSpPr>
          <p:cNvPr id="1341" name="Google Shape;1341;p34"/>
          <p:cNvSpPr/>
          <p:nvPr/>
        </p:nvSpPr>
        <p:spPr>
          <a:xfrm>
            <a:off x="8074952" y="3716337"/>
            <a:ext cx="2050077" cy="576000"/>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Source MAC: MAC2</a:t>
            </a:r>
            <a:endParaRPr sz="1200">
              <a:solidFill>
                <a:schemeClr val="dk1"/>
              </a:solidFill>
              <a:latin typeface="Arial"/>
              <a:ea typeface="Arial"/>
              <a:cs typeface="Arial"/>
              <a:sym typeface="Arial"/>
            </a:endParaRPr>
          </a:p>
          <a:p>
            <a:pPr indent="0" lvl="0" marL="0" marR="0" rtl="0" algn="l">
              <a:spcBef>
                <a:spcPts val="600"/>
              </a:spcBef>
              <a:spcAft>
                <a:spcPts val="0"/>
              </a:spcAft>
              <a:buNone/>
            </a:pPr>
            <a:r>
              <a:rPr lang="en-US" sz="1200">
                <a:solidFill>
                  <a:schemeClr val="dk1"/>
                </a:solidFill>
                <a:latin typeface="Arial"/>
                <a:ea typeface="Arial"/>
                <a:cs typeface="Arial"/>
                <a:sym typeface="Arial"/>
              </a:rPr>
              <a:t>Destination MAC: MAC1</a:t>
            </a:r>
            <a:endParaRPr sz="1200">
              <a:solidFill>
                <a:schemeClr val="dk1"/>
              </a:solidFill>
              <a:latin typeface="Arial"/>
              <a:ea typeface="Arial"/>
              <a:cs typeface="Arial"/>
              <a:sym typeface="Arial"/>
            </a:endParaRPr>
          </a:p>
        </p:txBody>
      </p:sp>
      <p:sp>
        <p:nvSpPr>
          <p:cNvPr id="1342" name="Google Shape;1342;p34"/>
          <p:cNvSpPr/>
          <p:nvPr/>
        </p:nvSpPr>
        <p:spPr>
          <a:xfrm>
            <a:off x="7968208" y="2804272"/>
            <a:ext cx="244827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IP2: 192.168.1.2</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MAC2: 0050-5600-0002</a:t>
            </a:r>
            <a:endParaRPr sz="1200">
              <a:solidFill>
                <a:schemeClr val="dk1"/>
              </a:solidFill>
              <a:latin typeface="Arial"/>
              <a:ea typeface="Arial"/>
              <a:cs typeface="Arial"/>
              <a:sym typeface="Arial"/>
            </a:endParaRPr>
          </a:p>
        </p:txBody>
      </p:sp>
      <p:sp>
        <p:nvSpPr>
          <p:cNvPr id="1343" name="Google Shape;1343;p34"/>
          <p:cNvSpPr/>
          <p:nvPr/>
        </p:nvSpPr>
        <p:spPr>
          <a:xfrm>
            <a:off x="2446184" y="2804272"/>
            <a:ext cx="244827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IP1: 192.168.1.1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MAC1: 0050-5600-0001</a:t>
            </a:r>
            <a:endParaRPr sz="1200">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35"/>
          <p:cNvSpPr txBox="1"/>
          <p:nvPr>
            <p:ph idx="1" type="body"/>
          </p:nvPr>
        </p:nvSpPr>
        <p:spPr>
          <a:xfrm>
            <a:off x="454816" y="1233487"/>
            <a:ext cx="11307600" cy="4680000"/>
          </a:xfrm>
          <a:prstGeom prst="rect">
            <a:avLst/>
          </a:prstGeom>
          <a:noFill/>
          <a:ln>
            <a:noFill/>
          </a:ln>
        </p:spPr>
        <p:txBody>
          <a:bodyPr anchorCtr="0" anchor="t" bIns="40050" lIns="80125" spcFirstLastPara="1" rIns="80125" wrap="square" tIns="40050">
            <a:noAutofit/>
          </a:bodyPr>
          <a:lstStyle/>
          <a:p>
            <a:pPr indent="-457017" lvl="0" marL="457017" marR="0" rtl="0" algn="just">
              <a:lnSpc>
                <a:spcPct val="140000"/>
              </a:lnSpc>
              <a:spcBef>
                <a:spcPts val="0"/>
              </a:spcBef>
              <a:spcAft>
                <a:spcPts val="0"/>
              </a:spcAft>
              <a:buClr>
                <a:srgbClr val="7F7F7F"/>
              </a:buClr>
              <a:buSzPts val="2100"/>
              <a:buFont typeface="Arial"/>
              <a:buAutoNum type="arabicPeriod"/>
            </a:pPr>
            <a:r>
              <a:rPr lang="en-US">
                <a:solidFill>
                  <a:srgbClr val="7F7F7F"/>
                </a:solidFill>
                <a:latin typeface="Arial"/>
                <a:ea typeface="Arial"/>
                <a:cs typeface="Arial"/>
                <a:sym typeface="Arial"/>
              </a:rPr>
              <a:t>Overview of Ethernet Protocols</a:t>
            </a:r>
            <a:endParaRPr/>
          </a:p>
          <a:p>
            <a:pPr indent="-457017" lvl="0" marL="457017" marR="0" rtl="0" algn="just">
              <a:lnSpc>
                <a:spcPct val="140000"/>
              </a:lnSpc>
              <a:spcBef>
                <a:spcPts val="630"/>
              </a:spcBef>
              <a:spcAft>
                <a:spcPts val="0"/>
              </a:spcAft>
              <a:buClr>
                <a:srgbClr val="7F7F7F"/>
              </a:buClr>
              <a:buSzPts val="2100"/>
              <a:buFont typeface="Arial"/>
              <a:buAutoNum type="arabicPeriod"/>
            </a:pPr>
            <a:r>
              <a:rPr lang="en-US">
                <a:solidFill>
                  <a:srgbClr val="7F7F7F"/>
                </a:solidFill>
                <a:latin typeface="Arial"/>
                <a:ea typeface="Arial"/>
                <a:cs typeface="Arial"/>
                <a:sym typeface="Arial"/>
              </a:rPr>
              <a:t>Overview of Ethernet Frames</a:t>
            </a:r>
            <a:endParaRPr/>
          </a:p>
          <a:p>
            <a:pPr indent="-457017" lvl="0" marL="457017" marR="0" rtl="0" algn="just">
              <a:lnSpc>
                <a:spcPct val="140000"/>
              </a:lnSpc>
              <a:spcBef>
                <a:spcPts val="630"/>
              </a:spcBef>
              <a:spcAft>
                <a:spcPts val="0"/>
              </a:spcAft>
              <a:buClr>
                <a:srgbClr val="7F7F7F"/>
              </a:buClr>
              <a:buSzPts val="2100"/>
              <a:buFont typeface="Arial"/>
              <a:buAutoNum type="arabicPeriod"/>
            </a:pPr>
            <a:r>
              <a:rPr lang="en-US">
                <a:solidFill>
                  <a:srgbClr val="7F7F7F"/>
                </a:solidFill>
                <a:latin typeface="Arial"/>
                <a:ea typeface="Arial"/>
                <a:cs typeface="Arial"/>
                <a:sym typeface="Arial"/>
              </a:rPr>
              <a:t>Overview of Ethernet Switches</a:t>
            </a:r>
            <a:endParaRPr/>
          </a:p>
          <a:p>
            <a:pPr indent="-457017" lvl="0" marL="457017" marR="0" rtl="0" algn="just">
              <a:lnSpc>
                <a:spcPct val="140000"/>
              </a:lnSpc>
              <a:spcBef>
                <a:spcPts val="630"/>
              </a:spcBef>
              <a:spcAft>
                <a:spcPts val="0"/>
              </a:spcAft>
              <a:buClr>
                <a:schemeClr val="dk1"/>
              </a:buClr>
              <a:buSzPts val="2100"/>
              <a:buFont typeface="Arial"/>
              <a:buAutoNum type="arabicPeriod"/>
            </a:pPr>
            <a:r>
              <a:rPr b="1" lang="en-US">
                <a:latin typeface="Arial"/>
                <a:ea typeface="Arial"/>
                <a:cs typeface="Arial"/>
                <a:sym typeface="Arial"/>
              </a:rPr>
              <a:t>Process of Data communication Within a Network Segment</a:t>
            </a:r>
            <a:endParaRPr b="1">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p36"/>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t>Scenario description:</a:t>
            </a:r>
            <a:endParaRPr sz="1800"/>
          </a:p>
          <a:p>
            <a:pPr indent="-251899" lvl="1" marL="654938" rtl="0" algn="l">
              <a:lnSpc>
                <a:spcPct val="140000"/>
              </a:lnSpc>
              <a:spcBef>
                <a:spcPts val="720"/>
              </a:spcBef>
              <a:spcAft>
                <a:spcPts val="0"/>
              </a:spcAft>
              <a:buClr>
                <a:schemeClr val="dk1"/>
              </a:buClr>
              <a:buSzPts val="800"/>
              <a:buChar char="🞐"/>
            </a:pPr>
            <a:r>
              <a:rPr lang="en-US" sz="1600"/>
              <a:t>Task: Host 1 wants to access host 2.</a:t>
            </a:r>
            <a:endParaRPr/>
          </a:p>
          <a:p>
            <a:pPr indent="-251899" lvl="1" marL="654938" rtl="0" algn="l">
              <a:lnSpc>
                <a:spcPct val="140000"/>
              </a:lnSpc>
              <a:spcBef>
                <a:spcPts val="720"/>
              </a:spcBef>
              <a:spcAft>
                <a:spcPts val="0"/>
              </a:spcAft>
              <a:buClr>
                <a:schemeClr val="dk1"/>
              </a:buClr>
              <a:buSzPts val="800"/>
              <a:buChar char="🞐"/>
            </a:pPr>
            <a:r>
              <a:rPr lang="en-US" sz="1600"/>
              <a:t>Host: The host is in the initialized state and only knows its own IP address and MAC address (assume that the IP address of the peer host has been obtained).</a:t>
            </a:r>
            <a:endParaRPr sz="1600"/>
          </a:p>
          <a:p>
            <a:pPr indent="-251899" lvl="1" marL="654938" rtl="0" algn="l">
              <a:lnSpc>
                <a:spcPct val="140000"/>
              </a:lnSpc>
              <a:spcBef>
                <a:spcPts val="720"/>
              </a:spcBef>
              <a:spcAft>
                <a:spcPts val="0"/>
              </a:spcAft>
              <a:buClr>
                <a:schemeClr val="dk1"/>
              </a:buClr>
              <a:buSzPts val="800"/>
              <a:buChar char="🞐"/>
            </a:pPr>
            <a:r>
              <a:rPr lang="en-US" sz="1600"/>
              <a:t>Switch: The switch is just powered on and in the initialized state.</a:t>
            </a:r>
            <a:endParaRPr sz="1600"/>
          </a:p>
        </p:txBody>
      </p:sp>
      <p:sp>
        <p:nvSpPr>
          <p:cNvPr id="1354" name="Google Shape;1354;p36"/>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Process of Data Communication Within a Network Segment</a:t>
            </a:r>
            <a:endParaRPr/>
          </a:p>
        </p:txBody>
      </p:sp>
      <p:grpSp>
        <p:nvGrpSpPr>
          <p:cNvPr id="1355" name="Google Shape;1355;p36"/>
          <p:cNvGrpSpPr/>
          <p:nvPr/>
        </p:nvGrpSpPr>
        <p:grpSpPr>
          <a:xfrm>
            <a:off x="2119040" y="3583705"/>
            <a:ext cx="8028892" cy="2116371"/>
            <a:chOff x="2119040" y="3649965"/>
            <a:chExt cx="8028892" cy="2116371"/>
          </a:xfrm>
        </p:grpSpPr>
        <p:grpSp>
          <p:nvGrpSpPr>
            <p:cNvPr id="1356" name="Google Shape;1356;p36"/>
            <p:cNvGrpSpPr/>
            <p:nvPr/>
          </p:nvGrpSpPr>
          <p:grpSpPr>
            <a:xfrm>
              <a:off x="2119040" y="3649965"/>
              <a:ext cx="8028892" cy="2116371"/>
              <a:chOff x="2387588" y="1691832"/>
              <a:chExt cx="8028892" cy="2116371"/>
            </a:xfrm>
          </p:grpSpPr>
          <p:pic>
            <p:nvPicPr>
              <p:cNvPr id="1357" name="Google Shape;1357;p36"/>
              <p:cNvPicPr preferRelativeResize="0"/>
              <p:nvPr/>
            </p:nvPicPr>
            <p:blipFill rotWithShape="1">
              <a:blip r:embed="rId3">
                <a:alphaModFix/>
              </a:blip>
              <a:srcRect b="0" l="0" r="0" t="0"/>
              <a:stretch/>
            </p:blipFill>
            <p:spPr>
              <a:xfrm>
                <a:off x="5508342" y="2564904"/>
                <a:ext cx="790244" cy="648000"/>
              </a:xfrm>
              <a:prstGeom prst="rect">
                <a:avLst/>
              </a:prstGeom>
              <a:noFill/>
              <a:ln>
                <a:noFill/>
              </a:ln>
            </p:spPr>
          </p:pic>
          <p:pic>
            <p:nvPicPr>
              <p:cNvPr descr="PC.png" id="1358" name="Google Shape;1358;p36"/>
              <p:cNvPicPr preferRelativeResize="0"/>
              <p:nvPr/>
            </p:nvPicPr>
            <p:blipFill rotWithShape="1">
              <a:blip r:embed="rId4">
                <a:alphaModFix/>
              </a:blip>
              <a:srcRect b="0" l="0" r="0" t="0"/>
              <a:stretch/>
            </p:blipFill>
            <p:spPr>
              <a:xfrm>
                <a:off x="2691279" y="2564904"/>
                <a:ext cx="843751" cy="648000"/>
              </a:xfrm>
              <a:prstGeom prst="rect">
                <a:avLst/>
              </a:prstGeom>
              <a:noFill/>
              <a:ln>
                <a:noFill/>
              </a:ln>
            </p:spPr>
          </p:pic>
          <p:pic>
            <p:nvPicPr>
              <p:cNvPr descr="PC.png" id="1359" name="Google Shape;1359;p36"/>
              <p:cNvPicPr preferRelativeResize="0"/>
              <p:nvPr/>
            </p:nvPicPr>
            <p:blipFill rotWithShape="1">
              <a:blip r:embed="rId4">
                <a:alphaModFix/>
              </a:blip>
              <a:srcRect b="0" l="0" r="0" t="0"/>
              <a:stretch/>
            </p:blipFill>
            <p:spPr>
              <a:xfrm>
                <a:off x="8256240" y="2564904"/>
                <a:ext cx="843751" cy="648000"/>
              </a:xfrm>
              <a:prstGeom prst="rect">
                <a:avLst/>
              </a:prstGeom>
              <a:noFill/>
              <a:ln>
                <a:noFill/>
              </a:ln>
            </p:spPr>
          </p:pic>
          <p:cxnSp>
            <p:nvCxnSpPr>
              <p:cNvPr id="1360" name="Google Shape;1360;p36"/>
              <p:cNvCxnSpPr>
                <a:stCxn id="1358" idx="3"/>
                <a:endCxn id="1357" idx="1"/>
              </p:cNvCxnSpPr>
              <p:nvPr/>
            </p:nvCxnSpPr>
            <p:spPr>
              <a:xfrm>
                <a:off x="3535030" y="2888904"/>
                <a:ext cx="19734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361" name="Google Shape;1361;p36"/>
              <p:cNvCxnSpPr>
                <a:stCxn id="1357" idx="3"/>
                <a:endCxn id="1359" idx="1"/>
              </p:cNvCxnSpPr>
              <p:nvPr/>
            </p:nvCxnSpPr>
            <p:spPr>
              <a:xfrm>
                <a:off x="6298586" y="2888904"/>
                <a:ext cx="19578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362" name="Google Shape;1362;p36"/>
              <p:cNvCxnSpPr>
                <a:stCxn id="1357" idx="0"/>
              </p:cNvCxnSpPr>
              <p:nvPr/>
            </p:nvCxnSpPr>
            <p:spPr>
              <a:xfrm flipH="1" rot="10800000">
                <a:off x="5903464" y="1808904"/>
                <a:ext cx="532200" cy="756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1363" name="Google Shape;1363;p36"/>
              <p:cNvSpPr/>
              <p:nvPr/>
            </p:nvSpPr>
            <p:spPr>
              <a:xfrm>
                <a:off x="4599491" y="2611941"/>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0/0/1</a:t>
                </a:r>
                <a:endParaRPr sz="1400">
                  <a:solidFill>
                    <a:schemeClr val="dk1"/>
                  </a:solidFill>
                  <a:latin typeface="Arial"/>
                  <a:ea typeface="Arial"/>
                  <a:cs typeface="Arial"/>
                  <a:sym typeface="Arial"/>
                </a:endParaRPr>
              </a:p>
            </p:txBody>
          </p:sp>
          <p:sp>
            <p:nvSpPr>
              <p:cNvPr id="1364" name="Google Shape;1364;p36"/>
              <p:cNvSpPr/>
              <p:nvPr/>
            </p:nvSpPr>
            <p:spPr>
              <a:xfrm>
                <a:off x="6183667" y="2611941"/>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0/0/2</a:t>
                </a:r>
                <a:endParaRPr sz="1400">
                  <a:solidFill>
                    <a:schemeClr val="dk1"/>
                  </a:solidFill>
                  <a:latin typeface="Arial"/>
                  <a:ea typeface="Arial"/>
                  <a:cs typeface="Arial"/>
                  <a:sym typeface="Arial"/>
                </a:endParaRPr>
              </a:p>
            </p:txBody>
          </p:sp>
          <p:sp>
            <p:nvSpPr>
              <p:cNvPr id="1365" name="Google Shape;1365;p36"/>
              <p:cNvSpPr/>
              <p:nvPr/>
            </p:nvSpPr>
            <p:spPr>
              <a:xfrm rot="-3259224">
                <a:off x="5460639" y="2051763"/>
                <a:ext cx="1044116"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GE 0/0/3</a:t>
                </a:r>
                <a:endParaRPr sz="1400">
                  <a:solidFill>
                    <a:schemeClr val="dk1"/>
                  </a:solidFill>
                  <a:latin typeface="Arial"/>
                  <a:ea typeface="Arial"/>
                  <a:cs typeface="Arial"/>
                  <a:sym typeface="Arial"/>
                </a:endParaRPr>
              </a:p>
            </p:txBody>
          </p:sp>
          <p:sp>
            <p:nvSpPr>
              <p:cNvPr id="1366" name="Google Shape;1366;p36"/>
              <p:cNvSpPr/>
              <p:nvPr/>
            </p:nvSpPr>
            <p:spPr>
              <a:xfrm>
                <a:off x="2727283" y="2240868"/>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1</a:t>
                </a:r>
                <a:endParaRPr sz="1400">
                  <a:solidFill>
                    <a:schemeClr val="dk1"/>
                  </a:solidFill>
                  <a:latin typeface="Arial"/>
                  <a:ea typeface="Arial"/>
                  <a:cs typeface="Arial"/>
                  <a:sym typeface="Arial"/>
                </a:endParaRPr>
              </a:p>
            </p:txBody>
          </p:sp>
          <p:sp>
            <p:nvSpPr>
              <p:cNvPr id="1367" name="Google Shape;1367;p36"/>
              <p:cNvSpPr/>
              <p:nvPr/>
            </p:nvSpPr>
            <p:spPr>
              <a:xfrm>
                <a:off x="8343907" y="2240868"/>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2</a:t>
                </a:r>
                <a:endParaRPr sz="1400">
                  <a:solidFill>
                    <a:schemeClr val="dk1"/>
                  </a:solidFill>
                  <a:latin typeface="Arial"/>
                  <a:ea typeface="Arial"/>
                  <a:cs typeface="Arial"/>
                  <a:sym typeface="Arial"/>
                </a:endParaRPr>
              </a:p>
            </p:txBody>
          </p:sp>
          <p:sp>
            <p:nvSpPr>
              <p:cNvPr id="1368" name="Google Shape;1368;p36"/>
              <p:cNvSpPr/>
              <p:nvPr/>
            </p:nvSpPr>
            <p:spPr>
              <a:xfrm>
                <a:off x="2387588" y="3284984"/>
                <a:ext cx="2484276"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IP1: 192.168.1.1</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MAC1: 0050-5600-0001</a:t>
                </a:r>
                <a:endParaRPr sz="1400">
                  <a:solidFill>
                    <a:schemeClr val="dk1"/>
                  </a:solidFill>
                  <a:latin typeface="Arial"/>
                  <a:ea typeface="Arial"/>
                  <a:cs typeface="Arial"/>
                  <a:sym typeface="Arial"/>
                </a:endParaRPr>
              </a:p>
            </p:txBody>
          </p:sp>
          <p:sp>
            <p:nvSpPr>
              <p:cNvPr id="1369" name="Google Shape;1369;p36"/>
              <p:cNvSpPr/>
              <p:nvPr/>
            </p:nvSpPr>
            <p:spPr>
              <a:xfrm>
                <a:off x="7968208" y="3284984"/>
                <a:ext cx="2448272"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IP2: 192.168.1.2</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MAC2: 0050-5600-0002</a:t>
                </a:r>
                <a:endParaRPr sz="1400">
                  <a:solidFill>
                    <a:schemeClr val="dk1"/>
                  </a:solidFill>
                  <a:latin typeface="Arial"/>
                  <a:ea typeface="Arial"/>
                  <a:cs typeface="Arial"/>
                  <a:sym typeface="Arial"/>
                </a:endParaRPr>
              </a:p>
            </p:txBody>
          </p:sp>
        </p:grpSp>
        <p:sp>
          <p:nvSpPr>
            <p:cNvPr id="1370" name="Google Shape;1370;p36"/>
            <p:cNvSpPr/>
            <p:nvPr/>
          </p:nvSpPr>
          <p:spPr>
            <a:xfrm>
              <a:off x="4644806" y="5187259"/>
              <a:ext cx="198022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a:t>
              </a: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37"/>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Data Encapsulation Process</a:t>
            </a:r>
            <a:endParaRPr>
              <a:latin typeface="Arial"/>
              <a:ea typeface="Arial"/>
              <a:cs typeface="Arial"/>
              <a:sym typeface="Arial"/>
            </a:endParaRPr>
          </a:p>
        </p:txBody>
      </p:sp>
      <p:graphicFrame>
        <p:nvGraphicFramePr>
          <p:cNvPr id="1376" name="Google Shape;1376;p37"/>
          <p:cNvGraphicFramePr/>
          <p:nvPr/>
        </p:nvGraphicFramePr>
        <p:xfrm>
          <a:off x="1462292" y="1808820"/>
          <a:ext cx="3000000" cy="3000000"/>
        </p:xfrm>
        <a:graphic>
          <a:graphicData uri="http://schemas.openxmlformats.org/drawingml/2006/table">
            <a:tbl>
              <a:tblPr bandRow="1" firstRow="1">
                <a:noFill/>
                <a:tableStyleId>{2C067428-DC08-4BEC-9048-23FDCD1FA422}</a:tableStyleId>
              </a:tblPr>
              <a:tblGrid>
                <a:gridCol w="1341375"/>
              </a:tblGrid>
              <a:tr h="225000">
                <a:tc>
                  <a:txBody>
                    <a:bodyPr/>
                    <a:lstStyle/>
                    <a:p>
                      <a:pPr indent="0" lvl="0" marL="0" marR="0" rtl="0" algn="ctr">
                        <a:spcBef>
                          <a:spcPts val="0"/>
                        </a:spcBef>
                        <a:spcAft>
                          <a:spcPts val="0"/>
                        </a:spcAft>
                        <a:buNone/>
                      </a:pPr>
                      <a:r>
                        <a:rPr b="0" lang="en-US" sz="1200" u="none" cap="none" strike="noStrike">
                          <a:solidFill>
                            <a:schemeClr val="dk1"/>
                          </a:solidFill>
                          <a:latin typeface="Arial"/>
                          <a:ea typeface="Arial"/>
                          <a:cs typeface="Arial"/>
                          <a:sym typeface="Arial"/>
                        </a:rPr>
                        <a:t>Application Layer</a:t>
                      </a:r>
                      <a:endParaRPr/>
                    </a:p>
                  </a:txBody>
                  <a:tcPr marT="0" marB="0" marR="0" marL="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1377" name="Google Shape;1377;p37"/>
          <p:cNvGraphicFramePr/>
          <p:nvPr/>
        </p:nvGraphicFramePr>
        <p:xfrm>
          <a:off x="1462292" y="2330878"/>
          <a:ext cx="3000000" cy="3000000"/>
        </p:xfrm>
        <a:graphic>
          <a:graphicData uri="http://schemas.openxmlformats.org/drawingml/2006/table">
            <a:tbl>
              <a:tblPr bandRow="1" firstRow="1">
                <a:noFill/>
                <a:tableStyleId>{2C067428-DC08-4BEC-9048-23FDCD1FA422}</a:tableStyleId>
              </a:tblPr>
              <a:tblGrid>
                <a:gridCol w="1341375"/>
              </a:tblGrid>
              <a:tr h="225000">
                <a:tc>
                  <a:txBody>
                    <a:bodyPr/>
                    <a:lstStyle/>
                    <a:p>
                      <a:pPr indent="0" lvl="0" marL="0" marR="0" rtl="0" algn="ctr">
                        <a:spcBef>
                          <a:spcPts val="0"/>
                        </a:spcBef>
                        <a:spcAft>
                          <a:spcPts val="0"/>
                        </a:spcAft>
                        <a:buNone/>
                      </a:pPr>
                      <a:r>
                        <a:rPr b="0" lang="en-US" sz="1200" u="none" cap="none" strike="noStrike">
                          <a:solidFill>
                            <a:schemeClr val="dk1"/>
                          </a:solidFill>
                          <a:latin typeface="Arial"/>
                          <a:ea typeface="Arial"/>
                          <a:cs typeface="Arial"/>
                          <a:sym typeface="Arial"/>
                        </a:rPr>
                        <a:t>Transport Layer</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1378" name="Google Shape;1378;p37"/>
          <p:cNvGraphicFramePr/>
          <p:nvPr/>
        </p:nvGraphicFramePr>
        <p:xfrm>
          <a:off x="1462292" y="2852936"/>
          <a:ext cx="3000000" cy="3000000"/>
        </p:xfrm>
        <a:graphic>
          <a:graphicData uri="http://schemas.openxmlformats.org/drawingml/2006/table">
            <a:tbl>
              <a:tblPr bandRow="1" firstRow="1">
                <a:noFill/>
                <a:tableStyleId>{2C067428-DC08-4BEC-9048-23FDCD1FA422}</a:tableStyleId>
              </a:tblPr>
              <a:tblGrid>
                <a:gridCol w="1341375"/>
              </a:tblGrid>
              <a:tr h="225000">
                <a:tc>
                  <a:txBody>
                    <a:bodyPr/>
                    <a:lstStyle/>
                    <a:p>
                      <a:pPr indent="0" lvl="0" marL="0" marR="0" rtl="0" algn="ctr">
                        <a:spcBef>
                          <a:spcPts val="0"/>
                        </a:spcBef>
                        <a:spcAft>
                          <a:spcPts val="0"/>
                        </a:spcAft>
                        <a:buNone/>
                      </a:pPr>
                      <a:r>
                        <a:rPr b="0" lang="en-US" sz="1200" u="none" cap="none" strike="noStrike">
                          <a:solidFill>
                            <a:schemeClr val="dk1"/>
                          </a:solidFill>
                          <a:latin typeface="Arial"/>
                          <a:ea typeface="Arial"/>
                          <a:cs typeface="Arial"/>
                          <a:sym typeface="Arial"/>
                        </a:rPr>
                        <a:t>Network layer</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1379" name="Google Shape;1379;p37"/>
          <p:cNvGraphicFramePr/>
          <p:nvPr/>
        </p:nvGraphicFramePr>
        <p:xfrm>
          <a:off x="1462292" y="3374994"/>
          <a:ext cx="3000000" cy="3000000"/>
        </p:xfrm>
        <a:graphic>
          <a:graphicData uri="http://schemas.openxmlformats.org/drawingml/2006/table">
            <a:tbl>
              <a:tblPr bandRow="1" firstRow="1">
                <a:noFill/>
                <a:tableStyleId>{2C067428-DC08-4BEC-9048-23FDCD1FA422}</a:tableStyleId>
              </a:tblPr>
              <a:tblGrid>
                <a:gridCol w="1341375"/>
              </a:tblGrid>
              <a:tr h="225000">
                <a:tc>
                  <a:txBody>
                    <a:bodyPr/>
                    <a:lstStyle/>
                    <a:p>
                      <a:pPr indent="0" lvl="0" marL="0" marR="0" rtl="0" algn="ctr">
                        <a:spcBef>
                          <a:spcPts val="0"/>
                        </a:spcBef>
                        <a:spcAft>
                          <a:spcPts val="0"/>
                        </a:spcAft>
                        <a:buNone/>
                      </a:pPr>
                      <a:r>
                        <a:rPr b="0" lang="en-US" sz="1200" u="none" cap="none" strike="noStrike">
                          <a:solidFill>
                            <a:schemeClr val="dk1"/>
                          </a:solidFill>
                          <a:latin typeface="Arial"/>
                          <a:ea typeface="Arial"/>
                          <a:cs typeface="Arial"/>
                          <a:sym typeface="Arial"/>
                        </a:rPr>
                        <a:t>Data Link Layer</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1380" name="Google Shape;1380;p37"/>
          <p:cNvGraphicFramePr/>
          <p:nvPr/>
        </p:nvGraphicFramePr>
        <p:xfrm>
          <a:off x="1462292" y="3897052"/>
          <a:ext cx="3000000" cy="3000000"/>
        </p:xfrm>
        <a:graphic>
          <a:graphicData uri="http://schemas.openxmlformats.org/drawingml/2006/table">
            <a:tbl>
              <a:tblPr bandRow="1" firstRow="1">
                <a:noFill/>
                <a:tableStyleId>{2C067428-DC08-4BEC-9048-23FDCD1FA422}</a:tableStyleId>
              </a:tblPr>
              <a:tblGrid>
                <a:gridCol w="1341375"/>
              </a:tblGrid>
              <a:tr h="225000">
                <a:tc>
                  <a:txBody>
                    <a:bodyPr/>
                    <a:lstStyle/>
                    <a:p>
                      <a:pPr indent="0" lvl="0" marL="0" marR="0" rtl="0" algn="ctr">
                        <a:spcBef>
                          <a:spcPts val="0"/>
                        </a:spcBef>
                        <a:spcAft>
                          <a:spcPts val="0"/>
                        </a:spcAft>
                        <a:buNone/>
                      </a:pPr>
                      <a:r>
                        <a:rPr b="0" lang="en-US" sz="1200" u="none" cap="none" strike="noStrike">
                          <a:solidFill>
                            <a:schemeClr val="dk1"/>
                          </a:solidFill>
                          <a:latin typeface="Arial"/>
                          <a:ea typeface="Arial"/>
                          <a:cs typeface="Arial"/>
                          <a:sym typeface="Arial"/>
                        </a:rPr>
                        <a:t>Physical layer</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1381" name="Google Shape;1381;p37"/>
          <p:cNvGraphicFramePr/>
          <p:nvPr/>
        </p:nvGraphicFramePr>
        <p:xfrm>
          <a:off x="4159756" y="1822532"/>
          <a:ext cx="3000000" cy="3000000"/>
        </p:xfrm>
        <a:graphic>
          <a:graphicData uri="http://schemas.openxmlformats.org/drawingml/2006/table">
            <a:tbl>
              <a:tblPr bandRow="1" firstRow="1">
                <a:noFill/>
                <a:tableStyleId>{F503C2F4-6DC0-438F-B06D-3F21902DEA79}</a:tableStyleId>
              </a:tblPr>
              <a:tblGrid>
                <a:gridCol w="540000"/>
              </a:tblGrid>
              <a:tr h="152400">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Data</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bl>
          </a:graphicData>
        </a:graphic>
      </p:graphicFrame>
      <p:graphicFrame>
        <p:nvGraphicFramePr>
          <p:cNvPr id="1382" name="Google Shape;1382;p37"/>
          <p:cNvGraphicFramePr/>
          <p:nvPr/>
        </p:nvGraphicFramePr>
        <p:xfrm>
          <a:off x="2603612" y="4619637"/>
          <a:ext cx="3000000" cy="3000000"/>
        </p:xfrm>
        <a:graphic>
          <a:graphicData uri="http://schemas.openxmlformats.org/drawingml/2006/table">
            <a:tbl>
              <a:tblPr bandRow="1" firstRow="1">
                <a:noFill/>
                <a:tableStyleId>{DB4A58CA-E218-4D5E-B093-401146CA2138}</a:tableStyleId>
              </a:tblPr>
              <a:tblGrid>
                <a:gridCol w="1341625"/>
                <a:gridCol w="1006225"/>
                <a:gridCol w="1006225"/>
                <a:gridCol w="1677025"/>
                <a:gridCol w="1341625"/>
              </a:tblGrid>
              <a:tr h="406850">
                <a:tc>
                  <a:txBody>
                    <a:bodyPr/>
                    <a:lstStyle/>
                    <a:p>
                      <a:pPr indent="0" lvl="0" marL="0" marR="0" rtl="0" algn="ctr">
                        <a:spcBef>
                          <a:spcPts val="0"/>
                        </a:spcBef>
                        <a:spcAft>
                          <a:spcPts val="0"/>
                        </a:spcAft>
                        <a:buNone/>
                      </a:pPr>
                      <a:r>
                        <a:rPr lang="en-US" sz="1400" u="none" cap="none" strike="noStrike">
                          <a:solidFill>
                            <a:schemeClr val="lt1"/>
                          </a:solidFill>
                          <a:latin typeface="Arial"/>
                          <a:ea typeface="Arial"/>
                          <a:cs typeface="Arial"/>
                          <a:sym typeface="Arial"/>
                        </a:rPr>
                        <a:t>Ethernet header</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0B9CE5"/>
                    </a:solidFill>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IP header</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TCP header</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u="none" cap="none" strike="noStrike">
                          <a:solidFill>
                            <a:schemeClr val="dk1"/>
                          </a:solidFill>
                          <a:latin typeface="Arial"/>
                          <a:ea typeface="Arial"/>
                          <a:cs typeface="Arial"/>
                          <a:sym typeface="Arial"/>
                        </a:rPr>
                        <a:t>User data</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u="none" cap="none" strike="noStrike">
                          <a:solidFill>
                            <a:schemeClr val="lt1"/>
                          </a:solidFill>
                          <a:latin typeface="Arial"/>
                          <a:ea typeface="Arial"/>
                          <a:cs typeface="Arial"/>
                          <a:sym typeface="Arial"/>
                        </a:rPr>
                        <a:t>Ethernet tail</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0B9CE5"/>
                    </a:solidFill>
                  </a:tcPr>
                </a:tc>
              </a:tr>
            </a:tbl>
          </a:graphicData>
        </a:graphic>
      </p:graphicFrame>
      <p:graphicFrame>
        <p:nvGraphicFramePr>
          <p:cNvPr id="1383" name="Google Shape;1383;p37"/>
          <p:cNvGraphicFramePr/>
          <p:nvPr/>
        </p:nvGraphicFramePr>
        <p:xfrm>
          <a:off x="8884268" y="1808820"/>
          <a:ext cx="3000000" cy="3000000"/>
        </p:xfrm>
        <a:graphic>
          <a:graphicData uri="http://schemas.openxmlformats.org/drawingml/2006/table">
            <a:tbl>
              <a:tblPr bandRow="1" firstRow="1">
                <a:noFill/>
                <a:tableStyleId>{2C067428-DC08-4BEC-9048-23FDCD1FA422}</a:tableStyleId>
              </a:tblPr>
              <a:tblGrid>
                <a:gridCol w="1447525"/>
              </a:tblGrid>
              <a:tr h="225000">
                <a:tc>
                  <a:txBody>
                    <a:bodyPr/>
                    <a:lstStyle/>
                    <a:p>
                      <a:pPr indent="0" lvl="0" marL="0" marR="0" rtl="0" algn="ctr">
                        <a:spcBef>
                          <a:spcPts val="0"/>
                        </a:spcBef>
                        <a:spcAft>
                          <a:spcPts val="0"/>
                        </a:spcAft>
                        <a:buNone/>
                      </a:pPr>
                      <a:r>
                        <a:rPr b="0" lang="en-US" sz="1200" u="none" cap="none" strike="noStrike">
                          <a:solidFill>
                            <a:schemeClr val="dk1"/>
                          </a:solidFill>
                          <a:latin typeface="Arial"/>
                          <a:ea typeface="Arial"/>
                          <a:cs typeface="Arial"/>
                          <a:sym typeface="Arial"/>
                        </a:rPr>
                        <a:t>Application Layer</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1384" name="Google Shape;1384;p37"/>
          <p:cNvGraphicFramePr/>
          <p:nvPr/>
        </p:nvGraphicFramePr>
        <p:xfrm>
          <a:off x="8884268" y="2330878"/>
          <a:ext cx="3000000" cy="3000000"/>
        </p:xfrm>
        <a:graphic>
          <a:graphicData uri="http://schemas.openxmlformats.org/drawingml/2006/table">
            <a:tbl>
              <a:tblPr bandRow="1" firstRow="1">
                <a:noFill/>
                <a:tableStyleId>{2C067428-DC08-4BEC-9048-23FDCD1FA422}</a:tableStyleId>
              </a:tblPr>
              <a:tblGrid>
                <a:gridCol w="1447525"/>
              </a:tblGrid>
              <a:tr h="225000">
                <a:tc>
                  <a:txBody>
                    <a:bodyPr/>
                    <a:lstStyle/>
                    <a:p>
                      <a:pPr indent="0" lvl="0" marL="0" marR="0" rtl="0" algn="ctr">
                        <a:spcBef>
                          <a:spcPts val="0"/>
                        </a:spcBef>
                        <a:spcAft>
                          <a:spcPts val="0"/>
                        </a:spcAft>
                        <a:buNone/>
                      </a:pPr>
                      <a:r>
                        <a:rPr b="0" lang="en-US" sz="1200" u="none" cap="none" strike="noStrike">
                          <a:solidFill>
                            <a:schemeClr val="dk1"/>
                          </a:solidFill>
                          <a:latin typeface="Arial"/>
                          <a:ea typeface="Arial"/>
                          <a:cs typeface="Arial"/>
                          <a:sym typeface="Arial"/>
                        </a:rPr>
                        <a:t>Transport Layer</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1385" name="Google Shape;1385;p37"/>
          <p:cNvGraphicFramePr/>
          <p:nvPr/>
        </p:nvGraphicFramePr>
        <p:xfrm>
          <a:off x="8884268" y="2852936"/>
          <a:ext cx="3000000" cy="3000000"/>
        </p:xfrm>
        <a:graphic>
          <a:graphicData uri="http://schemas.openxmlformats.org/drawingml/2006/table">
            <a:tbl>
              <a:tblPr bandRow="1" firstRow="1">
                <a:noFill/>
                <a:tableStyleId>{2C067428-DC08-4BEC-9048-23FDCD1FA422}</a:tableStyleId>
              </a:tblPr>
              <a:tblGrid>
                <a:gridCol w="1447525"/>
              </a:tblGrid>
              <a:tr h="225000">
                <a:tc>
                  <a:txBody>
                    <a:bodyPr/>
                    <a:lstStyle/>
                    <a:p>
                      <a:pPr indent="0" lvl="0" marL="0" marR="0" rtl="0" algn="ctr">
                        <a:spcBef>
                          <a:spcPts val="0"/>
                        </a:spcBef>
                        <a:spcAft>
                          <a:spcPts val="0"/>
                        </a:spcAft>
                        <a:buNone/>
                      </a:pPr>
                      <a:r>
                        <a:rPr b="0" lang="en-US" sz="1200" u="none" cap="none" strike="noStrike">
                          <a:solidFill>
                            <a:schemeClr val="dk1"/>
                          </a:solidFill>
                          <a:latin typeface="Arial"/>
                          <a:ea typeface="Arial"/>
                          <a:cs typeface="Arial"/>
                          <a:sym typeface="Arial"/>
                        </a:rPr>
                        <a:t>Network layer</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1386" name="Google Shape;1386;p37"/>
          <p:cNvGraphicFramePr/>
          <p:nvPr/>
        </p:nvGraphicFramePr>
        <p:xfrm>
          <a:off x="8884268" y="3374994"/>
          <a:ext cx="3000000" cy="3000000"/>
        </p:xfrm>
        <a:graphic>
          <a:graphicData uri="http://schemas.openxmlformats.org/drawingml/2006/table">
            <a:tbl>
              <a:tblPr bandRow="1" firstRow="1">
                <a:noFill/>
                <a:tableStyleId>{2C067428-DC08-4BEC-9048-23FDCD1FA422}</a:tableStyleId>
              </a:tblPr>
              <a:tblGrid>
                <a:gridCol w="1447525"/>
              </a:tblGrid>
              <a:tr h="225000">
                <a:tc>
                  <a:txBody>
                    <a:bodyPr/>
                    <a:lstStyle/>
                    <a:p>
                      <a:pPr indent="0" lvl="0" marL="0" marR="0" rtl="0" algn="ctr">
                        <a:spcBef>
                          <a:spcPts val="0"/>
                        </a:spcBef>
                        <a:spcAft>
                          <a:spcPts val="0"/>
                        </a:spcAft>
                        <a:buNone/>
                      </a:pPr>
                      <a:r>
                        <a:rPr b="0" lang="en-US" sz="1200" u="none" cap="none" strike="noStrike">
                          <a:solidFill>
                            <a:schemeClr val="dk1"/>
                          </a:solidFill>
                          <a:latin typeface="Arial"/>
                          <a:ea typeface="Arial"/>
                          <a:cs typeface="Arial"/>
                          <a:sym typeface="Arial"/>
                        </a:rPr>
                        <a:t>Data Link Layer</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1387" name="Google Shape;1387;p37"/>
          <p:cNvGraphicFramePr/>
          <p:nvPr/>
        </p:nvGraphicFramePr>
        <p:xfrm>
          <a:off x="8884268" y="3897052"/>
          <a:ext cx="3000000" cy="3000000"/>
        </p:xfrm>
        <a:graphic>
          <a:graphicData uri="http://schemas.openxmlformats.org/drawingml/2006/table">
            <a:tbl>
              <a:tblPr bandRow="1" firstRow="1">
                <a:noFill/>
                <a:tableStyleId>{2C067428-DC08-4BEC-9048-23FDCD1FA422}</a:tableStyleId>
              </a:tblPr>
              <a:tblGrid>
                <a:gridCol w="1447525"/>
              </a:tblGrid>
              <a:tr h="225000">
                <a:tc>
                  <a:txBody>
                    <a:bodyPr/>
                    <a:lstStyle/>
                    <a:p>
                      <a:pPr indent="0" lvl="0" marL="0" marR="0" rtl="0" algn="ctr">
                        <a:spcBef>
                          <a:spcPts val="0"/>
                        </a:spcBef>
                        <a:spcAft>
                          <a:spcPts val="0"/>
                        </a:spcAft>
                        <a:buNone/>
                      </a:pPr>
                      <a:r>
                        <a:rPr b="0" lang="en-US" sz="1200" u="none" cap="none" strike="noStrike">
                          <a:solidFill>
                            <a:schemeClr val="dk1"/>
                          </a:solidFill>
                          <a:latin typeface="Arial"/>
                          <a:ea typeface="Arial"/>
                          <a:cs typeface="Arial"/>
                          <a:sym typeface="Arial"/>
                        </a:rPr>
                        <a:t>Physical layer</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bl>
          </a:graphicData>
        </a:graphic>
      </p:graphicFrame>
      <p:graphicFrame>
        <p:nvGraphicFramePr>
          <p:cNvPr id="1388" name="Google Shape;1388;p37"/>
          <p:cNvGraphicFramePr/>
          <p:nvPr/>
        </p:nvGraphicFramePr>
        <p:xfrm>
          <a:off x="3835720" y="2384884"/>
          <a:ext cx="3000000" cy="3000000"/>
        </p:xfrm>
        <a:graphic>
          <a:graphicData uri="http://schemas.openxmlformats.org/drawingml/2006/table">
            <a:tbl>
              <a:tblPr bandRow="1" firstRow="1">
                <a:noFill/>
                <a:tableStyleId>{F503C2F4-6DC0-438F-B06D-3F21902DEA79}</a:tableStyleId>
              </a:tblPr>
              <a:tblGrid>
                <a:gridCol w="324025"/>
                <a:gridCol w="540000"/>
              </a:tblGrid>
              <a:tr h="152400">
                <a:tc>
                  <a:txBody>
                    <a:bodyPr/>
                    <a:lstStyle/>
                    <a:p>
                      <a:pPr indent="0" lvl="0" marL="0" marR="0" rtl="0" algn="ctr">
                        <a:spcBef>
                          <a:spcPts val="0"/>
                        </a:spcBef>
                        <a:spcAft>
                          <a:spcPts val="0"/>
                        </a:spcAft>
                        <a:buNone/>
                      </a:pPr>
                      <a:r>
                        <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Data</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bl>
          </a:graphicData>
        </a:graphic>
      </p:graphicFrame>
      <p:graphicFrame>
        <p:nvGraphicFramePr>
          <p:cNvPr id="1389" name="Google Shape;1389;p37"/>
          <p:cNvGraphicFramePr/>
          <p:nvPr/>
        </p:nvGraphicFramePr>
        <p:xfrm>
          <a:off x="3511756" y="2888940"/>
          <a:ext cx="3000000" cy="3000000"/>
        </p:xfrm>
        <a:graphic>
          <a:graphicData uri="http://schemas.openxmlformats.org/drawingml/2006/table">
            <a:tbl>
              <a:tblPr bandRow="1" firstRow="1">
                <a:noFill/>
                <a:tableStyleId>{F503C2F4-6DC0-438F-B06D-3F21902DEA79}</a:tableStyleId>
              </a:tblPr>
              <a:tblGrid>
                <a:gridCol w="324000"/>
                <a:gridCol w="864000"/>
              </a:tblGrid>
              <a:tr h="152400">
                <a:tc>
                  <a:txBody>
                    <a:bodyPr/>
                    <a:lstStyle/>
                    <a:p>
                      <a:pPr indent="0" lvl="0" marL="0" marR="0" rtl="0" algn="ctr">
                        <a:spcBef>
                          <a:spcPts val="0"/>
                        </a:spcBef>
                        <a:spcAft>
                          <a:spcPts val="0"/>
                        </a:spcAft>
                        <a:buNone/>
                      </a:pPr>
                      <a:r>
                        <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Data</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bl>
          </a:graphicData>
        </a:graphic>
      </p:graphicFrame>
      <p:graphicFrame>
        <p:nvGraphicFramePr>
          <p:cNvPr id="1390" name="Google Shape;1390;p37"/>
          <p:cNvGraphicFramePr/>
          <p:nvPr/>
        </p:nvGraphicFramePr>
        <p:xfrm>
          <a:off x="3187588" y="3427662"/>
          <a:ext cx="3000000" cy="3000000"/>
        </p:xfrm>
        <a:graphic>
          <a:graphicData uri="http://schemas.openxmlformats.org/drawingml/2006/table">
            <a:tbl>
              <a:tblPr bandRow="1" firstRow="1">
                <a:noFill/>
                <a:tableStyleId>{F503C2F4-6DC0-438F-B06D-3F21902DEA79}</a:tableStyleId>
              </a:tblPr>
              <a:tblGrid>
                <a:gridCol w="324000"/>
                <a:gridCol w="1188000"/>
                <a:gridCol w="208275"/>
              </a:tblGrid>
              <a:tr h="152400">
                <a:tc>
                  <a:txBody>
                    <a:bodyPr/>
                    <a:lstStyle/>
                    <a:p>
                      <a:pPr indent="0" lvl="0" marL="0" marR="0" rtl="0" algn="ctr">
                        <a:spcBef>
                          <a:spcPts val="0"/>
                        </a:spcBef>
                        <a:spcAft>
                          <a:spcPts val="0"/>
                        </a:spcAft>
                        <a:buNone/>
                      </a:pPr>
                      <a:r>
                        <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Data</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00B0F0"/>
                    </a:solidFill>
                  </a:tcPr>
                </a:tc>
              </a:tr>
            </a:tbl>
          </a:graphicData>
        </a:graphic>
      </p:graphicFrame>
      <p:graphicFrame>
        <p:nvGraphicFramePr>
          <p:cNvPr id="1391" name="Google Shape;1391;p37"/>
          <p:cNvGraphicFramePr/>
          <p:nvPr/>
        </p:nvGraphicFramePr>
        <p:xfrm>
          <a:off x="7924352" y="1822532"/>
          <a:ext cx="3000000" cy="3000000"/>
        </p:xfrm>
        <a:graphic>
          <a:graphicData uri="http://schemas.openxmlformats.org/drawingml/2006/table">
            <a:tbl>
              <a:tblPr bandRow="1" firstRow="1">
                <a:noFill/>
                <a:tableStyleId>{F503C2F4-6DC0-438F-B06D-3F21902DEA79}</a:tableStyleId>
              </a:tblPr>
              <a:tblGrid>
                <a:gridCol w="540000"/>
              </a:tblGrid>
              <a:tr h="152400">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Data</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bl>
          </a:graphicData>
        </a:graphic>
      </p:graphicFrame>
      <p:graphicFrame>
        <p:nvGraphicFramePr>
          <p:cNvPr id="1392" name="Google Shape;1392;p37"/>
          <p:cNvGraphicFramePr/>
          <p:nvPr/>
        </p:nvGraphicFramePr>
        <p:xfrm>
          <a:off x="7600316" y="2384884"/>
          <a:ext cx="3000000" cy="3000000"/>
        </p:xfrm>
        <a:graphic>
          <a:graphicData uri="http://schemas.openxmlformats.org/drawingml/2006/table">
            <a:tbl>
              <a:tblPr bandRow="1" firstRow="1">
                <a:noFill/>
                <a:tableStyleId>{F503C2F4-6DC0-438F-B06D-3F21902DEA79}</a:tableStyleId>
              </a:tblPr>
              <a:tblGrid>
                <a:gridCol w="324025"/>
                <a:gridCol w="540000"/>
              </a:tblGrid>
              <a:tr h="152400">
                <a:tc>
                  <a:txBody>
                    <a:bodyPr/>
                    <a:lstStyle/>
                    <a:p>
                      <a:pPr indent="0" lvl="0" marL="0" marR="0" rtl="0" algn="ctr">
                        <a:spcBef>
                          <a:spcPts val="0"/>
                        </a:spcBef>
                        <a:spcAft>
                          <a:spcPts val="0"/>
                        </a:spcAft>
                        <a:buNone/>
                      </a:pPr>
                      <a:r>
                        <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Data</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bl>
          </a:graphicData>
        </a:graphic>
      </p:graphicFrame>
      <p:graphicFrame>
        <p:nvGraphicFramePr>
          <p:cNvPr id="1393" name="Google Shape;1393;p37"/>
          <p:cNvGraphicFramePr/>
          <p:nvPr/>
        </p:nvGraphicFramePr>
        <p:xfrm>
          <a:off x="7276352" y="2888940"/>
          <a:ext cx="3000000" cy="3000000"/>
        </p:xfrm>
        <a:graphic>
          <a:graphicData uri="http://schemas.openxmlformats.org/drawingml/2006/table">
            <a:tbl>
              <a:tblPr bandRow="1" firstRow="1">
                <a:noFill/>
                <a:tableStyleId>{F503C2F4-6DC0-438F-B06D-3F21902DEA79}</a:tableStyleId>
              </a:tblPr>
              <a:tblGrid>
                <a:gridCol w="324000"/>
                <a:gridCol w="864000"/>
              </a:tblGrid>
              <a:tr h="152400">
                <a:tc>
                  <a:txBody>
                    <a:bodyPr/>
                    <a:lstStyle/>
                    <a:p>
                      <a:pPr indent="0" lvl="0" marL="0" marR="0" rtl="0" algn="ctr">
                        <a:spcBef>
                          <a:spcPts val="0"/>
                        </a:spcBef>
                        <a:spcAft>
                          <a:spcPts val="0"/>
                        </a:spcAft>
                        <a:buNone/>
                      </a:pPr>
                      <a:r>
                        <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Data</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r>
            </a:tbl>
          </a:graphicData>
        </a:graphic>
      </p:graphicFrame>
      <p:graphicFrame>
        <p:nvGraphicFramePr>
          <p:cNvPr id="1394" name="Google Shape;1394;p37"/>
          <p:cNvGraphicFramePr/>
          <p:nvPr/>
        </p:nvGraphicFramePr>
        <p:xfrm>
          <a:off x="6960096" y="3427662"/>
          <a:ext cx="3000000" cy="3000000"/>
        </p:xfrm>
        <a:graphic>
          <a:graphicData uri="http://schemas.openxmlformats.org/drawingml/2006/table">
            <a:tbl>
              <a:tblPr bandRow="1" firstRow="1">
                <a:noFill/>
                <a:tableStyleId>{F503C2F4-6DC0-438F-B06D-3F21902DEA79}</a:tableStyleId>
              </a:tblPr>
              <a:tblGrid>
                <a:gridCol w="324000"/>
                <a:gridCol w="1188000"/>
                <a:gridCol w="208275"/>
              </a:tblGrid>
              <a:tr h="152400">
                <a:tc>
                  <a:txBody>
                    <a:bodyPr/>
                    <a:lstStyle/>
                    <a:p>
                      <a:pPr indent="0" lvl="0" marL="0" marR="0" rtl="0" algn="ctr">
                        <a:spcBef>
                          <a:spcPts val="0"/>
                        </a:spcBef>
                        <a:spcAft>
                          <a:spcPts val="0"/>
                        </a:spcAft>
                        <a:buNone/>
                      </a:pPr>
                      <a:r>
                        <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Data</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sz="1200" u="none" cap="none" strike="noStrike">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00B0F0"/>
                    </a:solidFill>
                  </a:tcPr>
                </a:tc>
              </a:tr>
            </a:tbl>
          </a:graphicData>
        </a:graphic>
      </p:graphicFrame>
      <p:grpSp>
        <p:nvGrpSpPr>
          <p:cNvPr id="1395" name="Google Shape;1395;p37"/>
          <p:cNvGrpSpPr/>
          <p:nvPr/>
        </p:nvGrpSpPr>
        <p:grpSpPr>
          <a:xfrm>
            <a:off x="5267908" y="3704973"/>
            <a:ext cx="1512167" cy="221617"/>
            <a:chOff x="5004048" y="5681302"/>
            <a:chExt cx="2461177" cy="366712"/>
          </a:xfrm>
        </p:grpSpPr>
        <p:cxnSp>
          <p:nvCxnSpPr>
            <p:cNvPr id="1396" name="Google Shape;1396;p37"/>
            <p:cNvCxnSpPr/>
            <p:nvPr/>
          </p:nvCxnSpPr>
          <p:spPr>
            <a:xfrm>
              <a:off x="5004048" y="6040526"/>
              <a:ext cx="359989" cy="0"/>
            </a:xfrm>
            <a:prstGeom prst="straightConnector1">
              <a:avLst/>
            </a:prstGeom>
            <a:noFill/>
            <a:ln cap="flat" cmpd="sng" w="19050">
              <a:solidFill>
                <a:srgbClr val="3FCDFF"/>
              </a:solidFill>
              <a:prstDash val="solid"/>
              <a:round/>
              <a:headEnd len="med" w="med" type="none"/>
              <a:tailEnd len="med" w="med" type="none"/>
            </a:ln>
          </p:spPr>
        </p:cxnSp>
        <p:cxnSp>
          <p:nvCxnSpPr>
            <p:cNvPr id="1397" name="Google Shape;1397;p37"/>
            <p:cNvCxnSpPr/>
            <p:nvPr/>
          </p:nvCxnSpPr>
          <p:spPr>
            <a:xfrm rot="-5400000">
              <a:off x="5184425" y="5868401"/>
              <a:ext cx="359224" cy="0"/>
            </a:xfrm>
            <a:prstGeom prst="straightConnector1">
              <a:avLst/>
            </a:prstGeom>
            <a:noFill/>
            <a:ln cap="flat" cmpd="sng" w="19050">
              <a:solidFill>
                <a:srgbClr val="3FCDFF"/>
              </a:solidFill>
              <a:prstDash val="solid"/>
              <a:round/>
              <a:headEnd len="med" w="med" type="none"/>
              <a:tailEnd len="med" w="med" type="none"/>
            </a:ln>
          </p:spPr>
        </p:cxnSp>
        <p:cxnSp>
          <p:nvCxnSpPr>
            <p:cNvPr id="1398" name="Google Shape;1398;p37"/>
            <p:cNvCxnSpPr/>
            <p:nvPr/>
          </p:nvCxnSpPr>
          <p:spPr>
            <a:xfrm>
              <a:off x="5364037" y="5687037"/>
              <a:ext cx="359989" cy="0"/>
            </a:xfrm>
            <a:prstGeom prst="straightConnector1">
              <a:avLst/>
            </a:prstGeom>
            <a:noFill/>
            <a:ln cap="flat" cmpd="sng" w="19050">
              <a:solidFill>
                <a:srgbClr val="3FCDFF"/>
              </a:solidFill>
              <a:prstDash val="solid"/>
              <a:round/>
              <a:headEnd len="med" w="med" type="none"/>
              <a:tailEnd len="med" w="med" type="none"/>
            </a:ln>
          </p:spPr>
        </p:cxnSp>
        <p:cxnSp>
          <p:nvCxnSpPr>
            <p:cNvPr id="1399" name="Google Shape;1399;p37"/>
            <p:cNvCxnSpPr/>
            <p:nvPr/>
          </p:nvCxnSpPr>
          <p:spPr>
            <a:xfrm rot="-5400000">
              <a:off x="5538667" y="5860914"/>
              <a:ext cx="359224" cy="0"/>
            </a:xfrm>
            <a:prstGeom prst="straightConnector1">
              <a:avLst/>
            </a:prstGeom>
            <a:noFill/>
            <a:ln cap="flat" cmpd="sng" w="19050">
              <a:solidFill>
                <a:srgbClr val="3FCDFF"/>
              </a:solidFill>
              <a:prstDash val="solid"/>
              <a:round/>
              <a:headEnd len="med" w="med" type="none"/>
              <a:tailEnd len="med" w="med" type="none"/>
            </a:ln>
          </p:spPr>
        </p:cxnSp>
        <p:cxnSp>
          <p:nvCxnSpPr>
            <p:cNvPr id="1400" name="Google Shape;1400;p37"/>
            <p:cNvCxnSpPr/>
            <p:nvPr/>
          </p:nvCxnSpPr>
          <p:spPr>
            <a:xfrm rot="-5400000">
              <a:off x="5891153" y="5860914"/>
              <a:ext cx="359224" cy="0"/>
            </a:xfrm>
            <a:prstGeom prst="straightConnector1">
              <a:avLst/>
            </a:prstGeom>
            <a:noFill/>
            <a:ln cap="flat" cmpd="sng" w="19050">
              <a:solidFill>
                <a:srgbClr val="3FCDFF"/>
              </a:solidFill>
              <a:prstDash val="solid"/>
              <a:round/>
              <a:headEnd len="med" w="med" type="none"/>
              <a:tailEnd len="med" w="med" type="none"/>
            </a:ln>
          </p:spPr>
        </p:cxnSp>
        <p:cxnSp>
          <p:nvCxnSpPr>
            <p:cNvPr id="1401" name="Google Shape;1401;p37"/>
            <p:cNvCxnSpPr/>
            <p:nvPr/>
          </p:nvCxnSpPr>
          <p:spPr>
            <a:xfrm>
              <a:off x="6057515" y="5692772"/>
              <a:ext cx="359989" cy="0"/>
            </a:xfrm>
            <a:prstGeom prst="straightConnector1">
              <a:avLst/>
            </a:prstGeom>
            <a:noFill/>
            <a:ln cap="flat" cmpd="sng" w="19050">
              <a:solidFill>
                <a:srgbClr val="3FCDFF"/>
              </a:solidFill>
              <a:prstDash val="solid"/>
              <a:round/>
              <a:headEnd len="med" w="med" type="none"/>
              <a:tailEnd len="med" w="med" type="none"/>
            </a:ln>
          </p:spPr>
        </p:cxnSp>
        <p:cxnSp>
          <p:nvCxnSpPr>
            <p:cNvPr id="1402" name="Google Shape;1402;p37"/>
            <p:cNvCxnSpPr/>
            <p:nvPr/>
          </p:nvCxnSpPr>
          <p:spPr>
            <a:xfrm rot="-5400000">
              <a:off x="6232144" y="5866649"/>
              <a:ext cx="359224" cy="0"/>
            </a:xfrm>
            <a:prstGeom prst="straightConnector1">
              <a:avLst/>
            </a:prstGeom>
            <a:noFill/>
            <a:ln cap="flat" cmpd="sng" w="19050">
              <a:solidFill>
                <a:srgbClr val="3FCDFF"/>
              </a:solidFill>
              <a:prstDash val="solid"/>
              <a:round/>
              <a:headEnd len="med" w="med" type="none"/>
              <a:tailEnd len="med" w="med" type="none"/>
            </a:ln>
          </p:spPr>
        </p:cxnSp>
        <p:cxnSp>
          <p:nvCxnSpPr>
            <p:cNvPr id="1403" name="Google Shape;1403;p37"/>
            <p:cNvCxnSpPr/>
            <p:nvPr/>
          </p:nvCxnSpPr>
          <p:spPr>
            <a:xfrm>
              <a:off x="5710776" y="6040526"/>
              <a:ext cx="359989" cy="0"/>
            </a:xfrm>
            <a:prstGeom prst="straightConnector1">
              <a:avLst/>
            </a:prstGeom>
            <a:noFill/>
            <a:ln cap="flat" cmpd="sng" w="19050">
              <a:solidFill>
                <a:srgbClr val="3FCDFF"/>
              </a:solidFill>
              <a:prstDash val="solid"/>
              <a:round/>
              <a:headEnd len="med" w="med" type="none"/>
              <a:tailEnd len="med" w="med" type="none"/>
            </a:ln>
          </p:spPr>
        </p:cxnSp>
        <p:cxnSp>
          <p:nvCxnSpPr>
            <p:cNvPr id="1404" name="Google Shape;1404;p37"/>
            <p:cNvCxnSpPr/>
            <p:nvPr/>
          </p:nvCxnSpPr>
          <p:spPr>
            <a:xfrm>
              <a:off x="6398506" y="6040526"/>
              <a:ext cx="359989" cy="0"/>
            </a:xfrm>
            <a:prstGeom prst="straightConnector1">
              <a:avLst/>
            </a:prstGeom>
            <a:noFill/>
            <a:ln cap="flat" cmpd="sng" w="19050">
              <a:solidFill>
                <a:srgbClr val="3FCDFF"/>
              </a:solidFill>
              <a:prstDash val="solid"/>
              <a:round/>
              <a:headEnd len="med" w="med" type="none"/>
              <a:tailEnd len="med" w="med" type="none"/>
            </a:ln>
          </p:spPr>
        </p:cxnSp>
        <p:cxnSp>
          <p:nvCxnSpPr>
            <p:cNvPr id="1405" name="Google Shape;1405;p37"/>
            <p:cNvCxnSpPr/>
            <p:nvPr/>
          </p:nvCxnSpPr>
          <p:spPr>
            <a:xfrm rot="-5400000">
              <a:off x="6578883" y="5868402"/>
              <a:ext cx="359224" cy="0"/>
            </a:xfrm>
            <a:prstGeom prst="straightConnector1">
              <a:avLst/>
            </a:prstGeom>
            <a:noFill/>
            <a:ln cap="flat" cmpd="sng" w="19050">
              <a:solidFill>
                <a:srgbClr val="3FCDFF"/>
              </a:solidFill>
              <a:prstDash val="solid"/>
              <a:round/>
              <a:headEnd len="med" w="med" type="none"/>
              <a:tailEnd len="med" w="med" type="none"/>
            </a:ln>
          </p:spPr>
        </p:cxnSp>
        <p:cxnSp>
          <p:nvCxnSpPr>
            <p:cNvPr id="1406" name="Google Shape;1406;p37"/>
            <p:cNvCxnSpPr/>
            <p:nvPr/>
          </p:nvCxnSpPr>
          <p:spPr>
            <a:xfrm>
              <a:off x="6745245" y="5687038"/>
              <a:ext cx="359989" cy="0"/>
            </a:xfrm>
            <a:prstGeom prst="straightConnector1">
              <a:avLst/>
            </a:prstGeom>
            <a:noFill/>
            <a:ln cap="flat" cmpd="sng" w="19050">
              <a:solidFill>
                <a:srgbClr val="3FCDFF"/>
              </a:solidFill>
              <a:prstDash val="solid"/>
              <a:round/>
              <a:headEnd len="med" w="med" type="none"/>
              <a:tailEnd len="med" w="med" type="none"/>
            </a:ln>
          </p:spPr>
        </p:cxnSp>
        <p:cxnSp>
          <p:nvCxnSpPr>
            <p:cNvPr id="1407" name="Google Shape;1407;p37"/>
            <p:cNvCxnSpPr/>
            <p:nvPr/>
          </p:nvCxnSpPr>
          <p:spPr>
            <a:xfrm rot="-5400000">
              <a:off x="6933125" y="5860915"/>
              <a:ext cx="359224" cy="0"/>
            </a:xfrm>
            <a:prstGeom prst="straightConnector1">
              <a:avLst/>
            </a:prstGeom>
            <a:noFill/>
            <a:ln cap="flat" cmpd="sng" w="19050">
              <a:solidFill>
                <a:srgbClr val="3FCDFF"/>
              </a:solidFill>
              <a:prstDash val="solid"/>
              <a:round/>
              <a:headEnd len="med" w="med" type="none"/>
              <a:tailEnd len="med" w="med" type="none"/>
            </a:ln>
          </p:spPr>
        </p:cxnSp>
        <p:cxnSp>
          <p:nvCxnSpPr>
            <p:cNvPr id="1408" name="Google Shape;1408;p37"/>
            <p:cNvCxnSpPr/>
            <p:nvPr/>
          </p:nvCxnSpPr>
          <p:spPr>
            <a:xfrm>
              <a:off x="7105236" y="6040526"/>
              <a:ext cx="359989" cy="0"/>
            </a:xfrm>
            <a:prstGeom prst="straightConnector1">
              <a:avLst/>
            </a:prstGeom>
            <a:noFill/>
            <a:ln cap="flat" cmpd="sng" w="19050">
              <a:solidFill>
                <a:srgbClr val="3FCDFF"/>
              </a:solidFill>
              <a:prstDash val="solid"/>
              <a:round/>
              <a:headEnd len="med" w="med" type="none"/>
              <a:tailEnd len="med" w="med" type="none"/>
            </a:ln>
          </p:spPr>
        </p:cxnSp>
      </p:grpSp>
      <p:sp>
        <p:nvSpPr>
          <p:cNvPr id="1409" name="Google Shape;1409;p37"/>
          <p:cNvSpPr/>
          <p:nvPr/>
        </p:nvSpPr>
        <p:spPr>
          <a:xfrm>
            <a:off x="2711624" y="5337212"/>
            <a:ext cx="2379122" cy="922075"/>
          </a:xfrm>
          <a:prstGeom prst="wedgeRoundRectCallout">
            <a:avLst>
              <a:gd fmla="val -30738" name="adj1"/>
              <a:gd fmla="val -68497" name="adj2"/>
              <a:gd fmla="val 16667" name="adj3"/>
            </a:avLst>
          </a:prstGeom>
          <a:solidFill>
            <a:srgbClr val="F3FBFE"/>
          </a:solidFill>
          <a:ln cap="flat" cmpd="sng" w="9525">
            <a:solidFill>
              <a:srgbClr val="99DF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rgbClr val="000000"/>
              </a:solidFill>
              <a:latin typeface="Arial"/>
              <a:ea typeface="Arial"/>
              <a:cs typeface="Arial"/>
              <a:sym typeface="Arial"/>
            </a:endParaRPr>
          </a:p>
        </p:txBody>
      </p:sp>
      <p:sp>
        <p:nvSpPr>
          <p:cNvPr id="1410" name="Google Shape;1410;p37"/>
          <p:cNvSpPr txBox="1"/>
          <p:nvPr/>
        </p:nvSpPr>
        <p:spPr>
          <a:xfrm>
            <a:off x="2777580" y="5275980"/>
            <a:ext cx="2490327" cy="1044538"/>
          </a:xfrm>
          <a:prstGeom prst="rect">
            <a:avLst/>
          </a:prstGeom>
          <a:noFill/>
          <a:ln>
            <a:noFill/>
          </a:ln>
        </p:spPr>
        <p:txBody>
          <a:bodyPr anchorCtr="0" anchor="ctr" bIns="43900" lIns="87800" spcFirstLastPara="1" rIns="87800" wrap="square" tIns="43900">
            <a:noAutofit/>
          </a:bodyPr>
          <a:lstStyle/>
          <a:p>
            <a:pPr indent="-180000" lvl="0" marL="180000" marR="0" rtl="0" algn="l">
              <a:spcBef>
                <a:spcPts val="0"/>
              </a:spcBef>
              <a:spcAft>
                <a:spcPts val="0"/>
              </a:spcAft>
              <a:buClr>
                <a:srgbClr val="000000"/>
              </a:buClr>
              <a:buSzPts val="1200"/>
              <a:buFont typeface="Arial"/>
              <a:buChar char="•"/>
            </a:pPr>
            <a:r>
              <a:rPr b="1" lang="en-US" sz="1200">
                <a:solidFill>
                  <a:srgbClr val="000000"/>
                </a:solidFill>
                <a:latin typeface="Arial"/>
                <a:ea typeface="Arial"/>
                <a:cs typeface="Arial"/>
                <a:sym typeface="Arial"/>
              </a:rPr>
              <a:t>Information that needs to be encapsulated:</a:t>
            </a:r>
            <a:endParaRPr b="1" sz="1200">
              <a:solidFill>
                <a:srgbClr val="000000"/>
              </a:solidFill>
              <a:latin typeface="Arial"/>
              <a:ea typeface="Arial"/>
              <a:cs typeface="Arial"/>
              <a:sym typeface="Arial"/>
            </a:endParaRPr>
          </a:p>
          <a:p>
            <a:pPr indent="-180000" lvl="0" marL="180000" marR="0" rtl="0" algn="l">
              <a:spcBef>
                <a:spcPts val="0"/>
              </a:spcBef>
              <a:spcAft>
                <a:spcPts val="0"/>
              </a:spcAft>
              <a:buClr>
                <a:srgbClr val="000000"/>
              </a:buClr>
              <a:buSzPts val="1200"/>
              <a:buFont typeface="Arial"/>
              <a:buChar char="•"/>
            </a:pPr>
            <a:r>
              <a:rPr lang="en-US" sz="1200">
                <a:solidFill>
                  <a:srgbClr val="000000"/>
                </a:solidFill>
                <a:latin typeface="Arial"/>
                <a:ea typeface="Arial"/>
                <a:cs typeface="Arial"/>
                <a:sym typeface="Arial"/>
              </a:rPr>
              <a:t>Source MAC address</a:t>
            </a:r>
            <a:endParaRPr sz="1200">
              <a:solidFill>
                <a:srgbClr val="000000"/>
              </a:solidFill>
              <a:latin typeface="Arial"/>
              <a:ea typeface="Arial"/>
              <a:cs typeface="Arial"/>
              <a:sym typeface="Arial"/>
            </a:endParaRPr>
          </a:p>
          <a:p>
            <a:pPr indent="-180000" lvl="0" marL="180000" marR="0" rtl="0" algn="l">
              <a:spcBef>
                <a:spcPts val="0"/>
              </a:spcBef>
              <a:spcAft>
                <a:spcPts val="0"/>
              </a:spcAft>
              <a:buClr>
                <a:srgbClr val="000000"/>
              </a:buClr>
              <a:buSzPts val="1200"/>
              <a:buFont typeface="Arial"/>
              <a:buChar char="•"/>
            </a:pPr>
            <a:r>
              <a:rPr lang="en-US" sz="1200">
                <a:solidFill>
                  <a:srgbClr val="000000"/>
                </a:solidFill>
                <a:latin typeface="Arial"/>
                <a:ea typeface="Arial"/>
                <a:cs typeface="Arial"/>
                <a:sym typeface="Arial"/>
              </a:rPr>
              <a:t>Destination MAC address</a:t>
            </a:r>
            <a:endParaRPr/>
          </a:p>
        </p:txBody>
      </p:sp>
      <p:cxnSp>
        <p:nvCxnSpPr>
          <p:cNvPr id="1411" name="Google Shape;1411;p37"/>
          <p:cNvCxnSpPr/>
          <p:nvPr/>
        </p:nvCxnSpPr>
        <p:spPr>
          <a:xfrm>
            <a:off x="2768384" y="1952836"/>
            <a:ext cx="0" cy="2124236"/>
          </a:xfrm>
          <a:prstGeom prst="straightConnector1">
            <a:avLst/>
          </a:prstGeom>
          <a:solidFill>
            <a:schemeClr val="accent1"/>
          </a:solidFill>
          <a:ln cap="flat" cmpd="sng" w="19050">
            <a:solidFill>
              <a:schemeClr val="dk1"/>
            </a:solidFill>
            <a:prstDash val="solid"/>
            <a:round/>
            <a:headEnd len="sm" w="sm" type="none"/>
            <a:tailEnd len="med" w="med" type="triangle"/>
          </a:ln>
        </p:spPr>
      </p:cxnSp>
      <p:cxnSp>
        <p:nvCxnSpPr>
          <p:cNvPr id="1412" name="Google Shape;1412;p37"/>
          <p:cNvCxnSpPr/>
          <p:nvPr/>
        </p:nvCxnSpPr>
        <p:spPr>
          <a:xfrm flipH="1" rot="10800000">
            <a:off x="2777581" y="1952772"/>
            <a:ext cx="6162600" cy="2124300"/>
          </a:xfrm>
          <a:prstGeom prst="bentConnector3">
            <a:avLst>
              <a:gd fmla="val 100106" name="adj1"/>
            </a:avLst>
          </a:prstGeom>
          <a:solidFill>
            <a:schemeClr val="accent1"/>
          </a:solidFill>
          <a:ln cap="flat" cmpd="sng" w="19050">
            <a:solidFill>
              <a:schemeClr val="dk1"/>
            </a:solidFill>
            <a:prstDash val="solid"/>
            <a:round/>
            <a:headEnd len="sm" w="sm" type="none"/>
            <a:tailEnd len="med" w="med" type="triangle"/>
          </a:ln>
        </p:spPr>
      </p:cxnSp>
      <p:sp>
        <p:nvSpPr>
          <p:cNvPr id="1413" name="Google Shape;1413;p37"/>
          <p:cNvSpPr/>
          <p:nvPr/>
        </p:nvSpPr>
        <p:spPr>
          <a:xfrm>
            <a:off x="1919536" y="1399568"/>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Host 1</a:t>
            </a:r>
            <a:endParaRPr b="1" sz="1200">
              <a:solidFill>
                <a:schemeClr val="dk1"/>
              </a:solidFill>
              <a:latin typeface="Arial"/>
              <a:ea typeface="Arial"/>
              <a:cs typeface="Arial"/>
              <a:sym typeface="Arial"/>
            </a:endParaRPr>
          </a:p>
        </p:txBody>
      </p:sp>
      <p:sp>
        <p:nvSpPr>
          <p:cNvPr id="1414" name="Google Shape;1414;p37"/>
          <p:cNvSpPr/>
          <p:nvPr/>
        </p:nvSpPr>
        <p:spPr>
          <a:xfrm>
            <a:off x="9098107" y="139328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Host 2</a:t>
            </a:r>
            <a:endParaRPr b="1" sz="1200">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38"/>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Initialization</a:t>
            </a:r>
            <a:endParaRPr/>
          </a:p>
        </p:txBody>
      </p:sp>
      <p:grpSp>
        <p:nvGrpSpPr>
          <p:cNvPr id="1420" name="Google Shape;1420;p38"/>
          <p:cNvGrpSpPr/>
          <p:nvPr/>
        </p:nvGrpSpPr>
        <p:grpSpPr>
          <a:xfrm>
            <a:off x="2387588" y="1213966"/>
            <a:ext cx="8028892" cy="2045841"/>
            <a:chOff x="2387588" y="1700808"/>
            <a:chExt cx="8028892" cy="2045841"/>
          </a:xfrm>
        </p:grpSpPr>
        <p:pic>
          <p:nvPicPr>
            <p:cNvPr id="1421" name="Google Shape;1421;p38"/>
            <p:cNvPicPr preferRelativeResize="0"/>
            <p:nvPr/>
          </p:nvPicPr>
          <p:blipFill rotWithShape="1">
            <a:blip r:embed="rId3">
              <a:alphaModFix/>
            </a:blip>
            <a:srcRect b="0" l="0" r="0" t="0"/>
            <a:stretch/>
          </p:blipFill>
          <p:spPr>
            <a:xfrm>
              <a:off x="5508342" y="2564904"/>
              <a:ext cx="790244" cy="648000"/>
            </a:xfrm>
            <a:prstGeom prst="rect">
              <a:avLst/>
            </a:prstGeom>
            <a:noFill/>
            <a:ln>
              <a:noFill/>
            </a:ln>
          </p:spPr>
        </p:pic>
        <p:pic>
          <p:nvPicPr>
            <p:cNvPr descr="PC.png" id="1422" name="Google Shape;1422;p38"/>
            <p:cNvPicPr preferRelativeResize="0"/>
            <p:nvPr/>
          </p:nvPicPr>
          <p:blipFill rotWithShape="1">
            <a:blip r:embed="rId4">
              <a:alphaModFix/>
            </a:blip>
            <a:srcRect b="0" l="0" r="0" t="0"/>
            <a:stretch/>
          </p:blipFill>
          <p:spPr>
            <a:xfrm>
              <a:off x="2691279" y="2564904"/>
              <a:ext cx="843751" cy="648000"/>
            </a:xfrm>
            <a:prstGeom prst="rect">
              <a:avLst/>
            </a:prstGeom>
            <a:noFill/>
            <a:ln>
              <a:noFill/>
            </a:ln>
          </p:spPr>
        </p:pic>
        <p:pic>
          <p:nvPicPr>
            <p:cNvPr descr="PC.png" id="1423" name="Google Shape;1423;p38"/>
            <p:cNvPicPr preferRelativeResize="0"/>
            <p:nvPr/>
          </p:nvPicPr>
          <p:blipFill rotWithShape="1">
            <a:blip r:embed="rId4">
              <a:alphaModFix/>
            </a:blip>
            <a:srcRect b="0" l="0" r="0" t="0"/>
            <a:stretch/>
          </p:blipFill>
          <p:spPr>
            <a:xfrm>
              <a:off x="8256240" y="2564904"/>
              <a:ext cx="843751" cy="648000"/>
            </a:xfrm>
            <a:prstGeom prst="rect">
              <a:avLst/>
            </a:prstGeom>
            <a:noFill/>
            <a:ln>
              <a:noFill/>
            </a:ln>
          </p:spPr>
        </p:pic>
        <p:cxnSp>
          <p:nvCxnSpPr>
            <p:cNvPr id="1424" name="Google Shape;1424;p38"/>
            <p:cNvCxnSpPr>
              <a:stCxn id="1422" idx="3"/>
              <a:endCxn id="1421" idx="1"/>
            </p:cNvCxnSpPr>
            <p:nvPr/>
          </p:nvCxnSpPr>
          <p:spPr>
            <a:xfrm>
              <a:off x="3535030" y="2888904"/>
              <a:ext cx="19734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425" name="Google Shape;1425;p38"/>
            <p:cNvCxnSpPr>
              <a:stCxn id="1421" idx="3"/>
              <a:endCxn id="1423" idx="1"/>
            </p:cNvCxnSpPr>
            <p:nvPr/>
          </p:nvCxnSpPr>
          <p:spPr>
            <a:xfrm>
              <a:off x="6298586" y="2888904"/>
              <a:ext cx="19578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426" name="Google Shape;1426;p38"/>
            <p:cNvCxnSpPr>
              <a:stCxn id="1421" idx="0"/>
            </p:cNvCxnSpPr>
            <p:nvPr/>
          </p:nvCxnSpPr>
          <p:spPr>
            <a:xfrm flipH="1" rot="10800000">
              <a:off x="5903464" y="1808904"/>
              <a:ext cx="532200" cy="756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1427" name="Google Shape;1427;p38"/>
            <p:cNvSpPr/>
            <p:nvPr/>
          </p:nvSpPr>
          <p:spPr>
            <a:xfrm>
              <a:off x="4599491" y="2611941"/>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0/0/1</a:t>
              </a:r>
              <a:endParaRPr sz="1200">
                <a:solidFill>
                  <a:schemeClr val="dk1"/>
                </a:solidFill>
                <a:latin typeface="Arial"/>
                <a:ea typeface="Arial"/>
                <a:cs typeface="Arial"/>
                <a:sym typeface="Arial"/>
              </a:endParaRPr>
            </a:p>
          </p:txBody>
        </p:sp>
        <p:sp>
          <p:nvSpPr>
            <p:cNvPr id="1428" name="Google Shape;1428;p38"/>
            <p:cNvSpPr/>
            <p:nvPr/>
          </p:nvSpPr>
          <p:spPr>
            <a:xfrm>
              <a:off x="6183667" y="2611941"/>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0/0/2</a:t>
              </a:r>
              <a:endParaRPr sz="1200">
                <a:solidFill>
                  <a:schemeClr val="dk1"/>
                </a:solidFill>
                <a:latin typeface="Arial"/>
                <a:ea typeface="Arial"/>
                <a:cs typeface="Arial"/>
                <a:sym typeface="Arial"/>
              </a:endParaRPr>
            </a:p>
          </p:txBody>
        </p:sp>
        <p:sp>
          <p:nvSpPr>
            <p:cNvPr id="1429" name="Google Shape;1429;p38"/>
            <p:cNvSpPr/>
            <p:nvPr/>
          </p:nvSpPr>
          <p:spPr>
            <a:xfrm rot="-3259224">
              <a:off x="5460639" y="2067152"/>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0/0/3</a:t>
              </a:r>
              <a:endParaRPr sz="1200">
                <a:solidFill>
                  <a:schemeClr val="dk1"/>
                </a:solidFill>
                <a:latin typeface="Arial"/>
                <a:ea typeface="Arial"/>
                <a:cs typeface="Arial"/>
                <a:sym typeface="Arial"/>
              </a:endParaRPr>
            </a:p>
          </p:txBody>
        </p:sp>
        <p:sp>
          <p:nvSpPr>
            <p:cNvPr id="1430" name="Google Shape;1430;p38"/>
            <p:cNvSpPr/>
            <p:nvPr/>
          </p:nvSpPr>
          <p:spPr>
            <a:xfrm>
              <a:off x="2727283" y="2240868"/>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1</a:t>
              </a:r>
              <a:endParaRPr sz="1400">
                <a:solidFill>
                  <a:schemeClr val="dk1"/>
                </a:solidFill>
                <a:latin typeface="Arial"/>
                <a:ea typeface="Arial"/>
                <a:cs typeface="Arial"/>
                <a:sym typeface="Arial"/>
              </a:endParaRPr>
            </a:p>
          </p:txBody>
        </p:sp>
        <p:sp>
          <p:nvSpPr>
            <p:cNvPr id="1431" name="Google Shape;1431;p38"/>
            <p:cNvSpPr/>
            <p:nvPr/>
          </p:nvSpPr>
          <p:spPr>
            <a:xfrm>
              <a:off x="8343907" y="2240868"/>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2</a:t>
              </a:r>
              <a:endParaRPr sz="1400">
                <a:solidFill>
                  <a:schemeClr val="dk1"/>
                </a:solidFill>
                <a:latin typeface="Arial"/>
                <a:ea typeface="Arial"/>
                <a:cs typeface="Arial"/>
                <a:sym typeface="Arial"/>
              </a:endParaRPr>
            </a:p>
          </p:txBody>
        </p:sp>
        <p:sp>
          <p:nvSpPr>
            <p:cNvPr id="1432" name="Google Shape;1432;p38"/>
            <p:cNvSpPr/>
            <p:nvPr/>
          </p:nvSpPr>
          <p:spPr>
            <a:xfrm>
              <a:off x="2387588" y="3284984"/>
              <a:ext cx="2484276"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IP1: 192.168.1.1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MAC1: 0050-5600-0001</a:t>
              </a:r>
              <a:endParaRPr sz="1200">
                <a:solidFill>
                  <a:schemeClr val="dk1"/>
                </a:solidFill>
                <a:latin typeface="Arial"/>
                <a:ea typeface="Arial"/>
                <a:cs typeface="Arial"/>
                <a:sym typeface="Arial"/>
              </a:endParaRPr>
            </a:p>
          </p:txBody>
        </p:sp>
        <p:sp>
          <p:nvSpPr>
            <p:cNvPr id="1433" name="Google Shape;1433;p38"/>
            <p:cNvSpPr/>
            <p:nvPr/>
          </p:nvSpPr>
          <p:spPr>
            <a:xfrm>
              <a:off x="7968208" y="3284984"/>
              <a:ext cx="244827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IP2: 192.168.1.2</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MAC2: 0050-5600-0002</a:t>
              </a:r>
              <a:endParaRPr sz="1200">
                <a:solidFill>
                  <a:schemeClr val="dk1"/>
                </a:solidFill>
                <a:latin typeface="Arial"/>
                <a:ea typeface="Arial"/>
                <a:cs typeface="Arial"/>
                <a:sym typeface="Arial"/>
              </a:endParaRPr>
            </a:p>
          </p:txBody>
        </p:sp>
      </p:grpSp>
      <p:grpSp>
        <p:nvGrpSpPr>
          <p:cNvPr id="1434" name="Google Shape;1434;p38"/>
          <p:cNvGrpSpPr/>
          <p:nvPr/>
        </p:nvGrpSpPr>
        <p:grpSpPr>
          <a:xfrm>
            <a:off x="1715640" y="3916624"/>
            <a:ext cx="4212469" cy="1334029"/>
            <a:chOff x="767408" y="3104965"/>
            <a:chExt cx="4212469" cy="1024548"/>
          </a:xfrm>
        </p:grpSpPr>
        <p:sp>
          <p:nvSpPr>
            <p:cNvPr id="1435" name="Google Shape;1435;p38"/>
            <p:cNvSpPr/>
            <p:nvPr/>
          </p:nvSpPr>
          <p:spPr>
            <a:xfrm>
              <a:off x="1008062" y="3104965"/>
              <a:ext cx="3971814" cy="1024548"/>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436" name="Google Shape;1436;p38"/>
            <p:cNvSpPr/>
            <p:nvPr/>
          </p:nvSpPr>
          <p:spPr>
            <a:xfrm flipH="1">
              <a:off x="767408" y="3158582"/>
              <a:ext cx="4212469" cy="484570"/>
            </a:xfrm>
            <a:prstGeom prst="rect">
              <a:avLst/>
            </a:prstGeom>
            <a:noFill/>
            <a:ln>
              <a:noFill/>
            </a:ln>
          </p:spPr>
          <p:txBody>
            <a:bodyPr anchorCtr="0" anchor="ctr" bIns="45700" lIns="91425" spcFirstLastPara="1" rIns="91425" wrap="square" tIns="45700">
              <a:noAutofit/>
            </a:bodyPr>
            <a:lstStyle/>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Host 1&gt;arp -a</a:t>
              </a:r>
              <a:endParaRPr sz="1400">
                <a:solidFill>
                  <a:schemeClr val="dk1"/>
                </a:solidFill>
                <a:latin typeface="Arial"/>
                <a:ea typeface="Arial"/>
                <a:cs typeface="Arial"/>
                <a:sym typeface="Arial"/>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Internet Address    Physical Address   Type</a:t>
              </a:r>
              <a:endParaRPr/>
            </a:p>
          </p:txBody>
        </p:sp>
      </p:grpSp>
      <p:sp>
        <p:nvSpPr>
          <p:cNvPr id="1437" name="Google Shape;1437;p38"/>
          <p:cNvSpPr/>
          <p:nvPr/>
        </p:nvSpPr>
        <p:spPr>
          <a:xfrm>
            <a:off x="1914758" y="3509759"/>
            <a:ext cx="2534150"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ARP cache table of host 1</a:t>
            </a:r>
            <a:endParaRPr b="1" sz="1400">
              <a:solidFill>
                <a:schemeClr val="dk1"/>
              </a:solidFill>
              <a:latin typeface="Arial"/>
              <a:ea typeface="Arial"/>
              <a:cs typeface="Arial"/>
              <a:sym typeface="Arial"/>
            </a:endParaRPr>
          </a:p>
        </p:txBody>
      </p:sp>
      <p:sp>
        <p:nvSpPr>
          <p:cNvPr id="1438" name="Google Shape;1438;p38"/>
          <p:cNvSpPr/>
          <p:nvPr/>
        </p:nvSpPr>
        <p:spPr>
          <a:xfrm>
            <a:off x="6079413" y="3509759"/>
            <a:ext cx="343386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MAC address table of the switch</a:t>
            </a:r>
            <a:endParaRPr/>
          </a:p>
        </p:txBody>
      </p:sp>
      <p:grpSp>
        <p:nvGrpSpPr>
          <p:cNvPr id="1439" name="Google Shape;1439;p38"/>
          <p:cNvGrpSpPr/>
          <p:nvPr/>
        </p:nvGrpSpPr>
        <p:grpSpPr>
          <a:xfrm>
            <a:off x="5903464" y="3891386"/>
            <a:ext cx="4188115" cy="2272534"/>
            <a:chOff x="333571" y="3709379"/>
            <a:chExt cx="4188115" cy="2272534"/>
          </a:xfrm>
        </p:grpSpPr>
        <p:sp>
          <p:nvSpPr>
            <p:cNvPr id="1440" name="Google Shape;1440;p38"/>
            <p:cNvSpPr/>
            <p:nvPr/>
          </p:nvSpPr>
          <p:spPr>
            <a:xfrm>
              <a:off x="549872" y="3709379"/>
              <a:ext cx="3971814" cy="2272534"/>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441" name="Google Shape;1441;p38"/>
            <p:cNvSpPr/>
            <p:nvPr/>
          </p:nvSpPr>
          <p:spPr>
            <a:xfrm flipH="1">
              <a:off x="333571" y="3735144"/>
              <a:ext cx="4123719" cy="2246769"/>
            </a:xfrm>
            <a:prstGeom prst="rect">
              <a:avLst/>
            </a:prstGeom>
            <a:noFill/>
            <a:ln>
              <a:noFill/>
            </a:ln>
          </p:spPr>
          <p:txBody>
            <a:bodyPr anchorCtr="0" anchor="ctr" bIns="45700" lIns="91425" spcFirstLastPara="1" rIns="91425" wrap="square" tIns="45700">
              <a:noAutofit/>
            </a:bodyPr>
            <a:lstStyle/>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[Switch]display mac-address verbose</a:t>
              </a:r>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MAC address table of slot 0:</a:t>
              </a:r>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---------------------------------------------------MAC Address	Port  	Type	</a:t>
              </a:r>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  	</a:t>
              </a:r>
              <a:endParaRPr sz="1400">
                <a:solidFill>
                  <a:schemeClr val="dk1"/>
                </a:solidFill>
                <a:latin typeface="Arial"/>
                <a:ea typeface="Arial"/>
                <a:cs typeface="Arial"/>
                <a:sym typeface="Arial"/>
              </a:endParaRPr>
            </a:p>
            <a:p>
              <a:pPr indent="0" lvl="0" marL="287338" marR="0" rtl="0" algn="l">
                <a:lnSpc>
                  <a:spcPct val="125000"/>
                </a:lnSpc>
                <a:spcBef>
                  <a:spcPts val="0"/>
                </a:spcBef>
                <a:spcAft>
                  <a:spcPts val="0"/>
                </a:spcAft>
                <a:buNone/>
              </a:pPr>
              <a:r>
                <a:t/>
              </a:r>
              <a:endParaRPr sz="1400">
                <a:solidFill>
                  <a:schemeClr val="dk1"/>
                </a:solidFill>
                <a:latin typeface="Arial"/>
                <a:ea typeface="Arial"/>
                <a:cs typeface="Arial"/>
                <a:sym typeface="Arial"/>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grpSp>
      <p:cxnSp>
        <p:nvCxnSpPr>
          <p:cNvPr id="1442" name="Google Shape;1442;p38"/>
          <p:cNvCxnSpPr/>
          <p:nvPr/>
        </p:nvCxnSpPr>
        <p:spPr>
          <a:xfrm>
            <a:off x="1956294" y="4724310"/>
            <a:ext cx="3971814" cy="0"/>
          </a:xfrm>
          <a:prstGeom prst="straightConnector1">
            <a:avLst/>
          </a:prstGeom>
          <a:noFill/>
          <a:ln cap="flat" cmpd="sng" w="19050">
            <a:solidFill>
              <a:srgbClr val="7F7F7F"/>
            </a:solidFill>
            <a:prstDash val="dash"/>
            <a:miter lim="800000"/>
            <a:headEnd len="sm" w="sm" type="none"/>
            <a:tailEnd len="sm" w="sm" type="none"/>
          </a:ln>
        </p:spPr>
      </p:cxnSp>
      <p:cxnSp>
        <p:nvCxnSpPr>
          <p:cNvPr id="1443" name="Google Shape;1443;p38"/>
          <p:cNvCxnSpPr/>
          <p:nvPr/>
        </p:nvCxnSpPr>
        <p:spPr>
          <a:xfrm>
            <a:off x="1956295" y="5011916"/>
            <a:ext cx="3971814" cy="0"/>
          </a:xfrm>
          <a:prstGeom prst="straightConnector1">
            <a:avLst/>
          </a:prstGeom>
          <a:noFill/>
          <a:ln cap="flat" cmpd="sng" w="19050">
            <a:solidFill>
              <a:srgbClr val="7F7F7F"/>
            </a:solidFill>
            <a:prstDash val="dash"/>
            <a:miter lim="800000"/>
            <a:headEnd len="sm" w="sm" type="none"/>
            <a:tailEnd len="sm" w="sm" type="none"/>
          </a:ln>
        </p:spPr>
      </p:cxnSp>
      <p:sp>
        <p:nvSpPr>
          <p:cNvPr id="1444" name="Google Shape;1444;p38"/>
          <p:cNvSpPr/>
          <p:nvPr/>
        </p:nvSpPr>
        <p:spPr>
          <a:xfrm>
            <a:off x="4881063" y="2766102"/>
            <a:ext cx="198022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8" name="Shape 1448"/>
        <p:cNvGrpSpPr/>
        <p:nvPr/>
      </p:nvGrpSpPr>
      <p:grpSpPr>
        <a:xfrm>
          <a:off x="0" y="0"/>
          <a:ext cx="0" cy="0"/>
          <a:chOff x="0" y="0"/>
          <a:chExt cx="0" cy="0"/>
        </a:xfrm>
      </p:grpSpPr>
      <p:sp>
        <p:nvSpPr>
          <p:cNvPr id="1449" name="Google Shape;1449;p39"/>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Flooding Frames</a:t>
            </a:r>
            <a:endParaRPr>
              <a:latin typeface="Arial"/>
              <a:ea typeface="Arial"/>
              <a:cs typeface="Arial"/>
              <a:sym typeface="Arial"/>
            </a:endParaRPr>
          </a:p>
        </p:txBody>
      </p:sp>
      <p:pic>
        <p:nvPicPr>
          <p:cNvPr id="1450" name="Google Shape;1450;p39"/>
          <p:cNvPicPr preferRelativeResize="0"/>
          <p:nvPr/>
        </p:nvPicPr>
        <p:blipFill rotWithShape="1">
          <a:blip r:embed="rId3">
            <a:alphaModFix/>
          </a:blip>
          <a:srcRect b="0" l="0" r="0" t="0"/>
          <a:stretch/>
        </p:blipFill>
        <p:spPr>
          <a:xfrm>
            <a:off x="5508342" y="2078062"/>
            <a:ext cx="790244" cy="648000"/>
          </a:xfrm>
          <a:prstGeom prst="rect">
            <a:avLst/>
          </a:prstGeom>
          <a:noFill/>
          <a:ln>
            <a:noFill/>
          </a:ln>
        </p:spPr>
      </p:pic>
      <p:pic>
        <p:nvPicPr>
          <p:cNvPr descr="PC.png" id="1451" name="Google Shape;1451;p39"/>
          <p:cNvPicPr preferRelativeResize="0"/>
          <p:nvPr/>
        </p:nvPicPr>
        <p:blipFill rotWithShape="1">
          <a:blip r:embed="rId4">
            <a:alphaModFix/>
          </a:blip>
          <a:srcRect b="0" l="0" r="0" t="0"/>
          <a:stretch/>
        </p:blipFill>
        <p:spPr>
          <a:xfrm>
            <a:off x="2691279" y="2078062"/>
            <a:ext cx="843751" cy="648000"/>
          </a:xfrm>
          <a:prstGeom prst="rect">
            <a:avLst/>
          </a:prstGeom>
          <a:noFill/>
          <a:ln>
            <a:noFill/>
          </a:ln>
        </p:spPr>
      </p:pic>
      <p:pic>
        <p:nvPicPr>
          <p:cNvPr descr="PC.png" id="1452" name="Google Shape;1452;p39"/>
          <p:cNvPicPr preferRelativeResize="0"/>
          <p:nvPr/>
        </p:nvPicPr>
        <p:blipFill rotWithShape="1">
          <a:blip r:embed="rId4">
            <a:alphaModFix/>
          </a:blip>
          <a:srcRect b="0" l="0" r="0" t="0"/>
          <a:stretch/>
        </p:blipFill>
        <p:spPr>
          <a:xfrm>
            <a:off x="8256240" y="2078062"/>
            <a:ext cx="843751" cy="648000"/>
          </a:xfrm>
          <a:prstGeom prst="rect">
            <a:avLst/>
          </a:prstGeom>
          <a:noFill/>
          <a:ln>
            <a:noFill/>
          </a:ln>
        </p:spPr>
      </p:pic>
      <p:cxnSp>
        <p:nvCxnSpPr>
          <p:cNvPr id="1453" name="Google Shape;1453;p39"/>
          <p:cNvCxnSpPr>
            <a:stCxn id="1451" idx="3"/>
            <a:endCxn id="1450" idx="1"/>
          </p:cNvCxnSpPr>
          <p:nvPr/>
        </p:nvCxnSpPr>
        <p:spPr>
          <a:xfrm>
            <a:off x="3535030" y="2402062"/>
            <a:ext cx="19734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454" name="Google Shape;1454;p39"/>
          <p:cNvCxnSpPr>
            <a:stCxn id="1450" idx="3"/>
            <a:endCxn id="1452" idx="1"/>
          </p:cNvCxnSpPr>
          <p:nvPr/>
        </p:nvCxnSpPr>
        <p:spPr>
          <a:xfrm>
            <a:off x="6298586" y="2402062"/>
            <a:ext cx="19578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455" name="Google Shape;1455;p39"/>
          <p:cNvCxnSpPr>
            <a:stCxn id="1450" idx="0"/>
          </p:cNvCxnSpPr>
          <p:nvPr/>
        </p:nvCxnSpPr>
        <p:spPr>
          <a:xfrm flipH="1" rot="10800000">
            <a:off x="5903464" y="1322062"/>
            <a:ext cx="532200" cy="756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1456" name="Google Shape;1456;p39"/>
          <p:cNvSpPr/>
          <p:nvPr/>
        </p:nvSpPr>
        <p:spPr>
          <a:xfrm>
            <a:off x="4599491" y="2125099"/>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0/0/1</a:t>
            </a:r>
            <a:endParaRPr sz="1200">
              <a:solidFill>
                <a:schemeClr val="dk1"/>
              </a:solidFill>
              <a:latin typeface="Arial"/>
              <a:ea typeface="Arial"/>
              <a:cs typeface="Arial"/>
              <a:sym typeface="Arial"/>
            </a:endParaRPr>
          </a:p>
        </p:txBody>
      </p:sp>
      <p:sp>
        <p:nvSpPr>
          <p:cNvPr id="1457" name="Google Shape;1457;p39"/>
          <p:cNvSpPr/>
          <p:nvPr/>
        </p:nvSpPr>
        <p:spPr>
          <a:xfrm>
            <a:off x="6183667" y="2125099"/>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0/0/2</a:t>
            </a:r>
            <a:endParaRPr sz="1200">
              <a:solidFill>
                <a:schemeClr val="dk1"/>
              </a:solidFill>
              <a:latin typeface="Arial"/>
              <a:ea typeface="Arial"/>
              <a:cs typeface="Arial"/>
              <a:sym typeface="Arial"/>
            </a:endParaRPr>
          </a:p>
        </p:txBody>
      </p:sp>
      <p:sp>
        <p:nvSpPr>
          <p:cNvPr id="1458" name="Google Shape;1458;p39"/>
          <p:cNvSpPr/>
          <p:nvPr/>
        </p:nvSpPr>
        <p:spPr>
          <a:xfrm rot="-3259224">
            <a:off x="5460639" y="1580310"/>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0/0/3</a:t>
            </a:r>
            <a:endParaRPr sz="1200">
              <a:solidFill>
                <a:schemeClr val="dk1"/>
              </a:solidFill>
              <a:latin typeface="Arial"/>
              <a:ea typeface="Arial"/>
              <a:cs typeface="Arial"/>
              <a:sym typeface="Arial"/>
            </a:endParaRPr>
          </a:p>
        </p:txBody>
      </p:sp>
      <p:sp>
        <p:nvSpPr>
          <p:cNvPr id="1459" name="Google Shape;1459;p39"/>
          <p:cNvSpPr/>
          <p:nvPr/>
        </p:nvSpPr>
        <p:spPr>
          <a:xfrm>
            <a:off x="2727283"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1</a:t>
            </a:r>
            <a:endParaRPr sz="1400">
              <a:solidFill>
                <a:schemeClr val="dk1"/>
              </a:solidFill>
              <a:latin typeface="Arial"/>
              <a:ea typeface="Arial"/>
              <a:cs typeface="Arial"/>
              <a:sym typeface="Arial"/>
            </a:endParaRPr>
          </a:p>
        </p:txBody>
      </p:sp>
      <p:sp>
        <p:nvSpPr>
          <p:cNvPr id="1460" name="Google Shape;1460;p39"/>
          <p:cNvSpPr/>
          <p:nvPr/>
        </p:nvSpPr>
        <p:spPr>
          <a:xfrm>
            <a:off x="8343907"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2</a:t>
            </a:r>
            <a:endParaRPr sz="1400">
              <a:solidFill>
                <a:schemeClr val="dk1"/>
              </a:solidFill>
              <a:latin typeface="Arial"/>
              <a:ea typeface="Arial"/>
              <a:cs typeface="Arial"/>
              <a:sym typeface="Arial"/>
            </a:endParaRPr>
          </a:p>
        </p:txBody>
      </p:sp>
      <p:sp>
        <p:nvSpPr>
          <p:cNvPr id="1461" name="Google Shape;1461;p39"/>
          <p:cNvSpPr/>
          <p:nvPr/>
        </p:nvSpPr>
        <p:spPr>
          <a:xfrm>
            <a:off x="2387588" y="2798142"/>
            <a:ext cx="2412268"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IP1: 192.168.1.1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MAC1: 0050-5600-0001</a:t>
            </a:r>
            <a:endParaRPr sz="1200">
              <a:solidFill>
                <a:schemeClr val="dk1"/>
              </a:solidFill>
              <a:latin typeface="Arial"/>
              <a:ea typeface="Arial"/>
              <a:cs typeface="Arial"/>
              <a:sym typeface="Arial"/>
            </a:endParaRPr>
          </a:p>
        </p:txBody>
      </p:sp>
      <p:cxnSp>
        <p:nvCxnSpPr>
          <p:cNvPr id="1462" name="Google Shape;1462;p39"/>
          <p:cNvCxnSpPr/>
          <p:nvPr/>
        </p:nvCxnSpPr>
        <p:spPr>
          <a:xfrm>
            <a:off x="4043772" y="2564904"/>
            <a:ext cx="796774" cy="0"/>
          </a:xfrm>
          <a:prstGeom prst="straightConnector1">
            <a:avLst/>
          </a:prstGeom>
          <a:solidFill>
            <a:schemeClr val="accent1"/>
          </a:solidFill>
          <a:ln cap="flat" cmpd="sng" w="25400">
            <a:solidFill>
              <a:srgbClr val="00B0F0"/>
            </a:solidFill>
            <a:prstDash val="solid"/>
            <a:round/>
            <a:headEnd len="sm" w="sm" type="none"/>
            <a:tailEnd len="med" w="med" type="triangle"/>
          </a:ln>
        </p:spPr>
      </p:cxnSp>
      <p:sp>
        <p:nvSpPr>
          <p:cNvPr id="1463" name="Google Shape;1463;p39"/>
          <p:cNvSpPr/>
          <p:nvPr/>
        </p:nvSpPr>
        <p:spPr>
          <a:xfrm>
            <a:off x="1273443" y="3500967"/>
            <a:ext cx="4049838" cy="28840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ARP Request packet sent by host 1</a:t>
            </a:r>
            <a:endParaRPr b="1" sz="1400">
              <a:solidFill>
                <a:schemeClr val="dk1"/>
              </a:solidFill>
              <a:latin typeface="Arial"/>
              <a:ea typeface="Arial"/>
              <a:cs typeface="Arial"/>
              <a:sym typeface="Arial"/>
            </a:endParaRPr>
          </a:p>
        </p:txBody>
      </p:sp>
      <p:cxnSp>
        <p:nvCxnSpPr>
          <p:cNvPr id="1464" name="Google Shape;1464;p39"/>
          <p:cNvCxnSpPr/>
          <p:nvPr/>
        </p:nvCxnSpPr>
        <p:spPr>
          <a:xfrm>
            <a:off x="6672064" y="2564904"/>
            <a:ext cx="796774" cy="0"/>
          </a:xfrm>
          <a:prstGeom prst="straightConnector1">
            <a:avLst/>
          </a:prstGeom>
          <a:solidFill>
            <a:schemeClr val="accent1"/>
          </a:solidFill>
          <a:ln cap="flat" cmpd="sng" w="25400">
            <a:solidFill>
              <a:srgbClr val="00B0F0"/>
            </a:solidFill>
            <a:prstDash val="solid"/>
            <a:round/>
            <a:headEnd len="sm" w="sm" type="none"/>
            <a:tailEnd len="med" w="med" type="triangle"/>
          </a:ln>
        </p:spPr>
      </p:cxnSp>
      <p:cxnSp>
        <p:nvCxnSpPr>
          <p:cNvPr id="1465" name="Google Shape;1465;p39"/>
          <p:cNvCxnSpPr/>
          <p:nvPr/>
        </p:nvCxnSpPr>
        <p:spPr>
          <a:xfrm flipH="1" rot="10800000">
            <a:off x="6204012" y="1556792"/>
            <a:ext cx="288032" cy="432048"/>
          </a:xfrm>
          <a:prstGeom prst="straightConnector1">
            <a:avLst/>
          </a:prstGeom>
          <a:solidFill>
            <a:schemeClr val="accent1"/>
          </a:solidFill>
          <a:ln cap="flat" cmpd="sng" w="25400">
            <a:solidFill>
              <a:srgbClr val="00B0F0"/>
            </a:solidFill>
            <a:prstDash val="solid"/>
            <a:round/>
            <a:headEnd len="sm" w="sm" type="none"/>
            <a:tailEnd len="med" w="med" type="triangle"/>
          </a:ln>
        </p:spPr>
      </p:cxnSp>
      <p:sp>
        <p:nvSpPr>
          <p:cNvPr id="1466" name="Google Shape;1466;p39"/>
          <p:cNvSpPr/>
          <p:nvPr/>
        </p:nvSpPr>
        <p:spPr>
          <a:xfrm>
            <a:off x="4881063" y="2766102"/>
            <a:ext cx="198022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a:t>
            </a:r>
            <a:endParaRPr/>
          </a:p>
        </p:txBody>
      </p:sp>
      <p:grpSp>
        <p:nvGrpSpPr>
          <p:cNvPr id="1467" name="Google Shape;1467;p39"/>
          <p:cNvGrpSpPr/>
          <p:nvPr/>
        </p:nvGrpSpPr>
        <p:grpSpPr>
          <a:xfrm rot="10800000">
            <a:off x="4236981" y="2628355"/>
            <a:ext cx="410355" cy="275493"/>
            <a:chOff x="7383369" y="3528374"/>
            <a:chExt cx="321775" cy="216024"/>
          </a:xfrm>
        </p:grpSpPr>
        <p:sp>
          <p:nvSpPr>
            <p:cNvPr id="1468" name="Google Shape;1468;p39"/>
            <p:cNvSpPr/>
            <p:nvPr/>
          </p:nvSpPr>
          <p:spPr>
            <a:xfrm>
              <a:off x="7383369" y="3528374"/>
              <a:ext cx="321775" cy="216024"/>
            </a:xfrm>
            <a:prstGeom prst="round2SameRect">
              <a:avLst>
                <a:gd fmla="val 16667" name="adj1"/>
                <a:gd fmla="val 0" name="adj2"/>
              </a:avLst>
            </a:prstGeom>
            <a:solidFill>
              <a:srgbClr val="FFD17D"/>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469" name="Google Shape;1469;p39"/>
            <p:cNvSpPr/>
            <p:nvPr/>
          </p:nvSpPr>
          <p:spPr>
            <a:xfrm>
              <a:off x="7386180" y="3590032"/>
              <a:ext cx="316152" cy="154366"/>
            </a:xfrm>
            <a:prstGeom prst="triangle">
              <a:avLst>
                <a:gd fmla="val 50000" name="adj"/>
              </a:avLst>
            </a:prstGeom>
            <a:solidFill>
              <a:srgbClr val="FFD17D"/>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470" name="Google Shape;1470;p39"/>
          <p:cNvGrpSpPr/>
          <p:nvPr/>
        </p:nvGrpSpPr>
        <p:grpSpPr>
          <a:xfrm rot="10800000">
            <a:off x="6817428" y="2631214"/>
            <a:ext cx="410355" cy="275493"/>
            <a:chOff x="7383369" y="3528374"/>
            <a:chExt cx="321775" cy="216024"/>
          </a:xfrm>
        </p:grpSpPr>
        <p:sp>
          <p:nvSpPr>
            <p:cNvPr id="1471" name="Google Shape;1471;p39"/>
            <p:cNvSpPr/>
            <p:nvPr/>
          </p:nvSpPr>
          <p:spPr>
            <a:xfrm>
              <a:off x="7383369" y="3528374"/>
              <a:ext cx="321775" cy="216024"/>
            </a:xfrm>
            <a:prstGeom prst="round2SameRect">
              <a:avLst>
                <a:gd fmla="val 16667" name="adj1"/>
                <a:gd fmla="val 0" name="adj2"/>
              </a:avLst>
            </a:prstGeom>
            <a:solidFill>
              <a:srgbClr val="FFD17D"/>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472" name="Google Shape;1472;p39"/>
            <p:cNvSpPr/>
            <p:nvPr/>
          </p:nvSpPr>
          <p:spPr>
            <a:xfrm>
              <a:off x="7386180" y="3590032"/>
              <a:ext cx="316152" cy="154366"/>
            </a:xfrm>
            <a:prstGeom prst="triangle">
              <a:avLst>
                <a:gd fmla="val 50000" name="adj"/>
              </a:avLst>
            </a:prstGeom>
            <a:solidFill>
              <a:srgbClr val="FFD17D"/>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473" name="Google Shape;1473;p39"/>
          <p:cNvGrpSpPr/>
          <p:nvPr/>
        </p:nvGrpSpPr>
        <p:grpSpPr>
          <a:xfrm rot="10800000">
            <a:off x="6457053" y="1739692"/>
            <a:ext cx="410355" cy="275493"/>
            <a:chOff x="7383369" y="3528374"/>
            <a:chExt cx="321775" cy="216024"/>
          </a:xfrm>
        </p:grpSpPr>
        <p:sp>
          <p:nvSpPr>
            <p:cNvPr id="1474" name="Google Shape;1474;p39"/>
            <p:cNvSpPr/>
            <p:nvPr/>
          </p:nvSpPr>
          <p:spPr>
            <a:xfrm>
              <a:off x="7383369" y="3528374"/>
              <a:ext cx="321775" cy="216024"/>
            </a:xfrm>
            <a:prstGeom prst="round2SameRect">
              <a:avLst>
                <a:gd fmla="val 16667" name="adj1"/>
                <a:gd fmla="val 0" name="adj2"/>
              </a:avLst>
            </a:prstGeom>
            <a:solidFill>
              <a:srgbClr val="FFD17D"/>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475" name="Google Shape;1475;p39"/>
            <p:cNvSpPr/>
            <p:nvPr/>
          </p:nvSpPr>
          <p:spPr>
            <a:xfrm>
              <a:off x="7386180" y="3590032"/>
              <a:ext cx="316152" cy="154366"/>
            </a:xfrm>
            <a:prstGeom prst="triangle">
              <a:avLst>
                <a:gd fmla="val 50000" name="adj"/>
              </a:avLst>
            </a:prstGeom>
            <a:solidFill>
              <a:srgbClr val="FFD17D"/>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476" name="Google Shape;1476;p39"/>
          <p:cNvSpPr/>
          <p:nvPr/>
        </p:nvSpPr>
        <p:spPr>
          <a:xfrm>
            <a:off x="6030174" y="3500967"/>
            <a:ext cx="3275604" cy="28840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MAC address table of the switch</a:t>
            </a:r>
            <a:endParaRPr/>
          </a:p>
        </p:txBody>
      </p:sp>
      <p:grpSp>
        <p:nvGrpSpPr>
          <p:cNvPr id="1477" name="Google Shape;1477;p39"/>
          <p:cNvGrpSpPr/>
          <p:nvPr/>
        </p:nvGrpSpPr>
        <p:grpSpPr>
          <a:xfrm>
            <a:off x="5903464" y="3891386"/>
            <a:ext cx="4188115" cy="2272534"/>
            <a:chOff x="333571" y="3709379"/>
            <a:chExt cx="4188115" cy="2272534"/>
          </a:xfrm>
        </p:grpSpPr>
        <p:sp>
          <p:nvSpPr>
            <p:cNvPr id="1478" name="Google Shape;1478;p39"/>
            <p:cNvSpPr/>
            <p:nvPr/>
          </p:nvSpPr>
          <p:spPr>
            <a:xfrm>
              <a:off x="549872" y="3709379"/>
              <a:ext cx="3971814" cy="2272534"/>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479" name="Google Shape;1479;p39"/>
            <p:cNvSpPr/>
            <p:nvPr/>
          </p:nvSpPr>
          <p:spPr>
            <a:xfrm flipH="1">
              <a:off x="333571" y="3735144"/>
              <a:ext cx="4123719" cy="2246769"/>
            </a:xfrm>
            <a:prstGeom prst="rect">
              <a:avLst/>
            </a:prstGeom>
            <a:noFill/>
            <a:ln>
              <a:noFill/>
            </a:ln>
          </p:spPr>
          <p:txBody>
            <a:bodyPr anchorCtr="0" anchor="ctr" bIns="45700" lIns="91425" spcFirstLastPara="1" rIns="91425" wrap="square" tIns="45700">
              <a:noAutofit/>
            </a:bodyPr>
            <a:lstStyle/>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[Switch]display mac-address verbose</a:t>
              </a:r>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MAC address table of slot 0:</a:t>
              </a:r>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---------------------------------------------------MAC Address	Port  	Type	</a:t>
              </a:r>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  	</a:t>
              </a:r>
              <a:endParaRPr sz="1400">
                <a:solidFill>
                  <a:schemeClr val="dk1"/>
                </a:solidFill>
                <a:latin typeface="Arial"/>
                <a:ea typeface="Arial"/>
                <a:cs typeface="Arial"/>
                <a:sym typeface="Arial"/>
              </a:endParaRPr>
            </a:p>
            <a:p>
              <a:pPr indent="0" lvl="0" marL="287338" marR="0" rtl="0" algn="l">
                <a:lnSpc>
                  <a:spcPct val="125000"/>
                </a:lnSpc>
                <a:spcBef>
                  <a:spcPts val="0"/>
                </a:spcBef>
                <a:spcAft>
                  <a:spcPts val="0"/>
                </a:spcAft>
                <a:buNone/>
              </a:pPr>
              <a:r>
                <a:t/>
              </a:r>
              <a:endParaRPr sz="1400">
                <a:solidFill>
                  <a:schemeClr val="dk1"/>
                </a:solidFill>
                <a:latin typeface="Arial"/>
                <a:ea typeface="Arial"/>
                <a:cs typeface="Arial"/>
                <a:sym typeface="Arial"/>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grpSp>
      <p:graphicFrame>
        <p:nvGraphicFramePr>
          <p:cNvPr id="1480" name="Google Shape;1480;p39"/>
          <p:cNvGraphicFramePr/>
          <p:nvPr/>
        </p:nvGraphicFramePr>
        <p:xfrm>
          <a:off x="1375714" y="3890900"/>
          <a:ext cx="3000000" cy="3000000"/>
        </p:xfrm>
        <a:graphic>
          <a:graphicData uri="http://schemas.openxmlformats.org/drawingml/2006/table">
            <a:tbl>
              <a:tblPr bandRow="1" firstRow="1">
                <a:noFill/>
                <a:tableStyleId>{6586AA54-EEEF-4900-980F-A55A00102258}</a:tableStyleId>
              </a:tblPr>
              <a:tblGrid>
                <a:gridCol w="1974150"/>
                <a:gridCol w="2445450"/>
              </a:tblGrid>
              <a:tr h="378025">
                <a:tc>
                  <a:txBody>
                    <a:bodyPr/>
                    <a:lstStyle/>
                    <a:p>
                      <a:pPr indent="0" lvl="0" marL="0" marR="0" rtl="0" algn="l">
                        <a:spcBef>
                          <a:spcPts val="0"/>
                        </a:spcBef>
                        <a:spcAft>
                          <a:spcPts val="0"/>
                        </a:spcAft>
                        <a:buNone/>
                      </a:pPr>
                      <a:r>
                        <a:rPr b="0" lang="en-US" sz="1400" u="none" cap="none" strike="noStrike">
                          <a:solidFill>
                            <a:schemeClr val="dk1"/>
                          </a:solidFill>
                          <a:latin typeface="Arial"/>
                          <a:ea typeface="Arial"/>
                          <a:cs typeface="Arial"/>
                          <a:sym typeface="Arial"/>
                        </a:rPr>
                        <a:t>Source MAC address: MAC1</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l">
                        <a:spcBef>
                          <a:spcPts val="0"/>
                        </a:spcBef>
                        <a:spcAft>
                          <a:spcPts val="0"/>
                        </a:spcAft>
                        <a:buNone/>
                      </a:pPr>
                      <a:r>
                        <a:rPr b="0" lang="en-US" sz="1400" u="none" cap="none" strike="noStrike">
                          <a:solidFill>
                            <a:schemeClr val="dk1"/>
                          </a:solidFill>
                          <a:latin typeface="Arial"/>
                          <a:ea typeface="Arial"/>
                          <a:cs typeface="Arial"/>
                          <a:sym typeface="Arial"/>
                        </a:rPr>
                        <a:t>Destination MAC address: FF-FF-FF-FF-FF-FF</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378025">
                <a:tc>
                  <a:txBody>
                    <a:bodyPr/>
                    <a:lstStyle/>
                    <a:p>
                      <a:pPr indent="0" lvl="0" marL="0" marR="0" rtl="0" algn="l">
                        <a:spcBef>
                          <a:spcPts val="0"/>
                        </a:spcBef>
                        <a:spcAft>
                          <a:spcPts val="0"/>
                        </a:spcAft>
                        <a:buNone/>
                      </a:pPr>
                      <a:r>
                        <a:rPr lang="en-US" sz="1400" u="none" cap="none" strike="noStrike">
                          <a:solidFill>
                            <a:schemeClr val="dk1"/>
                          </a:solidFill>
                          <a:latin typeface="Arial"/>
                          <a:ea typeface="Arial"/>
                          <a:cs typeface="Arial"/>
                          <a:sym typeface="Arial"/>
                        </a:rPr>
                        <a:t>Source IP address: IP1</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l">
                        <a:spcBef>
                          <a:spcPts val="0"/>
                        </a:spcBef>
                        <a:spcAft>
                          <a:spcPts val="0"/>
                        </a:spcAft>
                        <a:buNone/>
                      </a:pPr>
                      <a:r>
                        <a:rPr lang="en-US" sz="1400" u="none" cap="none" strike="noStrike">
                          <a:solidFill>
                            <a:schemeClr val="dk1"/>
                          </a:solidFill>
                          <a:latin typeface="Arial"/>
                          <a:ea typeface="Arial"/>
                          <a:cs typeface="Arial"/>
                          <a:sym typeface="Arial"/>
                        </a:rPr>
                        <a:t>Destination IP address: IP2</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1287475">
                <a:tc gridSpan="2">
                  <a:txBody>
                    <a:bodyPr/>
                    <a:lstStyle/>
                    <a:p>
                      <a:pPr indent="0" lvl="0" marL="0" marR="0" rtl="0" algn="l">
                        <a:lnSpc>
                          <a:spcPct val="120000"/>
                        </a:lnSpc>
                        <a:spcBef>
                          <a:spcPts val="0"/>
                        </a:spcBef>
                        <a:spcAft>
                          <a:spcPts val="0"/>
                        </a:spcAft>
                        <a:buNone/>
                      </a:pPr>
                      <a:r>
                        <a:rPr lang="en-US" sz="1400" u="none" cap="none" strike="noStrike">
                          <a:solidFill>
                            <a:schemeClr val="dk1"/>
                          </a:solidFill>
                          <a:latin typeface="Arial"/>
                          <a:ea typeface="Arial"/>
                          <a:cs typeface="Arial"/>
                          <a:sym typeface="Arial"/>
                        </a:rPr>
                        <a:t>Operation type: ARP Request</a:t>
                      </a:r>
                      <a:endParaRPr/>
                    </a:p>
                    <a:p>
                      <a:pPr indent="0" lvl="0" marL="0" marR="0" rtl="0" algn="l">
                        <a:lnSpc>
                          <a:spcPct val="120000"/>
                        </a:lnSpc>
                        <a:spcBef>
                          <a:spcPts val="0"/>
                        </a:spcBef>
                        <a:spcAft>
                          <a:spcPts val="0"/>
                        </a:spcAft>
                        <a:buNone/>
                      </a:pPr>
                      <a:r>
                        <a:rPr lang="en-US" sz="1400" u="none" cap="none" strike="noStrike">
                          <a:solidFill>
                            <a:schemeClr val="dk1"/>
                          </a:solidFill>
                          <a:latin typeface="Arial"/>
                          <a:ea typeface="Arial"/>
                          <a:cs typeface="Arial"/>
                          <a:sym typeface="Arial"/>
                        </a:rPr>
                        <a:t>Sender's MAC address: MAC1</a:t>
                      </a:r>
                      <a:endParaRPr/>
                    </a:p>
                    <a:p>
                      <a:pPr indent="0" lvl="0" marL="0" marR="0" rtl="0" algn="l">
                        <a:lnSpc>
                          <a:spcPct val="120000"/>
                        </a:lnSpc>
                        <a:spcBef>
                          <a:spcPts val="0"/>
                        </a:spcBef>
                        <a:spcAft>
                          <a:spcPts val="0"/>
                        </a:spcAft>
                        <a:buNone/>
                      </a:pPr>
                      <a:r>
                        <a:rPr lang="en-US" sz="1400" u="none" cap="none" strike="noStrike">
                          <a:solidFill>
                            <a:schemeClr val="dk1"/>
                          </a:solidFill>
                          <a:latin typeface="Arial"/>
                          <a:ea typeface="Arial"/>
                          <a:cs typeface="Arial"/>
                          <a:sym typeface="Arial"/>
                        </a:rPr>
                        <a:t>Sender's IP address: IP1</a:t>
                      </a:r>
                      <a:endParaRPr/>
                    </a:p>
                    <a:p>
                      <a:pPr indent="0" lvl="0" marL="0" marR="0" rtl="0" algn="l">
                        <a:lnSpc>
                          <a:spcPct val="120000"/>
                        </a:lnSpc>
                        <a:spcBef>
                          <a:spcPts val="0"/>
                        </a:spcBef>
                        <a:spcAft>
                          <a:spcPts val="0"/>
                        </a:spcAft>
                        <a:buNone/>
                      </a:pPr>
                      <a:r>
                        <a:rPr lang="en-US" sz="1400" u="none" cap="none" strike="noStrike">
                          <a:solidFill>
                            <a:schemeClr val="dk1"/>
                          </a:solidFill>
                          <a:latin typeface="Arial"/>
                          <a:ea typeface="Arial"/>
                          <a:cs typeface="Arial"/>
                          <a:sym typeface="Arial"/>
                        </a:rPr>
                        <a:t>Destination MAC address: 00-00-00-00-00-00</a:t>
                      </a:r>
                      <a:endParaRPr/>
                    </a:p>
                    <a:p>
                      <a:pPr indent="0" lvl="0" marL="0" marR="0" rtl="0" algn="l">
                        <a:lnSpc>
                          <a:spcPct val="120000"/>
                        </a:lnSpc>
                        <a:spcBef>
                          <a:spcPts val="0"/>
                        </a:spcBef>
                        <a:spcAft>
                          <a:spcPts val="0"/>
                        </a:spcAft>
                        <a:buNone/>
                      </a:pPr>
                      <a:r>
                        <a:rPr lang="en-US" sz="1400" u="none" cap="none" strike="noStrike">
                          <a:solidFill>
                            <a:schemeClr val="dk1"/>
                          </a:solidFill>
                          <a:latin typeface="Arial"/>
                          <a:ea typeface="Arial"/>
                          <a:cs typeface="Arial"/>
                          <a:sym typeface="Arial"/>
                        </a:rPr>
                        <a:t>Destination IP address: IP2</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hMerge="1"/>
              </a:tr>
            </a:tbl>
          </a:graphicData>
        </a:graphic>
      </p:graphicFrame>
      <p:sp>
        <p:nvSpPr>
          <p:cNvPr id="1481" name="Google Shape;1481;p39"/>
          <p:cNvSpPr/>
          <p:nvPr/>
        </p:nvSpPr>
        <p:spPr>
          <a:xfrm>
            <a:off x="7968208" y="2798142"/>
            <a:ext cx="244827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IP2: 192.168.1.2</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MAC2: 0050-5600-0002</a:t>
            </a:r>
            <a:endParaRPr sz="1200">
              <a:solidFill>
                <a:schemeClr val="dk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5" name="Shape 1485"/>
        <p:cNvGrpSpPr/>
        <p:nvPr/>
      </p:nvGrpSpPr>
      <p:grpSpPr>
        <a:xfrm>
          <a:off x="0" y="0"/>
          <a:ext cx="0" cy="0"/>
          <a:chOff x="0" y="0"/>
          <a:chExt cx="0" cy="0"/>
        </a:xfrm>
      </p:grpSpPr>
      <p:sp>
        <p:nvSpPr>
          <p:cNvPr id="1486" name="Google Shape;1486;p40"/>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b="1" lang="en-US">
                <a:latin typeface="Arial"/>
                <a:ea typeface="Arial"/>
                <a:cs typeface="Arial"/>
                <a:sym typeface="Arial"/>
              </a:rPr>
              <a:t>MAC Address Learning</a:t>
            </a:r>
            <a:endParaRPr>
              <a:latin typeface="Arial"/>
              <a:ea typeface="Arial"/>
              <a:cs typeface="Arial"/>
              <a:sym typeface="Arial"/>
            </a:endParaRPr>
          </a:p>
        </p:txBody>
      </p:sp>
      <p:pic>
        <p:nvPicPr>
          <p:cNvPr id="1487" name="Google Shape;1487;p40"/>
          <p:cNvPicPr preferRelativeResize="0"/>
          <p:nvPr/>
        </p:nvPicPr>
        <p:blipFill rotWithShape="1">
          <a:blip r:embed="rId3">
            <a:alphaModFix/>
          </a:blip>
          <a:srcRect b="0" l="0" r="0" t="0"/>
          <a:stretch/>
        </p:blipFill>
        <p:spPr>
          <a:xfrm>
            <a:off x="5508342" y="2078062"/>
            <a:ext cx="790244" cy="648000"/>
          </a:xfrm>
          <a:prstGeom prst="rect">
            <a:avLst/>
          </a:prstGeom>
          <a:noFill/>
          <a:ln>
            <a:noFill/>
          </a:ln>
        </p:spPr>
      </p:pic>
      <p:pic>
        <p:nvPicPr>
          <p:cNvPr descr="PC.png" id="1488" name="Google Shape;1488;p40"/>
          <p:cNvPicPr preferRelativeResize="0"/>
          <p:nvPr/>
        </p:nvPicPr>
        <p:blipFill rotWithShape="1">
          <a:blip r:embed="rId4">
            <a:alphaModFix/>
          </a:blip>
          <a:srcRect b="0" l="0" r="0" t="0"/>
          <a:stretch/>
        </p:blipFill>
        <p:spPr>
          <a:xfrm>
            <a:off x="2691279" y="2078062"/>
            <a:ext cx="843751" cy="648000"/>
          </a:xfrm>
          <a:prstGeom prst="rect">
            <a:avLst/>
          </a:prstGeom>
          <a:noFill/>
          <a:ln>
            <a:noFill/>
          </a:ln>
        </p:spPr>
      </p:pic>
      <p:pic>
        <p:nvPicPr>
          <p:cNvPr descr="PC.png" id="1489" name="Google Shape;1489;p40"/>
          <p:cNvPicPr preferRelativeResize="0"/>
          <p:nvPr/>
        </p:nvPicPr>
        <p:blipFill rotWithShape="1">
          <a:blip r:embed="rId4">
            <a:alphaModFix/>
          </a:blip>
          <a:srcRect b="0" l="0" r="0" t="0"/>
          <a:stretch/>
        </p:blipFill>
        <p:spPr>
          <a:xfrm>
            <a:off x="8256240" y="2078062"/>
            <a:ext cx="843751" cy="648000"/>
          </a:xfrm>
          <a:prstGeom prst="rect">
            <a:avLst/>
          </a:prstGeom>
          <a:noFill/>
          <a:ln>
            <a:noFill/>
          </a:ln>
        </p:spPr>
      </p:pic>
      <p:cxnSp>
        <p:nvCxnSpPr>
          <p:cNvPr id="1490" name="Google Shape;1490;p40"/>
          <p:cNvCxnSpPr>
            <a:stCxn id="1488" idx="3"/>
            <a:endCxn id="1487" idx="1"/>
          </p:cNvCxnSpPr>
          <p:nvPr/>
        </p:nvCxnSpPr>
        <p:spPr>
          <a:xfrm>
            <a:off x="3535030" y="2402062"/>
            <a:ext cx="19734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491" name="Google Shape;1491;p40"/>
          <p:cNvCxnSpPr>
            <a:stCxn id="1487" idx="3"/>
            <a:endCxn id="1489" idx="1"/>
          </p:cNvCxnSpPr>
          <p:nvPr/>
        </p:nvCxnSpPr>
        <p:spPr>
          <a:xfrm>
            <a:off x="6298586" y="2402062"/>
            <a:ext cx="19578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492" name="Google Shape;1492;p40"/>
          <p:cNvCxnSpPr>
            <a:stCxn id="1487" idx="0"/>
          </p:cNvCxnSpPr>
          <p:nvPr/>
        </p:nvCxnSpPr>
        <p:spPr>
          <a:xfrm flipH="1" rot="10800000">
            <a:off x="5903464" y="1322062"/>
            <a:ext cx="532200" cy="756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1493" name="Google Shape;1493;p40"/>
          <p:cNvSpPr/>
          <p:nvPr/>
        </p:nvSpPr>
        <p:spPr>
          <a:xfrm>
            <a:off x="4599491" y="2125099"/>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0/0/1</a:t>
            </a:r>
            <a:endParaRPr sz="1200">
              <a:solidFill>
                <a:schemeClr val="dk1"/>
              </a:solidFill>
              <a:latin typeface="Arial"/>
              <a:ea typeface="Arial"/>
              <a:cs typeface="Arial"/>
              <a:sym typeface="Arial"/>
            </a:endParaRPr>
          </a:p>
        </p:txBody>
      </p:sp>
      <p:sp>
        <p:nvSpPr>
          <p:cNvPr id="1494" name="Google Shape;1494;p40"/>
          <p:cNvSpPr/>
          <p:nvPr/>
        </p:nvSpPr>
        <p:spPr>
          <a:xfrm>
            <a:off x="6183667" y="2125099"/>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0/0/2</a:t>
            </a:r>
            <a:endParaRPr sz="1200">
              <a:solidFill>
                <a:schemeClr val="dk1"/>
              </a:solidFill>
              <a:latin typeface="Arial"/>
              <a:ea typeface="Arial"/>
              <a:cs typeface="Arial"/>
              <a:sym typeface="Arial"/>
            </a:endParaRPr>
          </a:p>
        </p:txBody>
      </p:sp>
      <p:sp>
        <p:nvSpPr>
          <p:cNvPr id="1495" name="Google Shape;1495;p40"/>
          <p:cNvSpPr/>
          <p:nvPr/>
        </p:nvSpPr>
        <p:spPr>
          <a:xfrm rot="-3259224">
            <a:off x="5460639" y="1580310"/>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0/0/3</a:t>
            </a:r>
            <a:endParaRPr sz="1200">
              <a:solidFill>
                <a:schemeClr val="dk1"/>
              </a:solidFill>
              <a:latin typeface="Arial"/>
              <a:ea typeface="Arial"/>
              <a:cs typeface="Arial"/>
              <a:sym typeface="Arial"/>
            </a:endParaRPr>
          </a:p>
        </p:txBody>
      </p:sp>
      <p:sp>
        <p:nvSpPr>
          <p:cNvPr id="1496" name="Google Shape;1496;p40"/>
          <p:cNvSpPr/>
          <p:nvPr/>
        </p:nvSpPr>
        <p:spPr>
          <a:xfrm>
            <a:off x="2727283"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1</a:t>
            </a:r>
            <a:endParaRPr sz="1400">
              <a:solidFill>
                <a:schemeClr val="dk1"/>
              </a:solidFill>
              <a:latin typeface="Arial"/>
              <a:ea typeface="Arial"/>
              <a:cs typeface="Arial"/>
              <a:sym typeface="Arial"/>
            </a:endParaRPr>
          </a:p>
        </p:txBody>
      </p:sp>
      <p:sp>
        <p:nvSpPr>
          <p:cNvPr id="1497" name="Google Shape;1497;p40"/>
          <p:cNvSpPr/>
          <p:nvPr/>
        </p:nvSpPr>
        <p:spPr>
          <a:xfrm>
            <a:off x="8343907" y="1754026"/>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2</a:t>
            </a:r>
            <a:endParaRPr sz="1400">
              <a:solidFill>
                <a:schemeClr val="dk1"/>
              </a:solidFill>
              <a:latin typeface="Arial"/>
              <a:ea typeface="Arial"/>
              <a:cs typeface="Arial"/>
              <a:sym typeface="Arial"/>
            </a:endParaRPr>
          </a:p>
        </p:txBody>
      </p:sp>
      <p:sp>
        <p:nvSpPr>
          <p:cNvPr id="1498" name="Google Shape;1498;p40"/>
          <p:cNvSpPr/>
          <p:nvPr/>
        </p:nvSpPr>
        <p:spPr>
          <a:xfrm>
            <a:off x="2387588" y="2798142"/>
            <a:ext cx="2412268"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IP1: 192.168.1.1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MAC1: 0050-5600-0001</a:t>
            </a:r>
            <a:endParaRPr sz="1200">
              <a:solidFill>
                <a:schemeClr val="dk1"/>
              </a:solidFill>
              <a:latin typeface="Arial"/>
              <a:ea typeface="Arial"/>
              <a:cs typeface="Arial"/>
              <a:sym typeface="Arial"/>
            </a:endParaRPr>
          </a:p>
        </p:txBody>
      </p:sp>
      <p:sp>
        <p:nvSpPr>
          <p:cNvPr id="1499" name="Google Shape;1499;p40"/>
          <p:cNvSpPr/>
          <p:nvPr/>
        </p:nvSpPr>
        <p:spPr>
          <a:xfrm>
            <a:off x="7968208" y="2798142"/>
            <a:ext cx="244827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IP2: 192.168.1.2</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MAC2: 0050-5600-0002</a:t>
            </a:r>
            <a:endParaRPr sz="1200">
              <a:solidFill>
                <a:schemeClr val="dk1"/>
              </a:solidFill>
              <a:latin typeface="Arial"/>
              <a:ea typeface="Arial"/>
              <a:cs typeface="Arial"/>
              <a:sym typeface="Arial"/>
            </a:endParaRPr>
          </a:p>
        </p:txBody>
      </p:sp>
      <p:sp>
        <p:nvSpPr>
          <p:cNvPr id="1500" name="Google Shape;1500;p40"/>
          <p:cNvSpPr/>
          <p:nvPr/>
        </p:nvSpPr>
        <p:spPr>
          <a:xfrm>
            <a:off x="4881063" y="2766102"/>
            <a:ext cx="198022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a:t>
            </a:r>
            <a:endParaRPr/>
          </a:p>
        </p:txBody>
      </p:sp>
      <p:cxnSp>
        <p:nvCxnSpPr>
          <p:cNvPr id="1501" name="Google Shape;1501;p40"/>
          <p:cNvCxnSpPr/>
          <p:nvPr/>
        </p:nvCxnSpPr>
        <p:spPr>
          <a:xfrm>
            <a:off x="4043772" y="2564904"/>
            <a:ext cx="796774" cy="0"/>
          </a:xfrm>
          <a:prstGeom prst="straightConnector1">
            <a:avLst/>
          </a:prstGeom>
          <a:solidFill>
            <a:schemeClr val="accent1"/>
          </a:solidFill>
          <a:ln cap="flat" cmpd="sng" w="25400">
            <a:solidFill>
              <a:srgbClr val="00B0F0"/>
            </a:solidFill>
            <a:prstDash val="solid"/>
            <a:round/>
            <a:headEnd len="sm" w="sm" type="none"/>
            <a:tailEnd len="med" w="med" type="triangle"/>
          </a:ln>
        </p:spPr>
      </p:cxnSp>
      <p:cxnSp>
        <p:nvCxnSpPr>
          <p:cNvPr id="1502" name="Google Shape;1502;p40"/>
          <p:cNvCxnSpPr/>
          <p:nvPr/>
        </p:nvCxnSpPr>
        <p:spPr>
          <a:xfrm>
            <a:off x="6672064" y="2564904"/>
            <a:ext cx="796774" cy="0"/>
          </a:xfrm>
          <a:prstGeom prst="straightConnector1">
            <a:avLst/>
          </a:prstGeom>
          <a:solidFill>
            <a:schemeClr val="accent1"/>
          </a:solidFill>
          <a:ln cap="flat" cmpd="sng" w="25400">
            <a:solidFill>
              <a:srgbClr val="00B0F0"/>
            </a:solidFill>
            <a:prstDash val="solid"/>
            <a:round/>
            <a:headEnd len="sm" w="sm" type="none"/>
            <a:tailEnd len="med" w="med" type="triangle"/>
          </a:ln>
        </p:spPr>
      </p:cxnSp>
      <p:cxnSp>
        <p:nvCxnSpPr>
          <p:cNvPr id="1503" name="Google Shape;1503;p40"/>
          <p:cNvCxnSpPr/>
          <p:nvPr/>
        </p:nvCxnSpPr>
        <p:spPr>
          <a:xfrm flipH="1" rot="10800000">
            <a:off x="6204012" y="1556792"/>
            <a:ext cx="288032" cy="432048"/>
          </a:xfrm>
          <a:prstGeom prst="straightConnector1">
            <a:avLst/>
          </a:prstGeom>
          <a:solidFill>
            <a:schemeClr val="accent1"/>
          </a:solidFill>
          <a:ln cap="flat" cmpd="sng" w="25400">
            <a:solidFill>
              <a:srgbClr val="00B0F0"/>
            </a:solidFill>
            <a:prstDash val="solid"/>
            <a:round/>
            <a:headEnd len="sm" w="sm" type="none"/>
            <a:tailEnd len="med" w="med" type="triangle"/>
          </a:ln>
        </p:spPr>
      </p:cxnSp>
      <p:grpSp>
        <p:nvGrpSpPr>
          <p:cNvPr id="1504" name="Google Shape;1504;p40"/>
          <p:cNvGrpSpPr/>
          <p:nvPr/>
        </p:nvGrpSpPr>
        <p:grpSpPr>
          <a:xfrm rot="10800000">
            <a:off x="4236981" y="2628355"/>
            <a:ext cx="410355" cy="275493"/>
            <a:chOff x="7383369" y="3528374"/>
            <a:chExt cx="321775" cy="216024"/>
          </a:xfrm>
        </p:grpSpPr>
        <p:sp>
          <p:nvSpPr>
            <p:cNvPr id="1505" name="Google Shape;1505;p40"/>
            <p:cNvSpPr/>
            <p:nvPr/>
          </p:nvSpPr>
          <p:spPr>
            <a:xfrm>
              <a:off x="7383369" y="3528374"/>
              <a:ext cx="321775" cy="216024"/>
            </a:xfrm>
            <a:prstGeom prst="round2SameRect">
              <a:avLst>
                <a:gd fmla="val 16667" name="adj1"/>
                <a:gd fmla="val 0" name="adj2"/>
              </a:avLst>
            </a:prstGeom>
            <a:solidFill>
              <a:srgbClr val="FFD17D"/>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506" name="Google Shape;1506;p40"/>
            <p:cNvSpPr/>
            <p:nvPr/>
          </p:nvSpPr>
          <p:spPr>
            <a:xfrm>
              <a:off x="7386180" y="3590032"/>
              <a:ext cx="316152" cy="154366"/>
            </a:xfrm>
            <a:prstGeom prst="triangle">
              <a:avLst>
                <a:gd fmla="val 50000" name="adj"/>
              </a:avLst>
            </a:prstGeom>
            <a:solidFill>
              <a:srgbClr val="FFD17D"/>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507" name="Google Shape;1507;p40"/>
          <p:cNvGrpSpPr/>
          <p:nvPr/>
        </p:nvGrpSpPr>
        <p:grpSpPr>
          <a:xfrm rot="10800000">
            <a:off x="6817428" y="2631214"/>
            <a:ext cx="410355" cy="275493"/>
            <a:chOff x="7383369" y="3528374"/>
            <a:chExt cx="321775" cy="216024"/>
          </a:xfrm>
        </p:grpSpPr>
        <p:sp>
          <p:nvSpPr>
            <p:cNvPr id="1508" name="Google Shape;1508;p40"/>
            <p:cNvSpPr/>
            <p:nvPr/>
          </p:nvSpPr>
          <p:spPr>
            <a:xfrm>
              <a:off x="7383369" y="3528374"/>
              <a:ext cx="321775" cy="216024"/>
            </a:xfrm>
            <a:prstGeom prst="round2SameRect">
              <a:avLst>
                <a:gd fmla="val 16667" name="adj1"/>
                <a:gd fmla="val 0" name="adj2"/>
              </a:avLst>
            </a:prstGeom>
            <a:solidFill>
              <a:srgbClr val="FFD17D"/>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509" name="Google Shape;1509;p40"/>
            <p:cNvSpPr/>
            <p:nvPr/>
          </p:nvSpPr>
          <p:spPr>
            <a:xfrm>
              <a:off x="7386180" y="3590032"/>
              <a:ext cx="316152" cy="154366"/>
            </a:xfrm>
            <a:prstGeom prst="triangle">
              <a:avLst>
                <a:gd fmla="val 50000" name="adj"/>
              </a:avLst>
            </a:prstGeom>
            <a:solidFill>
              <a:srgbClr val="FFD17D"/>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510" name="Google Shape;1510;p40"/>
          <p:cNvGrpSpPr/>
          <p:nvPr/>
        </p:nvGrpSpPr>
        <p:grpSpPr>
          <a:xfrm rot="10800000">
            <a:off x="6457053" y="1739692"/>
            <a:ext cx="410355" cy="275493"/>
            <a:chOff x="7383369" y="3528374"/>
            <a:chExt cx="321775" cy="216024"/>
          </a:xfrm>
        </p:grpSpPr>
        <p:sp>
          <p:nvSpPr>
            <p:cNvPr id="1511" name="Google Shape;1511;p40"/>
            <p:cNvSpPr/>
            <p:nvPr/>
          </p:nvSpPr>
          <p:spPr>
            <a:xfrm>
              <a:off x="7383369" y="3528374"/>
              <a:ext cx="321775" cy="216024"/>
            </a:xfrm>
            <a:prstGeom prst="round2SameRect">
              <a:avLst>
                <a:gd fmla="val 16667" name="adj1"/>
                <a:gd fmla="val 0" name="adj2"/>
              </a:avLst>
            </a:prstGeom>
            <a:solidFill>
              <a:srgbClr val="FFD17D"/>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512" name="Google Shape;1512;p40"/>
            <p:cNvSpPr/>
            <p:nvPr/>
          </p:nvSpPr>
          <p:spPr>
            <a:xfrm>
              <a:off x="7386180" y="3590032"/>
              <a:ext cx="316152" cy="154366"/>
            </a:xfrm>
            <a:prstGeom prst="triangle">
              <a:avLst>
                <a:gd fmla="val 50000" name="adj"/>
              </a:avLst>
            </a:prstGeom>
            <a:solidFill>
              <a:srgbClr val="FFD17D"/>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513" name="Google Shape;1513;p40"/>
          <p:cNvGrpSpPr/>
          <p:nvPr/>
        </p:nvGrpSpPr>
        <p:grpSpPr>
          <a:xfrm>
            <a:off x="5897344" y="3892554"/>
            <a:ext cx="4188115" cy="2272534"/>
            <a:chOff x="333571" y="3709379"/>
            <a:chExt cx="4188115" cy="2272534"/>
          </a:xfrm>
        </p:grpSpPr>
        <p:sp>
          <p:nvSpPr>
            <p:cNvPr id="1514" name="Google Shape;1514;p40"/>
            <p:cNvSpPr/>
            <p:nvPr/>
          </p:nvSpPr>
          <p:spPr>
            <a:xfrm>
              <a:off x="549872" y="3709379"/>
              <a:ext cx="3971814" cy="2272534"/>
            </a:xfrm>
            <a:prstGeom prst="rect">
              <a:avLst/>
            </a:prstGeom>
            <a:solidFill>
              <a:srgbClr val="F3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515" name="Google Shape;1515;p40"/>
            <p:cNvSpPr/>
            <p:nvPr/>
          </p:nvSpPr>
          <p:spPr>
            <a:xfrm flipH="1">
              <a:off x="333571" y="3735144"/>
              <a:ext cx="4123719" cy="2246769"/>
            </a:xfrm>
            <a:prstGeom prst="rect">
              <a:avLst/>
            </a:prstGeom>
            <a:noFill/>
            <a:ln>
              <a:noFill/>
            </a:ln>
          </p:spPr>
          <p:txBody>
            <a:bodyPr anchorCtr="0" anchor="ctr" bIns="45700" lIns="91425" spcFirstLastPara="1" rIns="91425" wrap="square" tIns="45700">
              <a:noAutofit/>
            </a:bodyPr>
            <a:lstStyle/>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[Switch]display mac-address verbose</a:t>
              </a:r>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MAC address table of slot 0:</a:t>
              </a:r>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---------------------------------------------------MAC Address	Port  	Type	</a:t>
              </a:r>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a:t>
              </a:r>
              <a:r>
                <a:rPr lang="en-US" sz="1400">
                  <a:solidFill>
                    <a:srgbClr val="EC7061"/>
                  </a:solidFill>
                  <a:latin typeface="Arial"/>
                  <a:ea typeface="Arial"/>
                  <a:cs typeface="Arial"/>
                  <a:sym typeface="Arial"/>
                </a:rPr>
                <a:t>0050-5600-0001 	GE0/0/1	</a:t>
              </a:r>
              <a:r>
                <a:rPr lang="en-US" sz="1400">
                  <a:solidFill>
                    <a:schemeClr val="dk1"/>
                  </a:solidFill>
                  <a:latin typeface="Arial"/>
                  <a:ea typeface="Arial"/>
                  <a:cs typeface="Arial"/>
                  <a:sym typeface="Arial"/>
                </a:rPr>
                <a:t>dynamic   	</a:t>
              </a:r>
              <a:endParaRPr sz="1400">
                <a:solidFill>
                  <a:schemeClr val="dk1"/>
                </a:solidFill>
                <a:latin typeface="Arial"/>
                <a:ea typeface="Arial"/>
                <a:cs typeface="Arial"/>
                <a:sym typeface="Arial"/>
              </a:endParaRPr>
            </a:p>
            <a:p>
              <a:pPr indent="0" lvl="0" marL="287338" marR="0" rtl="0" algn="l">
                <a:lnSpc>
                  <a:spcPct val="125000"/>
                </a:lnSpc>
                <a:spcBef>
                  <a:spcPts val="0"/>
                </a:spcBef>
                <a:spcAft>
                  <a:spcPts val="0"/>
                </a:spcAft>
                <a:buNone/>
              </a:pPr>
              <a:r>
                <a:t/>
              </a:r>
              <a:endParaRPr sz="1400">
                <a:solidFill>
                  <a:schemeClr val="dk1"/>
                </a:solidFill>
                <a:latin typeface="Arial"/>
                <a:ea typeface="Arial"/>
                <a:cs typeface="Arial"/>
                <a:sym typeface="Arial"/>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grpSp>
      <p:graphicFrame>
        <p:nvGraphicFramePr>
          <p:cNvPr id="1516" name="Google Shape;1516;p40"/>
          <p:cNvGraphicFramePr/>
          <p:nvPr/>
        </p:nvGraphicFramePr>
        <p:xfrm>
          <a:off x="1375714" y="3890900"/>
          <a:ext cx="3000000" cy="3000000"/>
        </p:xfrm>
        <a:graphic>
          <a:graphicData uri="http://schemas.openxmlformats.org/drawingml/2006/table">
            <a:tbl>
              <a:tblPr bandRow="1" firstRow="1">
                <a:noFill/>
                <a:tableStyleId>{6586AA54-EEEF-4900-980F-A55A00102258}</a:tableStyleId>
              </a:tblPr>
              <a:tblGrid>
                <a:gridCol w="1974150"/>
                <a:gridCol w="2445450"/>
              </a:tblGrid>
              <a:tr h="378025">
                <a:tc>
                  <a:txBody>
                    <a:bodyPr/>
                    <a:lstStyle/>
                    <a:p>
                      <a:pPr indent="0" lvl="0" marL="0" marR="0" rtl="0" algn="l">
                        <a:spcBef>
                          <a:spcPts val="0"/>
                        </a:spcBef>
                        <a:spcAft>
                          <a:spcPts val="0"/>
                        </a:spcAft>
                        <a:buNone/>
                      </a:pPr>
                      <a:r>
                        <a:rPr b="0" lang="en-US" sz="1400" u="none" cap="none" strike="noStrike">
                          <a:solidFill>
                            <a:schemeClr val="dk1"/>
                          </a:solidFill>
                          <a:latin typeface="Arial"/>
                          <a:ea typeface="Arial"/>
                          <a:cs typeface="Arial"/>
                          <a:sym typeface="Arial"/>
                        </a:rPr>
                        <a:t>Source MAC address: MAC1</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l">
                        <a:spcBef>
                          <a:spcPts val="0"/>
                        </a:spcBef>
                        <a:spcAft>
                          <a:spcPts val="0"/>
                        </a:spcAft>
                        <a:buNone/>
                      </a:pPr>
                      <a:r>
                        <a:rPr b="0" lang="en-US" sz="1400" u="none" cap="none" strike="noStrike">
                          <a:solidFill>
                            <a:schemeClr val="dk1"/>
                          </a:solidFill>
                          <a:latin typeface="Arial"/>
                          <a:ea typeface="Arial"/>
                          <a:cs typeface="Arial"/>
                          <a:sym typeface="Arial"/>
                        </a:rPr>
                        <a:t>Destination MAC address: FF-FF-FF-FF-FF-FF</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378025">
                <a:tc>
                  <a:txBody>
                    <a:bodyPr/>
                    <a:lstStyle/>
                    <a:p>
                      <a:pPr indent="0" lvl="0" marL="0" marR="0" rtl="0" algn="l">
                        <a:spcBef>
                          <a:spcPts val="0"/>
                        </a:spcBef>
                        <a:spcAft>
                          <a:spcPts val="0"/>
                        </a:spcAft>
                        <a:buNone/>
                      </a:pPr>
                      <a:r>
                        <a:rPr lang="en-US" sz="1400" u="none" cap="none" strike="noStrike">
                          <a:solidFill>
                            <a:schemeClr val="dk1"/>
                          </a:solidFill>
                          <a:latin typeface="Arial"/>
                          <a:ea typeface="Arial"/>
                          <a:cs typeface="Arial"/>
                          <a:sym typeface="Arial"/>
                        </a:rPr>
                        <a:t>Source IP address: IP1</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l">
                        <a:spcBef>
                          <a:spcPts val="0"/>
                        </a:spcBef>
                        <a:spcAft>
                          <a:spcPts val="0"/>
                        </a:spcAft>
                        <a:buNone/>
                      </a:pPr>
                      <a:r>
                        <a:rPr lang="en-US" sz="1400" u="none" cap="none" strike="noStrike">
                          <a:solidFill>
                            <a:schemeClr val="dk1"/>
                          </a:solidFill>
                          <a:latin typeface="Arial"/>
                          <a:ea typeface="Arial"/>
                          <a:cs typeface="Arial"/>
                          <a:sym typeface="Arial"/>
                        </a:rPr>
                        <a:t>Destination IP address: IP2</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1287475">
                <a:tc gridSpan="2">
                  <a:txBody>
                    <a:bodyPr/>
                    <a:lstStyle/>
                    <a:p>
                      <a:pPr indent="0" lvl="0" marL="0" marR="0" rtl="0" algn="l">
                        <a:lnSpc>
                          <a:spcPct val="120000"/>
                        </a:lnSpc>
                        <a:spcBef>
                          <a:spcPts val="0"/>
                        </a:spcBef>
                        <a:spcAft>
                          <a:spcPts val="0"/>
                        </a:spcAft>
                        <a:buNone/>
                      </a:pPr>
                      <a:r>
                        <a:rPr lang="en-US" sz="1400" u="none" cap="none" strike="noStrike">
                          <a:solidFill>
                            <a:schemeClr val="dk1"/>
                          </a:solidFill>
                          <a:latin typeface="Arial"/>
                          <a:ea typeface="Arial"/>
                          <a:cs typeface="Arial"/>
                          <a:sym typeface="Arial"/>
                        </a:rPr>
                        <a:t>Operation type: ARP Request</a:t>
                      </a:r>
                      <a:endParaRPr/>
                    </a:p>
                    <a:p>
                      <a:pPr indent="0" lvl="0" marL="0" marR="0" rtl="0" algn="l">
                        <a:lnSpc>
                          <a:spcPct val="120000"/>
                        </a:lnSpc>
                        <a:spcBef>
                          <a:spcPts val="0"/>
                        </a:spcBef>
                        <a:spcAft>
                          <a:spcPts val="0"/>
                        </a:spcAft>
                        <a:buNone/>
                      </a:pPr>
                      <a:r>
                        <a:rPr lang="en-US" sz="1400" u="none" cap="none" strike="noStrike">
                          <a:solidFill>
                            <a:schemeClr val="dk1"/>
                          </a:solidFill>
                          <a:latin typeface="Arial"/>
                          <a:ea typeface="Arial"/>
                          <a:cs typeface="Arial"/>
                          <a:sym typeface="Arial"/>
                        </a:rPr>
                        <a:t>Sender's MAC address: MAC1</a:t>
                      </a:r>
                      <a:endParaRPr/>
                    </a:p>
                    <a:p>
                      <a:pPr indent="0" lvl="0" marL="0" marR="0" rtl="0" algn="l">
                        <a:lnSpc>
                          <a:spcPct val="120000"/>
                        </a:lnSpc>
                        <a:spcBef>
                          <a:spcPts val="0"/>
                        </a:spcBef>
                        <a:spcAft>
                          <a:spcPts val="0"/>
                        </a:spcAft>
                        <a:buNone/>
                      </a:pPr>
                      <a:r>
                        <a:rPr lang="en-US" sz="1400" u="none" cap="none" strike="noStrike">
                          <a:solidFill>
                            <a:schemeClr val="dk1"/>
                          </a:solidFill>
                          <a:latin typeface="Arial"/>
                          <a:ea typeface="Arial"/>
                          <a:cs typeface="Arial"/>
                          <a:sym typeface="Arial"/>
                        </a:rPr>
                        <a:t>Sender's IP address: IP1</a:t>
                      </a:r>
                      <a:endParaRPr/>
                    </a:p>
                    <a:p>
                      <a:pPr indent="0" lvl="0" marL="0" marR="0" rtl="0" algn="l">
                        <a:lnSpc>
                          <a:spcPct val="120000"/>
                        </a:lnSpc>
                        <a:spcBef>
                          <a:spcPts val="0"/>
                        </a:spcBef>
                        <a:spcAft>
                          <a:spcPts val="0"/>
                        </a:spcAft>
                        <a:buNone/>
                      </a:pPr>
                      <a:r>
                        <a:rPr lang="en-US" sz="1400" u="none" cap="none" strike="noStrike">
                          <a:solidFill>
                            <a:schemeClr val="dk1"/>
                          </a:solidFill>
                          <a:latin typeface="Arial"/>
                          <a:ea typeface="Arial"/>
                          <a:cs typeface="Arial"/>
                          <a:sym typeface="Arial"/>
                        </a:rPr>
                        <a:t>Destination MAC address: 00-00-00-00-00-00</a:t>
                      </a:r>
                      <a:endParaRPr/>
                    </a:p>
                    <a:p>
                      <a:pPr indent="0" lvl="0" marL="0" marR="0" rtl="0" algn="l">
                        <a:lnSpc>
                          <a:spcPct val="120000"/>
                        </a:lnSpc>
                        <a:spcBef>
                          <a:spcPts val="0"/>
                        </a:spcBef>
                        <a:spcAft>
                          <a:spcPts val="0"/>
                        </a:spcAft>
                        <a:buNone/>
                      </a:pPr>
                      <a:r>
                        <a:rPr lang="en-US" sz="1400" u="none" cap="none" strike="noStrike">
                          <a:solidFill>
                            <a:schemeClr val="dk1"/>
                          </a:solidFill>
                          <a:latin typeface="Arial"/>
                          <a:ea typeface="Arial"/>
                          <a:cs typeface="Arial"/>
                          <a:sym typeface="Arial"/>
                        </a:rPr>
                        <a:t>Destination IP address: IP2</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chemeClr val="lt1"/>
                    </a:solidFill>
                  </a:tcPr>
                </a:tc>
                <a:tc hMerge="1"/>
              </a:tr>
            </a:tbl>
          </a:graphicData>
        </a:graphic>
      </p:graphicFrame>
      <p:sp>
        <p:nvSpPr>
          <p:cNvPr id="1517" name="Google Shape;1517;p40"/>
          <p:cNvSpPr/>
          <p:nvPr/>
        </p:nvSpPr>
        <p:spPr>
          <a:xfrm>
            <a:off x="1273443" y="3500967"/>
            <a:ext cx="4049838" cy="28840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ARP Request packet sent by host 1</a:t>
            </a:r>
            <a:endParaRPr b="1" sz="1400">
              <a:solidFill>
                <a:schemeClr val="dk1"/>
              </a:solidFill>
              <a:latin typeface="Arial"/>
              <a:ea typeface="Arial"/>
              <a:cs typeface="Arial"/>
              <a:sym typeface="Arial"/>
            </a:endParaRPr>
          </a:p>
        </p:txBody>
      </p:sp>
      <p:sp>
        <p:nvSpPr>
          <p:cNvPr id="1518" name="Google Shape;1518;p40"/>
          <p:cNvSpPr/>
          <p:nvPr/>
        </p:nvSpPr>
        <p:spPr>
          <a:xfrm>
            <a:off x="6030174" y="3500967"/>
            <a:ext cx="3275604" cy="28840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MAC address table of the switch</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2" name="Shape 1522"/>
        <p:cNvGrpSpPr/>
        <p:nvPr/>
      </p:nvGrpSpPr>
      <p:grpSpPr>
        <a:xfrm>
          <a:off x="0" y="0"/>
          <a:ext cx="0" cy="0"/>
          <a:chOff x="0" y="0"/>
          <a:chExt cx="0" cy="0"/>
        </a:xfrm>
      </p:grpSpPr>
      <p:sp>
        <p:nvSpPr>
          <p:cNvPr id="1523" name="Google Shape;1523;p41"/>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latin typeface="Arial"/>
                <a:ea typeface="Arial"/>
                <a:cs typeface="Arial"/>
                <a:sym typeface="Arial"/>
              </a:rPr>
              <a:t>Reply of the Target Host</a:t>
            </a:r>
            <a:endParaRPr>
              <a:latin typeface="Arial"/>
              <a:ea typeface="Arial"/>
              <a:cs typeface="Arial"/>
              <a:sym typeface="Arial"/>
            </a:endParaRPr>
          </a:p>
        </p:txBody>
      </p:sp>
      <p:grpSp>
        <p:nvGrpSpPr>
          <p:cNvPr id="1524" name="Google Shape;1524;p41"/>
          <p:cNvGrpSpPr/>
          <p:nvPr/>
        </p:nvGrpSpPr>
        <p:grpSpPr>
          <a:xfrm>
            <a:off x="2119779" y="1213966"/>
            <a:ext cx="6408712" cy="1512096"/>
            <a:chOff x="2691279" y="1700808"/>
            <a:chExt cx="6408712" cy="1512096"/>
          </a:xfrm>
        </p:grpSpPr>
        <p:pic>
          <p:nvPicPr>
            <p:cNvPr id="1525" name="Google Shape;1525;p41"/>
            <p:cNvPicPr preferRelativeResize="0"/>
            <p:nvPr/>
          </p:nvPicPr>
          <p:blipFill rotWithShape="1">
            <a:blip r:embed="rId3">
              <a:alphaModFix/>
            </a:blip>
            <a:srcRect b="0" l="0" r="0" t="0"/>
            <a:stretch/>
          </p:blipFill>
          <p:spPr>
            <a:xfrm>
              <a:off x="5508342" y="2564904"/>
              <a:ext cx="790244" cy="648000"/>
            </a:xfrm>
            <a:prstGeom prst="rect">
              <a:avLst/>
            </a:prstGeom>
            <a:noFill/>
            <a:ln>
              <a:noFill/>
            </a:ln>
          </p:spPr>
        </p:pic>
        <p:pic>
          <p:nvPicPr>
            <p:cNvPr descr="PC.png" id="1526" name="Google Shape;1526;p41"/>
            <p:cNvPicPr preferRelativeResize="0"/>
            <p:nvPr/>
          </p:nvPicPr>
          <p:blipFill rotWithShape="1">
            <a:blip r:embed="rId4">
              <a:alphaModFix/>
            </a:blip>
            <a:srcRect b="0" l="0" r="0" t="0"/>
            <a:stretch/>
          </p:blipFill>
          <p:spPr>
            <a:xfrm>
              <a:off x="2691279" y="2564904"/>
              <a:ext cx="843751" cy="648000"/>
            </a:xfrm>
            <a:prstGeom prst="rect">
              <a:avLst/>
            </a:prstGeom>
            <a:noFill/>
            <a:ln>
              <a:noFill/>
            </a:ln>
          </p:spPr>
        </p:pic>
        <p:pic>
          <p:nvPicPr>
            <p:cNvPr descr="PC.png" id="1527" name="Google Shape;1527;p41"/>
            <p:cNvPicPr preferRelativeResize="0"/>
            <p:nvPr/>
          </p:nvPicPr>
          <p:blipFill rotWithShape="1">
            <a:blip r:embed="rId4">
              <a:alphaModFix/>
            </a:blip>
            <a:srcRect b="0" l="0" r="0" t="0"/>
            <a:stretch/>
          </p:blipFill>
          <p:spPr>
            <a:xfrm>
              <a:off x="8256240" y="2564904"/>
              <a:ext cx="843751" cy="648000"/>
            </a:xfrm>
            <a:prstGeom prst="rect">
              <a:avLst/>
            </a:prstGeom>
            <a:noFill/>
            <a:ln>
              <a:noFill/>
            </a:ln>
          </p:spPr>
        </p:pic>
        <p:cxnSp>
          <p:nvCxnSpPr>
            <p:cNvPr id="1528" name="Google Shape;1528;p41"/>
            <p:cNvCxnSpPr>
              <a:stCxn id="1526" idx="3"/>
              <a:endCxn id="1525" idx="1"/>
            </p:cNvCxnSpPr>
            <p:nvPr/>
          </p:nvCxnSpPr>
          <p:spPr>
            <a:xfrm>
              <a:off x="3535030" y="2888904"/>
              <a:ext cx="19734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529" name="Google Shape;1529;p41"/>
            <p:cNvCxnSpPr>
              <a:stCxn id="1525" idx="3"/>
              <a:endCxn id="1527" idx="1"/>
            </p:cNvCxnSpPr>
            <p:nvPr/>
          </p:nvCxnSpPr>
          <p:spPr>
            <a:xfrm>
              <a:off x="6298586" y="2888904"/>
              <a:ext cx="1957800" cy="0"/>
            </a:xfrm>
            <a:prstGeom prst="straightConnector1">
              <a:avLst/>
            </a:prstGeom>
            <a:solidFill>
              <a:schemeClr val="accent1"/>
            </a:solidFill>
            <a:ln cap="flat" cmpd="sng" w="19050">
              <a:solidFill>
                <a:schemeClr val="dk1"/>
              </a:solidFill>
              <a:prstDash val="solid"/>
              <a:round/>
              <a:headEnd len="sm" w="sm" type="none"/>
              <a:tailEnd len="sm" w="sm" type="none"/>
            </a:ln>
          </p:spPr>
        </p:cxnSp>
        <p:cxnSp>
          <p:nvCxnSpPr>
            <p:cNvPr id="1530" name="Google Shape;1530;p41"/>
            <p:cNvCxnSpPr>
              <a:stCxn id="1525" idx="0"/>
            </p:cNvCxnSpPr>
            <p:nvPr/>
          </p:nvCxnSpPr>
          <p:spPr>
            <a:xfrm flipH="1" rot="10800000">
              <a:off x="5903464" y="1808904"/>
              <a:ext cx="532200" cy="756000"/>
            </a:xfrm>
            <a:prstGeom prst="straightConnector1">
              <a:avLst/>
            </a:prstGeom>
            <a:solidFill>
              <a:schemeClr val="accent1"/>
            </a:solidFill>
            <a:ln cap="flat" cmpd="sng" w="19050">
              <a:solidFill>
                <a:schemeClr val="dk1"/>
              </a:solidFill>
              <a:prstDash val="solid"/>
              <a:round/>
              <a:headEnd len="sm" w="sm" type="none"/>
              <a:tailEnd len="sm" w="sm" type="none"/>
            </a:ln>
          </p:spPr>
        </p:cxnSp>
        <p:sp>
          <p:nvSpPr>
            <p:cNvPr id="1531" name="Google Shape;1531;p41"/>
            <p:cNvSpPr/>
            <p:nvPr/>
          </p:nvSpPr>
          <p:spPr>
            <a:xfrm>
              <a:off x="4599491" y="2611941"/>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0/0/1</a:t>
              </a:r>
              <a:endParaRPr sz="1200">
                <a:solidFill>
                  <a:schemeClr val="dk1"/>
                </a:solidFill>
                <a:latin typeface="Arial"/>
                <a:ea typeface="Arial"/>
                <a:cs typeface="Arial"/>
                <a:sym typeface="Arial"/>
              </a:endParaRPr>
            </a:p>
          </p:txBody>
        </p:sp>
        <p:sp>
          <p:nvSpPr>
            <p:cNvPr id="1532" name="Google Shape;1532;p41"/>
            <p:cNvSpPr/>
            <p:nvPr/>
          </p:nvSpPr>
          <p:spPr>
            <a:xfrm>
              <a:off x="6183667" y="2611941"/>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0/0/2</a:t>
              </a:r>
              <a:endParaRPr sz="1200">
                <a:solidFill>
                  <a:schemeClr val="dk1"/>
                </a:solidFill>
                <a:latin typeface="Arial"/>
                <a:ea typeface="Arial"/>
                <a:cs typeface="Arial"/>
                <a:sym typeface="Arial"/>
              </a:endParaRPr>
            </a:p>
          </p:txBody>
        </p:sp>
        <p:sp>
          <p:nvSpPr>
            <p:cNvPr id="1533" name="Google Shape;1533;p41"/>
            <p:cNvSpPr/>
            <p:nvPr/>
          </p:nvSpPr>
          <p:spPr>
            <a:xfrm rot="-3259224">
              <a:off x="5460639" y="2067152"/>
              <a:ext cx="1044116"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GE 0/0/3</a:t>
              </a:r>
              <a:endParaRPr sz="1200">
                <a:solidFill>
                  <a:schemeClr val="dk1"/>
                </a:solidFill>
                <a:latin typeface="Arial"/>
                <a:ea typeface="Arial"/>
                <a:cs typeface="Arial"/>
                <a:sym typeface="Arial"/>
              </a:endParaRPr>
            </a:p>
          </p:txBody>
        </p:sp>
        <p:sp>
          <p:nvSpPr>
            <p:cNvPr id="1534" name="Google Shape;1534;p41"/>
            <p:cNvSpPr/>
            <p:nvPr/>
          </p:nvSpPr>
          <p:spPr>
            <a:xfrm>
              <a:off x="2727283" y="2240868"/>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1</a:t>
              </a:r>
              <a:endParaRPr sz="1400">
                <a:solidFill>
                  <a:schemeClr val="dk1"/>
                </a:solidFill>
                <a:latin typeface="Arial"/>
                <a:ea typeface="Arial"/>
                <a:cs typeface="Arial"/>
                <a:sym typeface="Arial"/>
              </a:endParaRPr>
            </a:p>
          </p:txBody>
        </p:sp>
        <p:sp>
          <p:nvSpPr>
            <p:cNvPr id="1535" name="Google Shape;1535;p41"/>
            <p:cNvSpPr/>
            <p:nvPr/>
          </p:nvSpPr>
          <p:spPr>
            <a:xfrm>
              <a:off x="8343907" y="2240868"/>
              <a:ext cx="756084"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Host 2</a:t>
              </a:r>
              <a:endParaRPr sz="1400">
                <a:solidFill>
                  <a:schemeClr val="dk1"/>
                </a:solidFill>
                <a:latin typeface="Arial"/>
                <a:ea typeface="Arial"/>
                <a:cs typeface="Arial"/>
                <a:sym typeface="Arial"/>
              </a:endParaRPr>
            </a:p>
          </p:txBody>
        </p:sp>
      </p:grpSp>
      <p:cxnSp>
        <p:nvCxnSpPr>
          <p:cNvPr id="1536" name="Google Shape;1536;p41"/>
          <p:cNvCxnSpPr/>
          <p:nvPr/>
        </p:nvCxnSpPr>
        <p:spPr>
          <a:xfrm>
            <a:off x="6100564" y="2564904"/>
            <a:ext cx="796774" cy="0"/>
          </a:xfrm>
          <a:prstGeom prst="straightConnector1">
            <a:avLst/>
          </a:prstGeom>
          <a:solidFill>
            <a:schemeClr val="accent1"/>
          </a:solidFill>
          <a:ln cap="flat" cmpd="sng" w="25400">
            <a:solidFill>
              <a:srgbClr val="00B0F0"/>
            </a:solidFill>
            <a:prstDash val="solid"/>
            <a:round/>
            <a:headEnd len="med" w="med" type="triangle"/>
            <a:tailEnd len="sm" w="sm" type="none"/>
          </a:ln>
        </p:spPr>
      </p:cxnSp>
      <p:graphicFrame>
        <p:nvGraphicFramePr>
          <p:cNvPr id="1537" name="Google Shape;1537;p41"/>
          <p:cNvGraphicFramePr/>
          <p:nvPr/>
        </p:nvGraphicFramePr>
        <p:xfrm>
          <a:off x="6656283" y="3846856"/>
          <a:ext cx="3000000" cy="3000000"/>
        </p:xfrm>
        <a:graphic>
          <a:graphicData uri="http://schemas.openxmlformats.org/drawingml/2006/table">
            <a:tbl>
              <a:tblPr bandRow="1" firstRow="1">
                <a:noFill/>
                <a:tableStyleId>{6586AA54-EEEF-4900-980F-A55A00102258}</a:tableStyleId>
              </a:tblPr>
              <a:tblGrid>
                <a:gridCol w="2065675"/>
                <a:gridCol w="2355125"/>
              </a:tblGrid>
              <a:tr h="378000">
                <a:tc>
                  <a:txBody>
                    <a:bodyPr/>
                    <a:lstStyle/>
                    <a:p>
                      <a:pPr indent="0" lvl="0" marL="0" marR="0" rtl="0" algn="l">
                        <a:spcBef>
                          <a:spcPts val="0"/>
                        </a:spcBef>
                        <a:spcAft>
                          <a:spcPts val="0"/>
                        </a:spcAft>
                        <a:buNone/>
                      </a:pPr>
                      <a:r>
                        <a:rPr b="0" lang="en-US" sz="1400" u="none" cap="none" strike="noStrike">
                          <a:solidFill>
                            <a:schemeClr val="dk1"/>
                          </a:solidFill>
                          <a:latin typeface="Arial"/>
                          <a:ea typeface="Arial"/>
                          <a:cs typeface="Arial"/>
                          <a:sym typeface="Arial"/>
                        </a:rPr>
                        <a:t>Source MAC address: MAC2</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l">
                        <a:spcBef>
                          <a:spcPts val="0"/>
                        </a:spcBef>
                        <a:spcAft>
                          <a:spcPts val="0"/>
                        </a:spcAft>
                        <a:buNone/>
                      </a:pPr>
                      <a:r>
                        <a:rPr b="0" lang="en-US" sz="1400" u="none" cap="none" strike="noStrike">
                          <a:solidFill>
                            <a:schemeClr val="dk1"/>
                          </a:solidFill>
                          <a:latin typeface="Arial"/>
                          <a:ea typeface="Arial"/>
                          <a:cs typeface="Arial"/>
                          <a:sym typeface="Arial"/>
                        </a:rPr>
                        <a:t>Destination MAC address: MAC1</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378000">
                <a:tc>
                  <a:txBody>
                    <a:bodyPr/>
                    <a:lstStyle/>
                    <a:p>
                      <a:pPr indent="0" lvl="0" marL="0" marR="0" rtl="0" algn="l">
                        <a:spcBef>
                          <a:spcPts val="0"/>
                        </a:spcBef>
                        <a:spcAft>
                          <a:spcPts val="0"/>
                        </a:spcAft>
                        <a:buNone/>
                      </a:pPr>
                      <a:r>
                        <a:rPr lang="en-US" sz="1400" u="none" cap="none" strike="noStrike">
                          <a:solidFill>
                            <a:schemeClr val="dk1"/>
                          </a:solidFill>
                          <a:latin typeface="Arial"/>
                          <a:ea typeface="Arial"/>
                          <a:cs typeface="Arial"/>
                          <a:sym typeface="Arial"/>
                        </a:rPr>
                        <a:t>Source IP address: IP2</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c>
                  <a:txBody>
                    <a:bodyPr/>
                    <a:lstStyle/>
                    <a:p>
                      <a:pPr indent="0" lvl="0" marL="0" marR="0" rtl="0" algn="l">
                        <a:spcBef>
                          <a:spcPts val="0"/>
                        </a:spcBef>
                        <a:spcAft>
                          <a:spcPts val="0"/>
                        </a:spcAft>
                        <a:buNone/>
                      </a:pPr>
                      <a:r>
                        <a:rPr lang="en-US" sz="1400" u="none" cap="none" strike="noStrike">
                          <a:solidFill>
                            <a:schemeClr val="dk1"/>
                          </a:solidFill>
                          <a:latin typeface="Arial"/>
                          <a:ea typeface="Arial"/>
                          <a:cs typeface="Arial"/>
                          <a:sym typeface="Arial"/>
                        </a:rPr>
                        <a:t>Destination IP address: IP1</a:t>
                      </a:r>
                      <a:endParaRPr b="0"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F3FBFE"/>
                    </a:solidFill>
                  </a:tcPr>
                </a:tc>
              </a:tr>
              <a:tr h="1371600">
                <a:tc gridSpan="2">
                  <a:txBody>
                    <a:bodyPr/>
                    <a:lstStyle/>
                    <a:p>
                      <a:pPr indent="0" lvl="0" marL="0" marR="0" rtl="0" algn="l">
                        <a:lnSpc>
                          <a:spcPct val="120000"/>
                        </a:lnSpc>
                        <a:spcBef>
                          <a:spcPts val="0"/>
                        </a:spcBef>
                        <a:spcAft>
                          <a:spcPts val="0"/>
                        </a:spcAft>
                        <a:buNone/>
                      </a:pPr>
                      <a:r>
                        <a:rPr lang="en-US" sz="1400" u="none" cap="none" strike="noStrike">
                          <a:solidFill>
                            <a:schemeClr val="dk1"/>
                          </a:solidFill>
                          <a:latin typeface="Arial"/>
                          <a:ea typeface="Arial"/>
                          <a:cs typeface="Arial"/>
                          <a:sym typeface="Arial"/>
                        </a:rPr>
                        <a:t>Operation type: ARP Reply</a:t>
                      </a:r>
                      <a:endParaRPr/>
                    </a:p>
                    <a:p>
                      <a:pPr indent="0" lvl="0" marL="0" marR="0" rtl="0" algn="l">
                        <a:lnSpc>
                          <a:spcPct val="120000"/>
                        </a:lnSpc>
                        <a:spcBef>
                          <a:spcPts val="0"/>
                        </a:spcBef>
                        <a:spcAft>
                          <a:spcPts val="0"/>
                        </a:spcAft>
                        <a:buNone/>
                      </a:pPr>
                      <a:r>
                        <a:rPr lang="en-US" sz="1400" u="none" cap="none" strike="noStrike">
                          <a:solidFill>
                            <a:schemeClr val="dk1"/>
                          </a:solidFill>
                          <a:latin typeface="Arial"/>
                          <a:ea typeface="Arial"/>
                          <a:cs typeface="Arial"/>
                          <a:sym typeface="Arial"/>
                        </a:rPr>
                        <a:t>Sender's MAC address: MAC2</a:t>
                      </a:r>
                      <a:endParaRPr/>
                    </a:p>
                    <a:p>
                      <a:pPr indent="0" lvl="0" marL="0" marR="0" rtl="0" algn="l">
                        <a:lnSpc>
                          <a:spcPct val="120000"/>
                        </a:lnSpc>
                        <a:spcBef>
                          <a:spcPts val="0"/>
                        </a:spcBef>
                        <a:spcAft>
                          <a:spcPts val="0"/>
                        </a:spcAft>
                        <a:buNone/>
                      </a:pPr>
                      <a:r>
                        <a:rPr lang="en-US" sz="1400" u="none" cap="none" strike="noStrike">
                          <a:solidFill>
                            <a:schemeClr val="dk1"/>
                          </a:solidFill>
                          <a:latin typeface="Arial"/>
                          <a:ea typeface="Arial"/>
                          <a:cs typeface="Arial"/>
                          <a:sym typeface="Arial"/>
                        </a:rPr>
                        <a:t>Sender's IP address: IP2</a:t>
                      </a:r>
                      <a:endParaRPr/>
                    </a:p>
                    <a:p>
                      <a:pPr indent="0" lvl="0" marL="0" marR="0" rtl="0" algn="l">
                        <a:lnSpc>
                          <a:spcPct val="120000"/>
                        </a:lnSpc>
                        <a:spcBef>
                          <a:spcPts val="0"/>
                        </a:spcBef>
                        <a:spcAft>
                          <a:spcPts val="0"/>
                        </a:spcAft>
                        <a:buNone/>
                      </a:pPr>
                      <a:r>
                        <a:rPr lang="en-US" sz="1400" u="none" cap="none" strike="noStrike">
                          <a:solidFill>
                            <a:schemeClr val="dk1"/>
                          </a:solidFill>
                          <a:latin typeface="Arial"/>
                          <a:ea typeface="Arial"/>
                          <a:cs typeface="Arial"/>
                          <a:sym typeface="Arial"/>
                        </a:rPr>
                        <a:t>Destination MAC address: MAC1</a:t>
                      </a:r>
                      <a:endParaRPr/>
                    </a:p>
                    <a:p>
                      <a:pPr indent="0" lvl="0" marL="0" marR="0" rtl="0" algn="l">
                        <a:lnSpc>
                          <a:spcPct val="120000"/>
                        </a:lnSpc>
                        <a:spcBef>
                          <a:spcPts val="0"/>
                        </a:spcBef>
                        <a:spcAft>
                          <a:spcPts val="0"/>
                        </a:spcAft>
                        <a:buNone/>
                      </a:pPr>
                      <a:r>
                        <a:rPr lang="en-US" sz="1400" u="none" cap="none" strike="noStrike">
                          <a:solidFill>
                            <a:schemeClr val="dk1"/>
                          </a:solidFill>
                          <a:latin typeface="Arial"/>
                          <a:ea typeface="Arial"/>
                          <a:cs typeface="Arial"/>
                          <a:sym typeface="Arial"/>
                        </a:rPr>
                        <a:t>Destination IP address: IP1</a:t>
                      </a:r>
                      <a:endParaRPr/>
                    </a:p>
                  </a:txBody>
                  <a:tcPr marT="45725" marB="45725" marR="91450" marL="9145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hMerge="1"/>
              </a:tr>
            </a:tbl>
          </a:graphicData>
        </a:graphic>
      </p:graphicFrame>
      <p:sp>
        <p:nvSpPr>
          <p:cNvPr id="1538" name="Google Shape;1538;p41"/>
          <p:cNvSpPr/>
          <p:nvPr/>
        </p:nvSpPr>
        <p:spPr>
          <a:xfrm>
            <a:off x="6564678" y="3439673"/>
            <a:ext cx="3942967" cy="283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ARP Reply packet sent by host 2</a:t>
            </a:r>
            <a:endParaRPr b="1" sz="1400">
              <a:solidFill>
                <a:schemeClr val="dk1"/>
              </a:solidFill>
              <a:latin typeface="Arial"/>
              <a:ea typeface="Arial"/>
              <a:cs typeface="Arial"/>
              <a:sym typeface="Arial"/>
            </a:endParaRPr>
          </a:p>
        </p:txBody>
      </p:sp>
      <p:sp>
        <p:nvSpPr>
          <p:cNvPr id="1539" name="Google Shape;1539;p41"/>
          <p:cNvSpPr/>
          <p:nvPr/>
        </p:nvSpPr>
        <p:spPr>
          <a:xfrm>
            <a:off x="1741838" y="3446457"/>
            <a:ext cx="3189164" cy="283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MAC address table of the switch</a:t>
            </a:r>
            <a:endParaRPr/>
          </a:p>
        </p:txBody>
      </p:sp>
      <p:cxnSp>
        <p:nvCxnSpPr>
          <p:cNvPr id="1540" name="Google Shape;1540;p41"/>
          <p:cNvCxnSpPr/>
          <p:nvPr/>
        </p:nvCxnSpPr>
        <p:spPr>
          <a:xfrm>
            <a:off x="3652292" y="2564904"/>
            <a:ext cx="796774" cy="0"/>
          </a:xfrm>
          <a:prstGeom prst="straightConnector1">
            <a:avLst/>
          </a:prstGeom>
          <a:solidFill>
            <a:schemeClr val="accent1"/>
          </a:solidFill>
          <a:ln cap="flat" cmpd="sng" w="25400">
            <a:solidFill>
              <a:srgbClr val="00B0F0"/>
            </a:solidFill>
            <a:prstDash val="solid"/>
            <a:round/>
            <a:headEnd len="med" w="med" type="triangle"/>
            <a:tailEnd len="sm" w="sm" type="none"/>
          </a:ln>
        </p:spPr>
      </p:cxnSp>
      <p:grpSp>
        <p:nvGrpSpPr>
          <p:cNvPr id="1541" name="Google Shape;1541;p41"/>
          <p:cNvGrpSpPr/>
          <p:nvPr/>
        </p:nvGrpSpPr>
        <p:grpSpPr>
          <a:xfrm>
            <a:off x="1704472" y="3846856"/>
            <a:ext cx="4123719" cy="2315519"/>
            <a:chOff x="-309243" y="3826756"/>
            <a:chExt cx="4123719" cy="2315519"/>
          </a:xfrm>
        </p:grpSpPr>
        <p:sp>
          <p:nvSpPr>
            <p:cNvPr id="1542" name="Google Shape;1542;p41"/>
            <p:cNvSpPr/>
            <p:nvPr/>
          </p:nvSpPr>
          <p:spPr>
            <a:xfrm>
              <a:off x="-158327" y="3826756"/>
              <a:ext cx="3971814" cy="2258886"/>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543" name="Google Shape;1543;p41"/>
            <p:cNvSpPr/>
            <p:nvPr/>
          </p:nvSpPr>
          <p:spPr>
            <a:xfrm flipH="1">
              <a:off x="-309243" y="3895506"/>
              <a:ext cx="4123719" cy="2246769"/>
            </a:xfrm>
            <a:prstGeom prst="rect">
              <a:avLst/>
            </a:prstGeom>
            <a:noFill/>
            <a:ln>
              <a:noFill/>
            </a:ln>
          </p:spPr>
          <p:txBody>
            <a:bodyPr anchorCtr="0" anchor="ctr" bIns="45700" lIns="91425" spcFirstLastPara="1" rIns="91425" wrap="square" tIns="45700">
              <a:noAutofit/>
            </a:bodyPr>
            <a:lstStyle/>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[Switch]display mac-address verbose</a:t>
              </a:r>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MAC address table of slot 0:</a:t>
              </a:r>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---------------------------------------------------MAC Address	Port  	Type	</a:t>
              </a:r>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---------------------------------------------------0050-5600-0001 	GE0/0/1	dynamic   	</a:t>
              </a:r>
              <a:endParaRPr sz="1400">
                <a:solidFill>
                  <a:schemeClr val="dk1"/>
                </a:solidFill>
                <a:latin typeface="Arial"/>
                <a:ea typeface="Arial"/>
                <a:cs typeface="Arial"/>
                <a:sym typeface="Arial"/>
              </a:endParaRPr>
            </a:p>
            <a:p>
              <a:pPr indent="0" lvl="0" marL="287338" marR="0" rtl="0" algn="l">
                <a:lnSpc>
                  <a:spcPct val="125000"/>
                </a:lnSpc>
                <a:spcBef>
                  <a:spcPts val="0"/>
                </a:spcBef>
                <a:spcAft>
                  <a:spcPts val="0"/>
                </a:spcAft>
                <a:buNone/>
              </a:pPr>
              <a:r>
                <a:rPr lang="en-US" sz="1400">
                  <a:solidFill>
                    <a:srgbClr val="EC7061"/>
                  </a:solidFill>
                  <a:latin typeface="Arial"/>
                  <a:ea typeface="Arial"/>
                  <a:cs typeface="Arial"/>
                  <a:sym typeface="Arial"/>
                </a:rPr>
                <a:t>0050-5600-0002 	GE0/0/2</a:t>
              </a:r>
              <a:r>
                <a:rPr lang="en-US" sz="1400">
                  <a:solidFill>
                    <a:schemeClr val="dk1"/>
                  </a:solidFill>
                  <a:latin typeface="Arial"/>
                  <a:ea typeface="Arial"/>
                  <a:cs typeface="Arial"/>
                  <a:sym typeface="Arial"/>
                </a:rPr>
                <a:t>	dynamic</a:t>
              </a:r>
              <a:endParaRPr sz="1400">
                <a:solidFill>
                  <a:schemeClr val="dk1"/>
                </a:solidFill>
                <a:latin typeface="Arial"/>
                <a:ea typeface="Arial"/>
                <a:cs typeface="Arial"/>
                <a:sym typeface="Arial"/>
              </a:endParaRPr>
            </a:p>
            <a:p>
              <a:pPr indent="0" lvl="0" marL="287338" marR="0" rtl="0" algn="l">
                <a:lnSpc>
                  <a:spcPct val="125000"/>
                </a:lnSpc>
                <a:spcBef>
                  <a:spcPts val="0"/>
                </a:spcBef>
                <a:spcAft>
                  <a:spcPts val="0"/>
                </a:spcAft>
                <a:buNone/>
              </a:pPr>
              <a:r>
                <a:rPr lang="en-U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grpSp>
      <p:sp>
        <p:nvSpPr>
          <p:cNvPr id="1544" name="Google Shape;1544;p41"/>
          <p:cNvSpPr/>
          <p:nvPr/>
        </p:nvSpPr>
        <p:spPr>
          <a:xfrm>
            <a:off x="4309563" y="2766102"/>
            <a:ext cx="1980220"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Switch</a:t>
            </a:r>
            <a:endParaRPr/>
          </a:p>
        </p:txBody>
      </p:sp>
      <p:grpSp>
        <p:nvGrpSpPr>
          <p:cNvPr id="1545" name="Google Shape;1545;p41"/>
          <p:cNvGrpSpPr/>
          <p:nvPr/>
        </p:nvGrpSpPr>
        <p:grpSpPr>
          <a:xfrm rot="10800000">
            <a:off x="6314781" y="2644497"/>
            <a:ext cx="410355" cy="275493"/>
            <a:chOff x="7383369" y="3528374"/>
            <a:chExt cx="321775" cy="216024"/>
          </a:xfrm>
        </p:grpSpPr>
        <p:sp>
          <p:nvSpPr>
            <p:cNvPr id="1546" name="Google Shape;1546;p41"/>
            <p:cNvSpPr/>
            <p:nvPr/>
          </p:nvSpPr>
          <p:spPr>
            <a:xfrm>
              <a:off x="7383369" y="3528374"/>
              <a:ext cx="321775" cy="216024"/>
            </a:xfrm>
            <a:prstGeom prst="round2SameRect">
              <a:avLst>
                <a:gd fmla="val 16667" name="adj1"/>
                <a:gd fmla="val 0" name="adj2"/>
              </a:avLst>
            </a:prstGeom>
            <a:solidFill>
              <a:srgbClr val="FFD17D"/>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547" name="Google Shape;1547;p41"/>
            <p:cNvSpPr/>
            <p:nvPr/>
          </p:nvSpPr>
          <p:spPr>
            <a:xfrm>
              <a:off x="7386180" y="3590032"/>
              <a:ext cx="316152" cy="154366"/>
            </a:xfrm>
            <a:prstGeom prst="triangle">
              <a:avLst>
                <a:gd fmla="val 50000" name="adj"/>
              </a:avLst>
            </a:prstGeom>
            <a:solidFill>
              <a:srgbClr val="FFD17D"/>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548" name="Google Shape;1548;p41"/>
          <p:cNvGrpSpPr/>
          <p:nvPr/>
        </p:nvGrpSpPr>
        <p:grpSpPr>
          <a:xfrm rot="10800000">
            <a:off x="3860498" y="2640864"/>
            <a:ext cx="410355" cy="275493"/>
            <a:chOff x="7383369" y="3528374"/>
            <a:chExt cx="321775" cy="216024"/>
          </a:xfrm>
        </p:grpSpPr>
        <p:sp>
          <p:nvSpPr>
            <p:cNvPr id="1549" name="Google Shape;1549;p41"/>
            <p:cNvSpPr/>
            <p:nvPr/>
          </p:nvSpPr>
          <p:spPr>
            <a:xfrm>
              <a:off x="7383369" y="3528374"/>
              <a:ext cx="321775" cy="216024"/>
            </a:xfrm>
            <a:prstGeom prst="round2SameRect">
              <a:avLst>
                <a:gd fmla="val 16667" name="adj1"/>
                <a:gd fmla="val 0" name="adj2"/>
              </a:avLst>
            </a:prstGeom>
            <a:solidFill>
              <a:srgbClr val="FFD17D"/>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1550" name="Google Shape;1550;p41"/>
            <p:cNvSpPr/>
            <p:nvPr/>
          </p:nvSpPr>
          <p:spPr>
            <a:xfrm>
              <a:off x="7386180" y="3590032"/>
              <a:ext cx="316152" cy="154366"/>
            </a:xfrm>
            <a:prstGeom prst="triangle">
              <a:avLst>
                <a:gd fmla="val 50000" name="adj"/>
              </a:avLst>
            </a:prstGeom>
            <a:solidFill>
              <a:srgbClr val="FFD17D"/>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551" name="Google Shape;1551;p41"/>
          <p:cNvSpPr/>
          <p:nvPr/>
        </p:nvSpPr>
        <p:spPr>
          <a:xfrm>
            <a:off x="7396708" y="2798142"/>
            <a:ext cx="244827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IP2: 192.168.1.2</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MAC2: 0050-5600-0002</a:t>
            </a:r>
            <a:endParaRPr sz="1200">
              <a:solidFill>
                <a:schemeClr val="dk1"/>
              </a:solidFill>
              <a:latin typeface="Arial"/>
              <a:ea typeface="Arial"/>
              <a:cs typeface="Arial"/>
              <a:sym typeface="Arial"/>
            </a:endParaRPr>
          </a:p>
        </p:txBody>
      </p:sp>
      <p:sp>
        <p:nvSpPr>
          <p:cNvPr id="1552" name="Google Shape;1552;p41"/>
          <p:cNvSpPr/>
          <p:nvPr/>
        </p:nvSpPr>
        <p:spPr>
          <a:xfrm>
            <a:off x="1816088" y="2798142"/>
            <a:ext cx="2412268"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IP1: 192.168.1.1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MAC1: 0050-5600-0001</a:t>
            </a:r>
            <a:endParaRPr sz="1200">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6" name="Shape 1556"/>
        <p:cNvGrpSpPr/>
        <p:nvPr/>
      </p:nvGrpSpPr>
      <p:grpSpPr>
        <a:xfrm>
          <a:off x="0" y="0"/>
          <a:ext cx="0" cy="0"/>
          <a:chOff x="0" y="0"/>
          <a:chExt cx="0" cy="0"/>
        </a:xfrm>
      </p:grpSpPr>
      <p:sp>
        <p:nvSpPr>
          <p:cNvPr id="1557" name="Google Shape;1557;p42"/>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p>
            <a:pPr indent="-395288" lvl="0" marL="395288" rtl="0" algn="just">
              <a:lnSpc>
                <a:spcPct val="140000"/>
              </a:lnSpc>
              <a:spcBef>
                <a:spcPts val="0"/>
              </a:spcBef>
              <a:spcAft>
                <a:spcPts val="0"/>
              </a:spcAft>
              <a:buSzPts val="1800"/>
              <a:buAutoNum type="arabicPeriod"/>
            </a:pPr>
            <a:r>
              <a:rPr lang="en-US" sz="1800">
                <a:latin typeface="Arial"/>
                <a:ea typeface="Arial"/>
                <a:cs typeface="Arial"/>
                <a:sym typeface="Arial"/>
              </a:rPr>
              <a:t>(Single) A Layer 2 Ethernet switch generates a MAC address table entry based on the (    ) of the packet received by an interface.</a:t>
            </a:r>
            <a:endParaRPr/>
          </a:p>
          <a:p>
            <a:pPr indent="-342900" lvl="1" marL="744376" rtl="0" algn="just">
              <a:lnSpc>
                <a:spcPct val="140000"/>
              </a:lnSpc>
              <a:spcBef>
                <a:spcPts val="720"/>
              </a:spcBef>
              <a:spcAft>
                <a:spcPts val="0"/>
              </a:spcAft>
              <a:buClr>
                <a:schemeClr val="dk1"/>
              </a:buClr>
              <a:buSzPts val="1600"/>
              <a:buFont typeface="Arial"/>
              <a:buAutoNum type="alphaUcPeriod"/>
            </a:pPr>
            <a:r>
              <a:rPr lang="en-US" sz="1600">
                <a:latin typeface="Arial"/>
                <a:ea typeface="Arial"/>
                <a:cs typeface="Arial"/>
                <a:sym typeface="Arial"/>
              </a:rPr>
              <a:t>Source MAC address</a:t>
            </a:r>
            <a:endParaRPr/>
          </a:p>
          <a:p>
            <a:pPr indent="-342900" lvl="1" marL="744376" rtl="0" algn="just">
              <a:lnSpc>
                <a:spcPct val="140000"/>
              </a:lnSpc>
              <a:spcBef>
                <a:spcPts val="720"/>
              </a:spcBef>
              <a:spcAft>
                <a:spcPts val="0"/>
              </a:spcAft>
              <a:buClr>
                <a:schemeClr val="dk1"/>
              </a:buClr>
              <a:buSzPts val="1600"/>
              <a:buFont typeface="Arial"/>
              <a:buAutoNum type="alphaUcPeriod"/>
            </a:pPr>
            <a:r>
              <a:rPr lang="en-US" sz="1600">
                <a:latin typeface="Arial"/>
                <a:ea typeface="Arial"/>
                <a:cs typeface="Arial"/>
                <a:sym typeface="Arial"/>
              </a:rPr>
              <a:t>Destination MAC address</a:t>
            </a:r>
            <a:endParaRPr/>
          </a:p>
          <a:p>
            <a:pPr indent="-342900" lvl="1" marL="744376" rtl="0" algn="just">
              <a:lnSpc>
                <a:spcPct val="140000"/>
              </a:lnSpc>
              <a:spcBef>
                <a:spcPts val="720"/>
              </a:spcBef>
              <a:spcAft>
                <a:spcPts val="0"/>
              </a:spcAft>
              <a:buClr>
                <a:schemeClr val="dk1"/>
              </a:buClr>
              <a:buSzPts val="1600"/>
              <a:buFont typeface="Arial"/>
              <a:buAutoNum type="alphaUcPeriod"/>
            </a:pPr>
            <a:r>
              <a:rPr lang="en-US" sz="1600">
                <a:latin typeface="Arial"/>
                <a:ea typeface="Arial"/>
                <a:cs typeface="Arial"/>
                <a:sym typeface="Arial"/>
              </a:rPr>
              <a:t>Source IP address</a:t>
            </a:r>
            <a:endParaRPr/>
          </a:p>
          <a:p>
            <a:pPr indent="-342900" lvl="1" marL="744376" rtl="0" algn="just">
              <a:lnSpc>
                <a:spcPct val="140000"/>
              </a:lnSpc>
              <a:spcBef>
                <a:spcPts val="720"/>
              </a:spcBef>
              <a:spcAft>
                <a:spcPts val="0"/>
              </a:spcAft>
              <a:buClr>
                <a:schemeClr val="dk1"/>
              </a:buClr>
              <a:buSzPts val="1600"/>
              <a:buFont typeface="Arial"/>
              <a:buAutoNum type="alphaUcPeriod"/>
            </a:pPr>
            <a:r>
              <a:rPr lang="en-US" sz="1600">
                <a:latin typeface="Arial"/>
                <a:ea typeface="Arial"/>
                <a:cs typeface="Arial"/>
                <a:sym typeface="Arial"/>
              </a:rPr>
              <a:t>Destination IP address.</a:t>
            </a:r>
            <a:endParaRPr/>
          </a:p>
          <a:p>
            <a:pPr indent="-395288" lvl="0" marL="395288" rtl="0" algn="just">
              <a:lnSpc>
                <a:spcPct val="140000"/>
              </a:lnSpc>
              <a:spcBef>
                <a:spcPts val="540"/>
              </a:spcBef>
              <a:spcAft>
                <a:spcPts val="0"/>
              </a:spcAft>
              <a:buSzPts val="1800"/>
              <a:buAutoNum type="arabicPeriod"/>
            </a:pPr>
            <a:r>
              <a:rPr lang="en-US" sz="1800">
                <a:latin typeface="Arial"/>
                <a:ea typeface="Arial"/>
                <a:cs typeface="Arial"/>
                <a:sym typeface="Arial"/>
              </a:rPr>
              <a:t>(Single) A switch has eight interfaces. A unicast frame enters the switch through one of the eight interfaces, but the switch cannot find the destination MAC address entry of the frame in the MAC address table. In this case, which of the following operations is performed by the switch? (      )</a:t>
            </a:r>
            <a:endParaRPr sz="1800">
              <a:latin typeface="Arial"/>
              <a:ea typeface="Arial"/>
              <a:cs typeface="Arial"/>
              <a:sym typeface="Arial"/>
            </a:endParaRPr>
          </a:p>
          <a:p>
            <a:pPr indent="-342900" lvl="1" marL="744376" rtl="0" algn="just">
              <a:lnSpc>
                <a:spcPct val="140000"/>
              </a:lnSpc>
              <a:spcBef>
                <a:spcPts val="720"/>
              </a:spcBef>
              <a:spcAft>
                <a:spcPts val="0"/>
              </a:spcAft>
              <a:buClr>
                <a:schemeClr val="dk1"/>
              </a:buClr>
              <a:buSzPts val="1600"/>
              <a:buFont typeface="Arial"/>
              <a:buAutoNum type="alphaUcPeriod"/>
            </a:pPr>
            <a:r>
              <a:rPr lang="en-US" sz="1600">
                <a:latin typeface="Arial"/>
                <a:ea typeface="Arial"/>
                <a:cs typeface="Arial"/>
                <a:sym typeface="Arial"/>
              </a:rPr>
              <a:t>Discarding</a:t>
            </a:r>
            <a:endParaRPr sz="1600">
              <a:latin typeface="Arial"/>
              <a:ea typeface="Arial"/>
              <a:cs typeface="Arial"/>
              <a:sym typeface="Arial"/>
            </a:endParaRPr>
          </a:p>
          <a:p>
            <a:pPr indent="-342900" lvl="1" marL="744376" rtl="0" algn="just">
              <a:lnSpc>
                <a:spcPct val="140000"/>
              </a:lnSpc>
              <a:spcBef>
                <a:spcPts val="720"/>
              </a:spcBef>
              <a:spcAft>
                <a:spcPts val="0"/>
              </a:spcAft>
              <a:buClr>
                <a:schemeClr val="dk1"/>
              </a:buClr>
              <a:buSzPts val="1600"/>
              <a:buFont typeface="Arial"/>
              <a:buAutoNum type="alphaUcPeriod"/>
            </a:pPr>
            <a:r>
              <a:rPr lang="en-US" sz="1600">
                <a:latin typeface="Arial"/>
                <a:ea typeface="Arial"/>
                <a:cs typeface="Arial"/>
                <a:sym typeface="Arial"/>
              </a:rPr>
              <a:t>Flooding</a:t>
            </a:r>
            <a:endParaRPr sz="1600">
              <a:latin typeface="Arial"/>
              <a:ea typeface="Arial"/>
              <a:cs typeface="Arial"/>
              <a:sym typeface="Arial"/>
            </a:endParaRPr>
          </a:p>
          <a:p>
            <a:pPr indent="-342900" lvl="1" marL="744376" rtl="0" algn="just">
              <a:lnSpc>
                <a:spcPct val="140000"/>
              </a:lnSpc>
              <a:spcBef>
                <a:spcPts val="720"/>
              </a:spcBef>
              <a:spcAft>
                <a:spcPts val="0"/>
              </a:spcAft>
              <a:buClr>
                <a:schemeClr val="dk1"/>
              </a:buClr>
              <a:buSzPts val="1600"/>
              <a:buFont typeface="Arial"/>
              <a:buAutoNum type="alphaUcPeriod"/>
            </a:pPr>
            <a:r>
              <a:rPr lang="en-US" sz="1600">
                <a:latin typeface="Arial"/>
                <a:ea typeface="Arial"/>
                <a:cs typeface="Arial"/>
                <a:sym typeface="Arial"/>
              </a:rPr>
              <a:t>Point-to-point forwarding</a:t>
            </a:r>
            <a:endParaRPr sz="1600">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1" name="Shape 1561"/>
        <p:cNvGrpSpPr/>
        <p:nvPr/>
      </p:nvGrpSpPr>
      <p:grpSpPr>
        <a:xfrm>
          <a:off x="0" y="0"/>
          <a:ext cx="0" cy="0"/>
          <a:chOff x="0" y="0"/>
          <a:chExt cx="0" cy="0"/>
        </a:xfrm>
      </p:grpSpPr>
      <p:sp>
        <p:nvSpPr>
          <p:cNvPr id="1562" name="Google Shape;1562;p43"/>
          <p:cNvSpPr txBox="1"/>
          <p:nvPr>
            <p:ph idx="1" type="body"/>
          </p:nvPr>
        </p:nvSpPr>
        <p:spPr>
          <a:xfrm>
            <a:off x="451879" y="1241721"/>
            <a:ext cx="11306174"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50"/>
              <a:buChar char="●"/>
            </a:pPr>
            <a:r>
              <a:rPr lang="en-US">
                <a:latin typeface="Arial"/>
                <a:ea typeface="Arial"/>
                <a:cs typeface="Arial"/>
                <a:sym typeface="Arial"/>
              </a:rPr>
              <a:t>This section describes the basic information about the Ethernet protocol, Ethernet frame formats, MAC address, and working principles of Layer 2 switches. Specifically, after receiving a frame, a switch learns the source MAC address of the frame and searches the destination MAC address of the frame in the MAC address table. If the destination MAC address exists in the table, the switch forwards the frame through the corresponding interface.</a:t>
            </a:r>
            <a:endParaRPr/>
          </a:p>
          <a:p>
            <a:pPr indent="-302279" lvl="0" marL="302279" rtl="0" algn="just">
              <a:lnSpc>
                <a:spcPct val="140000"/>
              </a:lnSpc>
              <a:spcBef>
                <a:spcPts val="792"/>
              </a:spcBef>
              <a:spcAft>
                <a:spcPts val="0"/>
              </a:spcAft>
              <a:buClr>
                <a:schemeClr val="dk1"/>
              </a:buClr>
              <a:buSzPts val="1050"/>
              <a:buChar char="●"/>
            </a:pPr>
            <a:r>
              <a:rPr lang="en-US">
                <a:latin typeface="Arial"/>
                <a:ea typeface="Arial"/>
                <a:cs typeface="Arial"/>
                <a:sym typeface="Arial"/>
              </a:rPr>
              <a:t>This course also describes the whole process of data communication within the same network segment based on the working principles of switches.</a:t>
            </a:r>
            <a:endParaRPr/>
          </a:p>
          <a:p>
            <a:pPr indent="-232460" lvl="0" marL="302279" rtl="0" algn="just">
              <a:lnSpc>
                <a:spcPct val="140000"/>
              </a:lnSpc>
              <a:spcBef>
                <a:spcPts val="792"/>
              </a:spcBef>
              <a:spcAft>
                <a:spcPts val="0"/>
              </a:spcAft>
              <a:buClr>
                <a:schemeClr val="dk1"/>
              </a:buClr>
              <a:buSzPts val="1100"/>
              <a:buNone/>
            </a:pPr>
            <a:r>
              <a:t/>
            </a:r>
            <a:endParaRPr>
              <a:latin typeface="Arial"/>
              <a:ea typeface="Arial"/>
              <a:cs typeface="Arial"/>
              <a:sym typeface="Arial"/>
            </a:endParaRPr>
          </a:p>
          <a:p>
            <a:pPr indent="-232460" lvl="0" marL="302279" rtl="0" algn="just">
              <a:lnSpc>
                <a:spcPct val="140000"/>
              </a:lnSpc>
              <a:spcBef>
                <a:spcPts val="792"/>
              </a:spcBef>
              <a:spcAft>
                <a:spcPts val="0"/>
              </a:spcAft>
              <a:buClr>
                <a:schemeClr val="dk1"/>
              </a:buClr>
              <a:buSzPts val="1100"/>
              <a:buNone/>
            </a:pPr>
            <a:r>
              <a:t/>
            </a:r>
            <a:endParaRPr>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6" name="Shape 156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1_自定义设计方案">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2018-11-29T10:16:29Z</dcterms:created>
  <dc:creator>fanyan (A)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(3)7d1GbSZ/5mccYbSNnbyr6ZtzHyQ/OGLx0vtjl1DBAK3PVJbbjM/+xxcYr1d1Yv1gm0FqT6iS
Xxloi3er/CN2OYp5yxsTb/6ytfoIEONJDBoDNWz1YA8YO1Z1ShVIasrkDZclac9rLl5WflSN
x7Hucpsl5mA4Y2PFNXgVRdcStNrtaQyMi8xggmfHwQUEjUsc/A7YJCAD2UpzJ9ALNGp2z+Lx
T9Hyz7GbDq0/97AEec</vt:lpwstr>
  </property>
  <property fmtid="{D5CDD505-2E9C-101B-9397-08002B2CF9AE}" pid="3" name="_2015_ms_pID_7253431">
    <vt:lpwstr>Et2q2pt7WiRcidGtaDNuB1YNPlkaotGuGKilhqS6leRCi/96qgrj+6
zuovkkWMLLDC0NAJQ/w8JF1mo70JPNqy+jmcsxdK347mf+Cd3fdJEvGyk9klC3kFJBZHtQEm
9e14Nh6x0rq+NSqxtlyVvHuQVeFu/PCy0n8SStHrbo4v8g2liOs2gRVlWU6j5u04TeX+6Dgr
qv/IXOemAXgMZcg3udu7nx8VdA5CchksSRPH</vt:lpwstr>
  </property>
  <property fmtid="{D5CDD505-2E9C-101B-9397-08002B2CF9AE}" pid="4" name="_2015_ms_pID_7253432">
    <vt:lpwstr>BQ==</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1587890484</vt:lpwstr>
  </property>
</Properties>
</file>