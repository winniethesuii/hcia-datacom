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firstSlideNum="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Lst>
  <p:sldSz cy="6858000" cx="12192000"/>
  <p:notesSz cx="6797675" cy="992662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2D200454-40CA-4A62-9FC3-DE9A4176ACB9}">
      <p15:notesGuideLst>
        <p15:guide id="1" orient="horz">
          <p15:clr>
            <a:srgbClr val="A4A3A4"/>
          </p15:clr>
        </p15:guide>
        <p15:guide id="2" pos="2141">
          <p15:clr>
            <a:srgbClr val="A4A3A4"/>
          </p15:clr>
        </p15:guide>
      </p15:notesGuideLst>
    </p:ext>
    <p:ext uri="http://customooxmlschemas.google.com/">
      <go:slidesCustomData xmlns:go="http://customooxmlschemas.google.com/" r:id="rId58" roundtripDataSignature="AMtx7mgqGAYPRrm406zCT5tjHMqp4JVzY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683CEA1-CC7D-4826-9F46-8C253FBE93F4}">
  <a:tblStyle styleId="{5683CEA1-CC7D-4826-9F46-8C253FBE93F4}"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notesViewPr>
    <p:cSldViewPr snapToGrid="0">
      <p:cViewPr varScale="1">
        <p:scale>
          <a:sx n="100" d="100"/>
          <a:sy n="100" d="100"/>
        </p:scale>
        <p:origin x="0" y="0"/>
      </p:cViewPr>
      <p:guideLst>
        <p:guide orient="horz"/>
        <p:guide pos="2141"/>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14" Type="http://schemas.openxmlformats.org/officeDocument/2006/relationships/slide" Target="slides/slide8.xml"/><Relationship Id="rId58" Type="http://customschemas.google.com/relationships/presentationmetadata" Target="meta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454896" y="766800"/>
            <a:ext cx="5932800" cy="333774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 name="Google Shape;4;n"/>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lvl1pPr indent="-298450" lvl="0" marL="457200" marR="0" rtl="0" algn="l">
              <a:lnSpc>
                <a:spcPct val="125000"/>
              </a:lnSpc>
              <a:spcBef>
                <a:spcPts val="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1pPr>
            <a:lvl2pPr indent="-298450" lvl="1" marL="914400" marR="0" rtl="0" algn="l">
              <a:lnSpc>
                <a:spcPct val="125000"/>
              </a:lnSpc>
              <a:spcBef>
                <a:spcPts val="6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2pPr>
            <a:lvl3pPr indent="-298450" lvl="2" marL="1371600" marR="0" rtl="0" algn="l">
              <a:lnSpc>
                <a:spcPct val="125000"/>
              </a:lnSpc>
              <a:spcBef>
                <a:spcPts val="600"/>
              </a:spcBef>
              <a:spcAft>
                <a:spcPts val="0"/>
              </a:spcAft>
              <a:buClr>
                <a:schemeClr val="dk1"/>
              </a:buClr>
              <a:buSzPts val="1100"/>
              <a:buFont typeface="Microsoft Yahei"/>
              <a:buChar char="▪"/>
              <a:defRPr b="0" i="0" sz="1100" u="none" cap="none" strike="noStrike">
                <a:solidFill>
                  <a:schemeClr val="dk1"/>
                </a:solidFill>
                <a:latin typeface="Arial"/>
                <a:ea typeface="Arial"/>
                <a:cs typeface="Arial"/>
                <a:sym typeface="Arial"/>
              </a:defRPr>
            </a:lvl3pPr>
            <a:lvl4pPr indent="-298450" lvl="3" marL="1828800" marR="0" rtl="0" algn="l">
              <a:lnSpc>
                <a:spcPct val="125000"/>
              </a:lnSpc>
              <a:spcBef>
                <a:spcPts val="6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4pPr>
            <a:lvl5pPr indent="-298450" lvl="4" marL="2286000" marR="0" rtl="0" algn="l">
              <a:lnSpc>
                <a:spcPct val="125000"/>
              </a:lnSpc>
              <a:spcBef>
                <a:spcPts val="6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5pPr>
            <a:lvl6pPr indent="-228600" lvl="5" marL="2743200" marR="0" rtl="0" algn="l">
              <a:spcBef>
                <a:spcPts val="600"/>
              </a:spcBef>
              <a:spcAft>
                <a:spcPts val="0"/>
              </a:spcAft>
              <a:buSzPts val="1400"/>
              <a:buNone/>
              <a:defRPr b="0" i="0" sz="16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6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6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6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extLst>
    <p:ext uri="{620B2872-D7B9-4A21-9093-7833F8D536E1}">
      <p15:sldGuideLst>
        <p15:guide id="1" orient="horz" pos="2886">
          <p15:clr>
            <a:srgbClr val="F26B43"/>
          </p15:clr>
        </p15:guide>
        <p15:guide id="2" orient="horz" pos="482">
          <p15:clr>
            <a:srgbClr val="F26B43"/>
          </p15:clr>
        </p15:guide>
        <p15:guide id="3" orient="horz" pos="2591">
          <p15:clr>
            <a:srgbClr val="F26B43"/>
          </p15:clr>
        </p15:guide>
        <p15:guide id="4" orient="horz" pos="2160">
          <p15:clr>
            <a:srgbClr val="F26B43"/>
          </p15:clr>
        </p15:guide>
        <p15:guide id="5" pos="4021">
          <p15:clr>
            <a:srgbClr val="F26B43"/>
          </p15:clr>
        </p15:guide>
        <p15:guide id="6" pos="279">
          <p15:clr>
            <a:srgbClr val="F26B43"/>
          </p15:clr>
        </p15:guide>
        <p15:guide id="7" pos="2139">
          <p15:clr>
            <a:srgbClr val="F26B43"/>
          </p15:clr>
        </p15:guide>
      </p15:sldGuideLst>
    </p:ext>
  </p:extLst>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notes"/>
          <p:cNvSpPr/>
          <p:nvPr>
            <p:ph idx="2" type="sldImg"/>
          </p:nvPr>
        </p:nvSpPr>
        <p:spPr>
          <a:xfrm>
            <a:off x="454896" y="766800"/>
            <a:ext cx="5932800" cy="333774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2" name="Google Shape;252;p1: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10150" lvl="0" marL="180000" rtl="0" algn="l">
              <a:lnSpc>
                <a:spcPct val="125000"/>
              </a:lnSpc>
              <a:spcBef>
                <a:spcPts val="0"/>
              </a:spcBef>
              <a:spcAft>
                <a:spcPts val="0"/>
              </a:spcAft>
              <a:buClr>
                <a:schemeClr val="dk1"/>
              </a:buClr>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2:notes"/>
          <p:cNvSpPr/>
          <p:nvPr>
            <p:ph idx="2" type="sldImg"/>
          </p:nvPr>
        </p:nvSpPr>
        <p:spPr>
          <a:xfrm>
            <a:off x="455613" y="766763"/>
            <a:ext cx="5932487" cy="33385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4" name="Google Shape;284;p2: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10150" lvl="0" marL="180000" rtl="0" algn="l">
              <a:lnSpc>
                <a:spcPct val="125000"/>
              </a:lnSpc>
              <a:spcBef>
                <a:spcPts val="0"/>
              </a:spcBef>
              <a:spcAft>
                <a:spcPts val="0"/>
              </a:spcAft>
              <a:buClr>
                <a:schemeClr val="dk1"/>
              </a:buClr>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3:notes"/>
          <p:cNvSpPr/>
          <p:nvPr>
            <p:ph idx="2" type="sldImg"/>
          </p:nvPr>
        </p:nvSpPr>
        <p:spPr>
          <a:xfrm>
            <a:off x="454896" y="766800"/>
            <a:ext cx="5932800" cy="333774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0" name="Google Shape;290;p3: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10150" lvl="0" marL="180000" rtl="0" algn="l">
              <a:lnSpc>
                <a:spcPct val="125000"/>
              </a:lnSpc>
              <a:spcBef>
                <a:spcPts val="0"/>
              </a:spcBef>
              <a:spcAft>
                <a:spcPts val="0"/>
              </a:spcAft>
              <a:buClr>
                <a:schemeClr val="dk1"/>
              </a:buClr>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e39f93bc36_0_0:notes"/>
          <p:cNvSpPr/>
          <p:nvPr>
            <p:ph idx="2" type="sldImg"/>
          </p:nvPr>
        </p:nvSpPr>
        <p:spPr>
          <a:xfrm>
            <a:off x="454896" y="766800"/>
            <a:ext cx="5932800" cy="33378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e39f93bc36_0_0:notes"/>
          <p:cNvSpPr txBox="1"/>
          <p:nvPr>
            <p:ph idx="1" type="body"/>
          </p:nvPr>
        </p:nvSpPr>
        <p:spPr>
          <a:xfrm>
            <a:off x="454896" y="4603008"/>
            <a:ext cx="5932800" cy="5108400"/>
          </a:xfrm>
          <a:prstGeom prst="rect">
            <a:avLst/>
          </a:prstGeom>
        </p:spPr>
        <p:txBody>
          <a:bodyPr anchorCtr="0" anchor="t" bIns="45700" lIns="97200" spcFirstLastPara="1" rIns="97200" wrap="square" tIns="45700">
            <a:noAutofit/>
          </a:bodyPr>
          <a:lstStyle/>
          <a:p>
            <a:pPr indent="0" lvl="0" marL="0" rtl="0" algn="l">
              <a:spcBef>
                <a:spcPts val="0"/>
              </a:spcBef>
              <a:spcAft>
                <a:spcPts val="60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4:notes"/>
          <p:cNvSpPr/>
          <p:nvPr>
            <p:ph idx="2" type="sldImg"/>
          </p:nvPr>
        </p:nvSpPr>
        <p:spPr>
          <a:xfrm>
            <a:off x="455613" y="766763"/>
            <a:ext cx="5932487" cy="33385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0" name="Google Shape;300;p4: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10150" lvl="0" marL="180000" rtl="0" algn="l">
              <a:lnSpc>
                <a:spcPct val="125000"/>
              </a:lnSpc>
              <a:spcBef>
                <a:spcPts val="0"/>
              </a:spcBef>
              <a:spcAft>
                <a:spcPts val="0"/>
              </a:spcAft>
              <a:buClr>
                <a:schemeClr val="dk1"/>
              </a:buClr>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5:notes"/>
          <p:cNvSpPr/>
          <p:nvPr>
            <p:ph idx="2" type="sldImg"/>
          </p:nvPr>
        </p:nvSpPr>
        <p:spPr>
          <a:xfrm>
            <a:off x="454896" y="766800"/>
            <a:ext cx="5932800" cy="333774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5" name="Google Shape;305;p5: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10150" lvl="0" marL="180000" rtl="0" algn="l">
              <a:lnSpc>
                <a:spcPct val="125000"/>
              </a:lnSpc>
              <a:spcBef>
                <a:spcPts val="0"/>
              </a:spcBef>
              <a:spcAft>
                <a:spcPts val="0"/>
              </a:spcAft>
              <a:buClr>
                <a:schemeClr val="dk1"/>
              </a:buClr>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6:notes"/>
          <p:cNvSpPr/>
          <p:nvPr>
            <p:ph idx="2" type="sldImg"/>
          </p:nvPr>
        </p:nvSpPr>
        <p:spPr>
          <a:xfrm>
            <a:off x="454896" y="766800"/>
            <a:ext cx="5932800" cy="333774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0" name="Google Shape;310;p6: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10150" lvl="0" marL="180000" rtl="0" algn="l">
              <a:lnSpc>
                <a:spcPct val="125000"/>
              </a:lnSpc>
              <a:spcBef>
                <a:spcPts val="0"/>
              </a:spcBef>
              <a:spcAft>
                <a:spcPts val="0"/>
              </a:spcAft>
              <a:buClr>
                <a:schemeClr val="dk1"/>
              </a:buClr>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7: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80000" lvl="0" marL="180000" rtl="0" algn="l">
              <a:lnSpc>
                <a:spcPct val="125000"/>
              </a:lnSpc>
              <a:spcBef>
                <a:spcPts val="0"/>
              </a:spcBef>
              <a:spcAft>
                <a:spcPts val="0"/>
              </a:spcAft>
              <a:buClr>
                <a:schemeClr val="dk1"/>
              </a:buClr>
              <a:buSzPts val="1100"/>
              <a:buChar char="•"/>
            </a:pPr>
            <a:r>
              <a:rPr lang="en-US"/>
              <a:t>BGP uses the path-vector algorithm, which is a modified version of the distance-vector algorithm.</a:t>
            </a:r>
            <a:endParaRPr/>
          </a:p>
          <a:p>
            <a:pPr indent="-110150" lvl="0" marL="180000" rtl="0" algn="l">
              <a:lnSpc>
                <a:spcPct val="125000"/>
              </a:lnSpc>
              <a:spcBef>
                <a:spcPts val="600"/>
              </a:spcBef>
              <a:spcAft>
                <a:spcPts val="0"/>
              </a:spcAft>
              <a:buClr>
                <a:schemeClr val="dk1"/>
              </a:buClr>
              <a:buSzPts val="1100"/>
              <a:buNone/>
            </a:pPr>
            <a:r>
              <a:t/>
            </a:r>
            <a:endParaRPr/>
          </a:p>
        </p:txBody>
      </p:sp>
      <p:sp>
        <p:nvSpPr>
          <p:cNvPr id="345" name="Google Shape;345;p7:notes"/>
          <p:cNvSpPr/>
          <p:nvPr>
            <p:ph idx="2" type="sldImg"/>
          </p:nvPr>
        </p:nvSpPr>
        <p:spPr>
          <a:xfrm>
            <a:off x="454896" y="766800"/>
            <a:ext cx="5932800" cy="333774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8:notes"/>
          <p:cNvSpPr/>
          <p:nvPr>
            <p:ph idx="2" type="sldImg"/>
          </p:nvPr>
        </p:nvSpPr>
        <p:spPr>
          <a:xfrm>
            <a:off x="455613" y="766763"/>
            <a:ext cx="5932487" cy="33385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0" name="Google Shape;370;p8: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10150" lvl="0" marL="180000" rtl="0" algn="l">
              <a:lnSpc>
                <a:spcPct val="125000"/>
              </a:lnSpc>
              <a:spcBef>
                <a:spcPts val="0"/>
              </a:spcBef>
              <a:spcAft>
                <a:spcPts val="0"/>
              </a:spcAft>
              <a:buClr>
                <a:schemeClr val="dk1"/>
              </a:buClr>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9: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80000" lvl="0" marL="180000" rtl="0" algn="l">
              <a:lnSpc>
                <a:spcPct val="125000"/>
              </a:lnSpc>
              <a:spcBef>
                <a:spcPts val="0"/>
              </a:spcBef>
              <a:spcAft>
                <a:spcPts val="0"/>
              </a:spcAft>
              <a:buClr>
                <a:schemeClr val="dk1"/>
              </a:buClr>
              <a:buSzPts val="1100"/>
              <a:buChar char="•"/>
            </a:pPr>
            <a:r>
              <a:rPr lang="en-US"/>
              <a:t>Each router generates an LSA that describes status information about its directly connected interface. The LSA contains the interface cost and the relationship between the router and its neighboring routers.</a:t>
            </a:r>
            <a:endParaRPr/>
          </a:p>
        </p:txBody>
      </p:sp>
      <p:sp>
        <p:nvSpPr>
          <p:cNvPr id="396" name="Google Shape;396;p9:notes"/>
          <p:cNvSpPr/>
          <p:nvPr>
            <p:ph idx="2" type="sldImg"/>
          </p:nvPr>
        </p:nvSpPr>
        <p:spPr>
          <a:xfrm>
            <a:off x="455613" y="766763"/>
            <a:ext cx="5932487" cy="33385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10:notes"/>
          <p:cNvSpPr/>
          <p:nvPr>
            <p:ph idx="2" type="sldImg"/>
          </p:nvPr>
        </p:nvSpPr>
        <p:spPr>
          <a:xfrm>
            <a:off x="455613" y="766763"/>
            <a:ext cx="5932487" cy="33385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2" name="Google Shape;432;p10: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10150" lvl="0" marL="180000" rtl="0" algn="l">
              <a:lnSpc>
                <a:spcPct val="125000"/>
              </a:lnSpc>
              <a:spcBef>
                <a:spcPts val="0"/>
              </a:spcBef>
              <a:spcAft>
                <a:spcPts val="0"/>
              </a:spcAft>
              <a:buClr>
                <a:schemeClr val="dk1"/>
              </a:buClr>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11: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80000" lvl="0" marL="180000" rtl="0" algn="l">
              <a:lnSpc>
                <a:spcPct val="125000"/>
              </a:lnSpc>
              <a:spcBef>
                <a:spcPts val="0"/>
              </a:spcBef>
              <a:spcAft>
                <a:spcPts val="0"/>
              </a:spcAft>
              <a:buClr>
                <a:schemeClr val="dk1"/>
              </a:buClr>
              <a:buSzPts val="1100"/>
              <a:buChar char="•"/>
            </a:pPr>
            <a:r>
              <a:rPr lang="en-US"/>
              <a:t>SPF is a core algorithm of OSPF and used to select preferred routes on a complex network.</a:t>
            </a:r>
            <a:endParaRPr/>
          </a:p>
        </p:txBody>
      </p:sp>
      <p:sp>
        <p:nvSpPr>
          <p:cNvPr id="471" name="Google Shape;471;p11:notes"/>
          <p:cNvSpPr/>
          <p:nvPr>
            <p:ph idx="2" type="sldImg"/>
          </p:nvPr>
        </p:nvSpPr>
        <p:spPr>
          <a:xfrm>
            <a:off x="455613" y="766763"/>
            <a:ext cx="5932487" cy="33385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p12:notes"/>
          <p:cNvSpPr/>
          <p:nvPr>
            <p:ph idx="2" type="sldImg"/>
          </p:nvPr>
        </p:nvSpPr>
        <p:spPr>
          <a:xfrm>
            <a:off x="455613" y="766763"/>
            <a:ext cx="5932487" cy="33385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3" name="Google Shape;513;p12: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10150" lvl="0" marL="180000" rtl="0" algn="l">
              <a:lnSpc>
                <a:spcPct val="125000"/>
              </a:lnSpc>
              <a:spcBef>
                <a:spcPts val="0"/>
              </a:spcBef>
              <a:spcAft>
                <a:spcPts val="0"/>
              </a:spcAft>
              <a:buClr>
                <a:schemeClr val="dk1"/>
              </a:buClr>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p13: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80000" lvl="0" marL="180000" rtl="0" algn="l">
              <a:lnSpc>
                <a:spcPct val="125000"/>
              </a:lnSpc>
              <a:spcBef>
                <a:spcPts val="0"/>
              </a:spcBef>
              <a:spcAft>
                <a:spcPts val="0"/>
              </a:spcAft>
              <a:buClr>
                <a:schemeClr val="dk1"/>
              </a:buClr>
              <a:buSzPts val="1100"/>
              <a:buChar char="•"/>
            </a:pPr>
            <a:r>
              <a:rPr lang="en-US"/>
              <a:t>The implementation of a link-state routing protocol is as follows:</a:t>
            </a:r>
            <a:endParaRPr/>
          </a:p>
          <a:p>
            <a:pPr indent="-179999" lvl="1" marL="540000" rtl="0" algn="l">
              <a:lnSpc>
                <a:spcPct val="125000"/>
              </a:lnSpc>
              <a:spcBef>
                <a:spcPts val="600"/>
              </a:spcBef>
              <a:spcAft>
                <a:spcPts val="0"/>
              </a:spcAft>
              <a:buClr>
                <a:schemeClr val="dk1"/>
              </a:buClr>
              <a:buSzPts val="1100"/>
              <a:buChar char="▫"/>
            </a:pPr>
            <a:r>
              <a:rPr lang="en-US"/>
              <a:t>Step 1: Establishes a neighbor relationship between neighboring routers.</a:t>
            </a:r>
            <a:endParaRPr/>
          </a:p>
          <a:p>
            <a:pPr indent="-179999" lvl="1" marL="540000" rtl="0" algn="l">
              <a:lnSpc>
                <a:spcPct val="125000"/>
              </a:lnSpc>
              <a:spcBef>
                <a:spcPts val="600"/>
              </a:spcBef>
              <a:spcAft>
                <a:spcPts val="0"/>
              </a:spcAft>
              <a:buClr>
                <a:schemeClr val="dk1"/>
              </a:buClr>
              <a:buSzPts val="1100"/>
              <a:buChar char="▫"/>
            </a:pPr>
            <a:r>
              <a:rPr lang="en-US"/>
              <a:t>Step 2: Exchanges link status information and synchronizes LSDB information between neighbors.</a:t>
            </a:r>
            <a:endParaRPr/>
          </a:p>
          <a:p>
            <a:pPr indent="-179999" lvl="1" marL="540000" rtl="0" algn="l">
              <a:lnSpc>
                <a:spcPct val="125000"/>
              </a:lnSpc>
              <a:spcBef>
                <a:spcPts val="600"/>
              </a:spcBef>
              <a:spcAft>
                <a:spcPts val="0"/>
              </a:spcAft>
              <a:buClr>
                <a:schemeClr val="dk1"/>
              </a:buClr>
              <a:buSzPts val="1100"/>
              <a:buChar char="▫"/>
            </a:pPr>
            <a:r>
              <a:rPr lang="en-US"/>
              <a:t>Step 3: Calculates an optimal path.</a:t>
            </a:r>
            <a:endParaRPr/>
          </a:p>
          <a:p>
            <a:pPr indent="-179999" lvl="1" marL="540000" rtl="0" algn="l">
              <a:lnSpc>
                <a:spcPct val="125000"/>
              </a:lnSpc>
              <a:spcBef>
                <a:spcPts val="600"/>
              </a:spcBef>
              <a:spcAft>
                <a:spcPts val="0"/>
              </a:spcAft>
              <a:buClr>
                <a:schemeClr val="dk1"/>
              </a:buClr>
              <a:buSzPts val="1100"/>
              <a:buChar char="▫"/>
            </a:pPr>
            <a:r>
              <a:rPr lang="en-US"/>
              <a:t>Step 4: Generates route entries based on the shortest path tree and loads the routing entries to the routing table.</a:t>
            </a:r>
            <a:endParaRPr/>
          </a:p>
          <a:p>
            <a:pPr indent="-110150" lvl="0" marL="180000" rtl="0" algn="l">
              <a:lnSpc>
                <a:spcPct val="125000"/>
              </a:lnSpc>
              <a:spcBef>
                <a:spcPts val="600"/>
              </a:spcBef>
              <a:spcAft>
                <a:spcPts val="0"/>
              </a:spcAft>
              <a:buClr>
                <a:schemeClr val="dk1"/>
              </a:buClr>
              <a:buSzPts val="1100"/>
              <a:buNone/>
            </a:pPr>
            <a:r>
              <a:t/>
            </a:r>
            <a:endParaRPr/>
          </a:p>
          <a:p>
            <a:pPr indent="-110150" lvl="0" marL="180000" rtl="0" algn="l">
              <a:lnSpc>
                <a:spcPct val="125000"/>
              </a:lnSpc>
              <a:spcBef>
                <a:spcPts val="600"/>
              </a:spcBef>
              <a:spcAft>
                <a:spcPts val="0"/>
              </a:spcAft>
              <a:buClr>
                <a:schemeClr val="dk1"/>
              </a:buClr>
              <a:buSzPts val="1100"/>
              <a:buNone/>
            </a:pPr>
            <a:r>
              <a:t/>
            </a:r>
            <a:endParaRPr/>
          </a:p>
          <a:p>
            <a:pPr indent="-110149" lvl="1" marL="540000" rtl="0" algn="l">
              <a:lnSpc>
                <a:spcPct val="125000"/>
              </a:lnSpc>
              <a:spcBef>
                <a:spcPts val="600"/>
              </a:spcBef>
              <a:spcAft>
                <a:spcPts val="0"/>
              </a:spcAft>
              <a:buClr>
                <a:schemeClr val="dk1"/>
              </a:buClr>
              <a:buSzPts val="1100"/>
              <a:buNone/>
            </a:pPr>
            <a:r>
              <a:t/>
            </a:r>
            <a:endParaRPr/>
          </a:p>
          <a:p>
            <a:pPr indent="-110150" lvl="0" marL="180000" rtl="0" algn="l">
              <a:lnSpc>
                <a:spcPct val="125000"/>
              </a:lnSpc>
              <a:spcBef>
                <a:spcPts val="600"/>
              </a:spcBef>
              <a:spcAft>
                <a:spcPts val="0"/>
              </a:spcAft>
              <a:buClr>
                <a:schemeClr val="dk1"/>
              </a:buClr>
              <a:buSzPts val="1100"/>
              <a:buNone/>
            </a:pPr>
            <a:r>
              <a:t/>
            </a:r>
            <a:endParaRPr/>
          </a:p>
          <a:p>
            <a:pPr indent="-110150" lvl="0" marL="180000" rtl="0" algn="l">
              <a:lnSpc>
                <a:spcPct val="125000"/>
              </a:lnSpc>
              <a:spcBef>
                <a:spcPts val="600"/>
              </a:spcBef>
              <a:spcAft>
                <a:spcPts val="0"/>
              </a:spcAft>
              <a:buClr>
                <a:schemeClr val="dk1"/>
              </a:buClr>
              <a:buSzPts val="1100"/>
              <a:buNone/>
            </a:pPr>
            <a:r>
              <a:t/>
            </a:r>
            <a:endParaRPr/>
          </a:p>
        </p:txBody>
      </p:sp>
      <p:sp>
        <p:nvSpPr>
          <p:cNvPr id="547" name="Google Shape;547;p13:notes"/>
          <p:cNvSpPr/>
          <p:nvPr>
            <p:ph idx="2" type="sldImg"/>
          </p:nvPr>
        </p:nvSpPr>
        <p:spPr>
          <a:xfrm>
            <a:off x="454896" y="766800"/>
            <a:ext cx="5932800" cy="333774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p14:notes"/>
          <p:cNvSpPr/>
          <p:nvPr>
            <p:ph idx="2" type="sldImg"/>
          </p:nvPr>
        </p:nvSpPr>
        <p:spPr>
          <a:xfrm>
            <a:off x="455613" y="766763"/>
            <a:ext cx="5932487" cy="33385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1" name="Google Shape;631;p14: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10150" lvl="0" marL="180000" rtl="0" algn="l">
              <a:lnSpc>
                <a:spcPct val="125000"/>
              </a:lnSpc>
              <a:spcBef>
                <a:spcPts val="0"/>
              </a:spcBef>
              <a:spcAft>
                <a:spcPts val="0"/>
              </a:spcAft>
              <a:buClr>
                <a:schemeClr val="dk1"/>
              </a:buClr>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p15:notes"/>
          <p:cNvSpPr/>
          <p:nvPr>
            <p:ph idx="2" type="sldImg"/>
          </p:nvPr>
        </p:nvSpPr>
        <p:spPr>
          <a:xfrm>
            <a:off x="454896" y="766800"/>
            <a:ext cx="5932800" cy="333774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7" name="Google Shape;637;p15: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10150" lvl="0" marL="180000" rtl="0" algn="l">
              <a:lnSpc>
                <a:spcPct val="125000"/>
              </a:lnSpc>
              <a:spcBef>
                <a:spcPts val="0"/>
              </a:spcBef>
              <a:spcAft>
                <a:spcPts val="0"/>
              </a:spcAft>
              <a:buClr>
                <a:schemeClr val="dk1"/>
              </a:buClr>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p16:notes"/>
          <p:cNvSpPr/>
          <p:nvPr>
            <p:ph idx="2" type="sldImg"/>
          </p:nvPr>
        </p:nvSpPr>
        <p:spPr>
          <a:xfrm>
            <a:off x="454896" y="766800"/>
            <a:ext cx="5932800" cy="333774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6" name="Google Shape;696;p16: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10150" lvl="0" marL="180000" rtl="0" algn="l">
              <a:lnSpc>
                <a:spcPct val="125000"/>
              </a:lnSpc>
              <a:spcBef>
                <a:spcPts val="0"/>
              </a:spcBef>
              <a:spcAft>
                <a:spcPts val="0"/>
              </a:spcAft>
              <a:buClr>
                <a:schemeClr val="dk1"/>
              </a:buClr>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 name="Shape 715"/>
        <p:cNvGrpSpPr/>
        <p:nvPr/>
      </p:nvGrpSpPr>
      <p:grpSpPr>
        <a:xfrm>
          <a:off x="0" y="0"/>
          <a:ext cx="0" cy="0"/>
          <a:chOff x="0" y="0"/>
          <a:chExt cx="0" cy="0"/>
        </a:xfrm>
      </p:grpSpPr>
      <p:sp>
        <p:nvSpPr>
          <p:cNvPr id="716" name="Google Shape;716;p17: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80000" lvl="0" marL="180000" rtl="0" algn="l">
              <a:lnSpc>
                <a:spcPct val="125000"/>
              </a:lnSpc>
              <a:spcBef>
                <a:spcPts val="0"/>
              </a:spcBef>
              <a:spcAft>
                <a:spcPts val="0"/>
              </a:spcAft>
              <a:buClr>
                <a:schemeClr val="dk1"/>
              </a:buClr>
              <a:buSzPts val="1100"/>
              <a:buChar char="•"/>
            </a:pPr>
            <a:r>
              <a:rPr lang="en-US"/>
              <a:t>In actual projects, OSPF router IDs are manually set for devices. Ensure that the router IDs of any two devices in an OSPF area are different. Generally, the router ID is set the same as the IP address of an interface (usually a Loopback interface) on the device.</a:t>
            </a:r>
            <a:endParaRPr/>
          </a:p>
          <a:p>
            <a:pPr indent="-110150" lvl="0" marL="180000" rtl="0" algn="l">
              <a:lnSpc>
                <a:spcPct val="125000"/>
              </a:lnSpc>
              <a:spcBef>
                <a:spcPts val="600"/>
              </a:spcBef>
              <a:spcAft>
                <a:spcPts val="0"/>
              </a:spcAft>
              <a:buClr>
                <a:schemeClr val="dk1"/>
              </a:buClr>
              <a:buSzPts val="1100"/>
              <a:buNone/>
            </a:pPr>
            <a:r>
              <a:t/>
            </a:r>
            <a:endParaRPr/>
          </a:p>
        </p:txBody>
      </p:sp>
      <p:sp>
        <p:nvSpPr>
          <p:cNvPr id="717" name="Google Shape;717;p17:notes"/>
          <p:cNvSpPr/>
          <p:nvPr>
            <p:ph idx="2" type="sldImg"/>
          </p:nvPr>
        </p:nvSpPr>
        <p:spPr>
          <a:xfrm>
            <a:off x="454896" y="766800"/>
            <a:ext cx="5932800" cy="333774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p18:notes"/>
          <p:cNvSpPr/>
          <p:nvPr>
            <p:ph idx="2" type="sldImg"/>
          </p:nvPr>
        </p:nvSpPr>
        <p:spPr>
          <a:xfrm>
            <a:off x="455613" y="766763"/>
            <a:ext cx="5932487" cy="33385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3" name="Google Shape;743;p18: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10150" lvl="0" marL="180000" rtl="0" algn="l">
              <a:lnSpc>
                <a:spcPct val="125000"/>
              </a:lnSpc>
              <a:spcBef>
                <a:spcPts val="0"/>
              </a:spcBef>
              <a:spcAft>
                <a:spcPts val="0"/>
              </a:spcAft>
              <a:buClr>
                <a:schemeClr val="dk1"/>
              </a:buClr>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9" name="Shape 779"/>
        <p:cNvGrpSpPr/>
        <p:nvPr/>
      </p:nvGrpSpPr>
      <p:grpSpPr>
        <a:xfrm>
          <a:off x="0" y="0"/>
          <a:ext cx="0" cy="0"/>
          <a:chOff x="0" y="0"/>
          <a:chExt cx="0" cy="0"/>
        </a:xfrm>
      </p:grpSpPr>
      <p:sp>
        <p:nvSpPr>
          <p:cNvPr id="780" name="Google Shape;780;p19:notes"/>
          <p:cNvSpPr/>
          <p:nvPr>
            <p:ph idx="2" type="sldImg"/>
          </p:nvPr>
        </p:nvSpPr>
        <p:spPr>
          <a:xfrm>
            <a:off x="454896" y="766800"/>
            <a:ext cx="5932800" cy="333774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1" name="Google Shape;781;p19: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10150" lvl="0" marL="180000" rtl="0" algn="l">
              <a:lnSpc>
                <a:spcPct val="125000"/>
              </a:lnSpc>
              <a:spcBef>
                <a:spcPts val="0"/>
              </a:spcBef>
              <a:spcAft>
                <a:spcPts val="0"/>
              </a:spcAft>
              <a:buClr>
                <a:schemeClr val="dk1"/>
              </a:buClr>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6" name="Shape 786"/>
        <p:cNvGrpSpPr/>
        <p:nvPr/>
      </p:nvGrpSpPr>
      <p:grpSpPr>
        <a:xfrm>
          <a:off x="0" y="0"/>
          <a:ext cx="0" cy="0"/>
          <a:chOff x="0" y="0"/>
          <a:chExt cx="0" cy="0"/>
        </a:xfrm>
      </p:grpSpPr>
      <p:sp>
        <p:nvSpPr>
          <p:cNvPr id="787" name="Google Shape;787;p20: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80000" lvl="0" marL="180000" rtl="0" algn="l">
              <a:lnSpc>
                <a:spcPct val="125000"/>
              </a:lnSpc>
              <a:spcBef>
                <a:spcPts val="0"/>
              </a:spcBef>
              <a:spcAft>
                <a:spcPts val="0"/>
              </a:spcAft>
              <a:buClr>
                <a:schemeClr val="dk1"/>
              </a:buClr>
              <a:buSzPts val="1100"/>
              <a:buChar char="•"/>
            </a:pPr>
            <a:r>
              <a:rPr lang="en-US"/>
              <a:t>The OSPF neighbor table contains much key information, such as router IDs and interface addresses of neighboring devices. For more details, see "OSPF Working Mechanism".</a:t>
            </a:r>
            <a:endParaRPr/>
          </a:p>
        </p:txBody>
      </p:sp>
      <p:sp>
        <p:nvSpPr>
          <p:cNvPr id="788" name="Google Shape;788;p20:notes"/>
          <p:cNvSpPr/>
          <p:nvPr>
            <p:ph idx="2" type="sldImg"/>
          </p:nvPr>
        </p:nvSpPr>
        <p:spPr>
          <a:xfrm>
            <a:off x="455613" y="766763"/>
            <a:ext cx="5932487" cy="33385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2" name="Shape 812"/>
        <p:cNvGrpSpPr/>
        <p:nvPr/>
      </p:nvGrpSpPr>
      <p:grpSpPr>
        <a:xfrm>
          <a:off x="0" y="0"/>
          <a:ext cx="0" cy="0"/>
          <a:chOff x="0" y="0"/>
          <a:chExt cx="0" cy="0"/>
        </a:xfrm>
      </p:grpSpPr>
      <p:sp>
        <p:nvSpPr>
          <p:cNvPr id="813" name="Google Shape;813;p21: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80000" lvl="0" marL="180000" rtl="0" algn="l">
              <a:lnSpc>
                <a:spcPct val="125000"/>
              </a:lnSpc>
              <a:spcBef>
                <a:spcPts val="0"/>
              </a:spcBef>
              <a:spcAft>
                <a:spcPts val="0"/>
              </a:spcAft>
              <a:buClr>
                <a:schemeClr val="dk1"/>
              </a:buClr>
              <a:buSzPts val="1100"/>
              <a:buChar char="•"/>
            </a:pPr>
            <a:r>
              <a:rPr lang="en-US"/>
              <a:t>For more information about LSAs, see information provided in HCIP-Datacom courses.</a:t>
            </a:r>
            <a:endParaRPr/>
          </a:p>
        </p:txBody>
      </p:sp>
      <p:sp>
        <p:nvSpPr>
          <p:cNvPr id="814" name="Google Shape;814;p21:notes"/>
          <p:cNvSpPr/>
          <p:nvPr>
            <p:ph idx="2" type="sldImg"/>
          </p:nvPr>
        </p:nvSpPr>
        <p:spPr>
          <a:xfrm>
            <a:off x="455613" y="766763"/>
            <a:ext cx="5932487" cy="33385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p22: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80000" lvl="0" marL="180000" rtl="0" algn="l">
              <a:lnSpc>
                <a:spcPct val="125000"/>
              </a:lnSpc>
              <a:spcBef>
                <a:spcPts val="0"/>
              </a:spcBef>
              <a:spcAft>
                <a:spcPts val="0"/>
              </a:spcAft>
              <a:buClr>
                <a:schemeClr val="dk1"/>
              </a:buClr>
              <a:buSzPts val="1100"/>
              <a:buChar char="•"/>
            </a:pPr>
            <a:r>
              <a:rPr lang="en-US"/>
              <a:t>For more information about the OSPF routing table, see information provided in HCIP-Datacom courses.</a:t>
            </a:r>
            <a:endParaRPr/>
          </a:p>
          <a:p>
            <a:pPr indent="-110150" lvl="0" marL="180000" rtl="0" algn="l">
              <a:lnSpc>
                <a:spcPct val="125000"/>
              </a:lnSpc>
              <a:spcBef>
                <a:spcPts val="600"/>
              </a:spcBef>
              <a:spcAft>
                <a:spcPts val="0"/>
              </a:spcAft>
              <a:buClr>
                <a:schemeClr val="dk1"/>
              </a:buClr>
              <a:buSzPts val="1100"/>
              <a:buNone/>
            </a:pPr>
            <a:r>
              <a:t/>
            </a:r>
            <a:endParaRPr/>
          </a:p>
        </p:txBody>
      </p:sp>
      <p:sp>
        <p:nvSpPr>
          <p:cNvPr id="840" name="Google Shape;840;p22:notes"/>
          <p:cNvSpPr/>
          <p:nvPr>
            <p:ph idx="2" type="sldImg"/>
          </p:nvPr>
        </p:nvSpPr>
        <p:spPr>
          <a:xfrm>
            <a:off x="455613" y="766763"/>
            <a:ext cx="5932487" cy="33385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4" name="Shape 864"/>
        <p:cNvGrpSpPr/>
        <p:nvPr/>
      </p:nvGrpSpPr>
      <p:grpSpPr>
        <a:xfrm>
          <a:off x="0" y="0"/>
          <a:ext cx="0" cy="0"/>
          <a:chOff x="0" y="0"/>
          <a:chExt cx="0" cy="0"/>
        </a:xfrm>
      </p:grpSpPr>
      <p:sp>
        <p:nvSpPr>
          <p:cNvPr id="865" name="Google Shape;865;p23:notes"/>
          <p:cNvSpPr/>
          <p:nvPr>
            <p:ph idx="2" type="sldImg"/>
          </p:nvPr>
        </p:nvSpPr>
        <p:spPr>
          <a:xfrm>
            <a:off x="454896" y="766800"/>
            <a:ext cx="5932800" cy="333774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6" name="Google Shape;866;p23: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10150" lvl="0" marL="180000" rtl="0" algn="l">
              <a:lnSpc>
                <a:spcPct val="125000"/>
              </a:lnSpc>
              <a:spcBef>
                <a:spcPts val="0"/>
              </a:spcBef>
              <a:spcAft>
                <a:spcPts val="0"/>
              </a:spcAft>
              <a:buClr>
                <a:schemeClr val="dk1"/>
              </a:buClr>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9" name="Shape 869"/>
        <p:cNvGrpSpPr/>
        <p:nvPr/>
      </p:nvGrpSpPr>
      <p:grpSpPr>
        <a:xfrm>
          <a:off x="0" y="0"/>
          <a:ext cx="0" cy="0"/>
          <a:chOff x="0" y="0"/>
          <a:chExt cx="0" cy="0"/>
        </a:xfrm>
      </p:grpSpPr>
      <p:sp>
        <p:nvSpPr>
          <p:cNvPr id="870" name="Google Shape;870;p24:notes"/>
          <p:cNvSpPr/>
          <p:nvPr>
            <p:ph idx="2" type="sldImg"/>
          </p:nvPr>
        </p:nvSpPr>
        <p:spPr>
          <a:xfrm>
            <a:off x="454896" y="766800"/>
            <a:ext cx="5932800" cy="333774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1" name="Google Shape;871;p24: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10150" lvl="0" marL="180000" rtl="0" algn="l">
              <a:lnSpc>
                <a:spcPct val="125000"/>
              </a:lnSpc>
              <a:spcBef>
                <a:spcPts val="0"/>
              </a:spcBef>
              <a:spcAft>
                <a:spcPts val="0"/>
              </a:spcAft>
              <a:buClr>
                <a:schemeClr val="dk1"/>
              </a:buClr>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5" name="Shape 875"/>
        <p:cNvGrpSpPr/>
        <p:nvPr/>
      </p:nvGrpSpPr>
      <p:grpSpPr>
        <a:xfrm>
          <a:off x="0" y="0"/>
          <a:ext cx="0" cy="0"/>
          <a:chOff x="0" y="0"/>
          <a:chExt cx="0" cy="0"/>
        </a:xfrm>
      </p:grpSpPr>
      <p:sp>
        <p:nvSpPr>
          <p:cNvPr id="876" name="Google Shape;876;p25:notes"/>
          <p:cNvSpPr/>
          <p:nvPr>
            <p:ph idx="2" type="sldImg"/>
          </p:nvPr>
        </p:nvSpPr>
        <p:spPr>
          <a:xfrm>
            <a:off x="455613" y="766763"/>
            <a:ext cx="5932487" cy="33385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7" name="Google Shape;877;p25: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10150" lvl="0" marL="180000" rtl="0" algn="l">
              <a:lnSpc>
                <a:spcPct val="125000"/>
              </a:lnSpc>
              <a:spcBef>
                <a:spcPts val="0"/>
              </a:spcBef>
              <a:spcAft>
                <a:spcPts val="0"/>
              </a:spcAft>
              <a:buClr>
                <a:schemeClr val="dk1"/>
              </a:buClr>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1" name="Shape 911"/>
        <p:cNvGrpSpPr/>
        <p:nvPr/>
      </p:nvGrpSpPr>
      <p:grpSpPr>
        <a:xfrm>
          <a:off x="0" y="0"/>
          <a:ext cx="0" cy="0"/>
          <a:chOff x="0" y="0"/>
          <a:chExt cx="0" cy="0"/>
        </a:xfrm>
      </p:grpSpPr>
      <p:sp>
        <p:nvSpPr>
          <p:cNvPr id="912" name="Google Shape;912;p26: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80000" lvl="0" marL="180000" rtl="0" algn="l">
              <a:lnSpc>
                <a:spcPct val="125000"/>
              </a:lnSpc>
              <a:spcBef>
                <a:spcPts val="0"/>
              </a:spcBef>
              <a:spcAft>
                <a:spcPts val="0"/>
              </a:spcAft>
              <a:buClr>
                <a:schemeClr val="dk1"/>
              </a:buClr>
              <a:buSzPts val="1100"/>
              <a:buChar char="•"/>
            </a:pPr>
            <a:r>
              <a:rPr lang="en-US"/>
              <a:t>When an OSPF router receives the first Hello packet from another router, the OSPF router changes from the Down state to the Init state.</a:t>
            </a:r>
            <a:endParaRPr/>
          </a:p>
          <a:p>
            <a:pPr indent="-180000" lvl="0" marL="180000" rtl="0" algn="l">
              <a:lnSpc>
                <a:spcPct val="125000"/>
              </a:lnSpc>
              <a:spcBef>
                <a:spcPts val="600"/>
              </a:spcBef>
              <a:spcAft>
                <a:spcPts val="0"/>
              </a:spcAft>
              <a:buClr>
                <a:schemeClr val="dk1"/>
              </a:buClr>
              <a:buSzPts val="1100"/>
              <a:buChar char="•"/>
            </a:pPr>
            <a:r>
              <a:rPr lang="en-US"/>
              <a:t>When an OSPF router receives a Hello packet in which the neighbor field contains its router ID, the OSPF router changes from the Init state to the 2-way state.</a:t>
            </a:r>
            <a:endParaRPr/>
          </a:p>
        </p:txBody>
      </p:sp>
      <p:sp>
        <p:nvSpPr>
          <p:cNvPr id="913" name="Google Shape;913;p26:notes"/>
          <p:cNvSpPr/>
          <p:nvPr>
            <p:ph idx="2" type="sldImg"/>
          </p:nvPr>
        </p:nvSpPr>
        <p:spPr>
          <a:xfrm>
            <a:off x="455613" y="766763"/>
            <a:ext cx="5932487" cy="33385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p27: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80000" lvl="0" marL="180000" rtl="0" algn="l">
              <a:lnSpc>
                <a:spcPct val="125000"/>
              </a:lnSpc>
              <a:spcBef>
                <a:spcPts val="0"/>
              </a:spcBef>
              <a:spcAft>
                <a:spcPts val="0"/>
              </a:spcAft>
              <a:buClr>
                <a:schemeClr val="dk1"/>
              </a:buClr>
              <a:buSzPts val="1100"/>
              <a:buChar char="•"/>
            </a:pPr>
            <a:r>
              <a:rPr lang="en-US"/>
              <a:t>After the neighbor state machine changes from 2-way to Exstart, the master/slave election starts.</a:t>
            </a:r>
            <a:endParaRPr/>
          </a:p>
          <a:p>
            <a:pPr indent="-179999" lvl="1" marL="540000" rtl="0" algn="l">
              <a:lnSpc>
                <a:spcPct val="125000"/>
              </a:lnSpc>
              <a:spcBef>
                <a:spcPts val="600"/>
              </a:spcBef>
              <a:spcAft>
                <a:spcPts val="0"/>
              </a:spcAft>
              <a:buClr>
                <a:schemeClr val="dk1"/>
              </a:buClr>
              <a:buSzPts val="1100"/>
              <a:buChar char="▫"/>
            </a:pPr>
            <a:r>
              <a:rPr lang="en-US"/>
              <a:t>The first DD packet sent from R1 to R2 is empty, and its sequence number is assumed to be X.</a:t>
            </a:r>
            <a:endParaRPr/>
          </a:p>
          <a:p>
            <a:pPr indent="-179999" lvl="1" marL="540000" rtl="0" algn="l">
              <a:lnSpc>
                <a:spcPct val="125000"/>
              </a:lnSpc>
              <a:spcBef>
                <a:spcPts val="600"/>
              </a:spcBef>
              <a:spcAft>
                <a:spcPts val="0"/>
              </a:spcAft>
              <a:buClr>
                <a:schemeClr val="dk1"/>
              </a:buClr>
              <a:buSzPts val="1100"/>
              <a:buChar char="▫"/>
            </a:pPr>
            <a:r>
              <a:rPr lang="en-US"/>
              <a:t>R2 also sends the first DD packet to R1. In the examples provided in this presentation, the sequence number of the first DD packet is Y.</a:t>
            </a:r>
            <a:endParaRPr/>
          </a:p>
          <a:p>
            <a:pPr indent="-179999" lvl="1" marL="540000" rtl="0" algn="l">
              <a:lnSpc>
                <a:spcPct val="125000"/>
              </a:lnSpc>
              <a:spcBef>
                <a:spcPts val="600"/>
              </a:spcBef>
              <a:spcAft>
                <a:spcPts val="0"/>
              </a:spcAft>
              <a:buClr>
                <a:schemeClr val="dk1"/>
              </a:buClr>
              <a:buSzPts val="1100"/>
              <a:buChar char="▫"/>
            </a:pPr>
            <a:r>
              <a:rPr lang="en-US"/>
              <a:t>The master/slave relationship is selected based on the router ID. A larger router ID indicates a higher priority. The router ID of R2 is greater than that of R1. Therefore, R2 becomes the master device. After the master/slave role negotiation is complete, R1's status changes from Exstart to Exchange.</a:t>
            </a:r>
            <a:endParaRPr/>
          </a:p>
          <a:p>
            <a:pPr indent="-180000" lvl="0" marL="180000" rtl="0" algn="l">
              <a:lnSpc>
                <a:spcPct val="125000"/>
              </a:lnSpc>
              <a:spcBef>
                <a:spcPts val="600"/>
              </a:spcBef>
              <a:spcAft>
                <a:spcPts val="0"/>
              </a:spcAft>
              <a:buClr>
                <a:schemeClr val="dk1"/>
              </a:buClr>
              <a:buSzPts val="1100"/>
              <a:buChar char="•"/>
            </a:pPr>
            <a:r>
              <a:rPr lang="en-US"/>
              <a:t>After the neighbor status of R1 changes to Exchange, R1 sends a new DD packet containing its own LSDB description. The sequence number of the DD packet is the same as that of R2. After R2 receives the packet, the neighbor status changes from Exstart to Exchange.</a:t>
            </a:r>
            <a:endParaRPr/>
          </a:p>
          <a:p>
            <a:pPr indent="-180000" lvl="0" marL="180000" rtl="0" algn="l">
              <a:lnSpc>
                <a:spcPct val="125000"/>
              </a:lnSpc>
              <a:spcBef>
                <a:spcPts val="600"/>
              </a:spcBef>
              <a:spcAft>
                <a:spcPts val="0"/>
              </a:spcAft>
              <a:buClr>
                <a:schemeClr val="dk1"/>
              </a:buClr>
              <a:buSzPts val="1100"/>
              <a:buChar char="•"/>
            </a:pPr>
            <a:r>
              <a:rPr lang="en-US"/>
              <a:t>R2 sends a new DD packet to R1. The DD packet contains the description of its own LSDB and the sequence number of the DD packet is Y + 1.</a:t>
            </a:r>
            <a:endParaRPr/>
          </a:p>
          <a:p>
            <a:pPr indent="-180000" lvl="0" marL="180000" rtl="0" algn="l">
              <a:lnSpc>
                <a:spcPct val="125000"/>
              </a:lnSpc>
              <a:spcBef>
                <a:spcPts val="600"/>
              </a:spcBef>
              <a:spcAft>
                <a:spcPts val="0"/>
              </a:spcAft>
              <a:buClr>
                <a:schemeClr val="dk1"/>
              </a:buClr>
              <a:buSzPts val="1100"/>
              <a:buChar char="•"/>
            </a:pPr>
            <a:r>
              <a:rPr lang="en-US"/>
              <a:t>As a backup router, R1 needs to acknowledge each DD packet sent by R2. The sequence number of the response packet is the same as that of the DD packet sent by R2.</a:t>
            </a:r>
            <a:endParaRPr/>
          </a:p>
          <a:p>
            <a:pPr indent="-180000" lvl="0" marL="180000" rtl="0" algn="l">
              <a:lnSpc>
                <a:spcPct val="125000"/>
              </a:lnSpc>
              <a:spcBef>
                <a:spcPts val="600"/>
              </a:spcBef>
              <a:spcAft>
                <a:spcPts val="0"/>
              </a:spcAft>
              <a:buClr>
                <a:schemeClr val="dk1"/>
              </a:buClr>
              <a:buSzPts val="1100"/>
              <a:buChar char="•"/>
            </a:pPr>
            <a:r>
              <a:rPr lang="en-US"/>
              <a:t>After sending the last DD packet, R1 changes the neighbor status to Loading.</a:t>
            </a:r>
            <a:endParaRPr/>
          </a:p>
          <a:p>
            <a:pPr indent="-110150" lvl="0" marL="180000" rtl="0" algn="l">
              <a:lnSpc>
                <a:spcPct val="125000"/>
              </a:lnSpc>
              <a:spcBef>
                <a:spcPts val="600"/>
              </a:spcBef>
              <a:spcAft>
                <a:spcPts val="0"/>
              </a:spcAft>
              <a:buClr>
                <a:schemeClr val="dk1"/>
              </a:buClr>
              <a:buSzPts val="1100"/>
              <a:buNone/>
            </a:pPr>
            <a:r>
              <a:t/>
            </a:r>
            <a:endParaRPr/>
          </a:p>
        </p:txBody>
      </p:sp>
      <p:sp>
        <p:nvSpPr>
          <p:cNvPr id="940" name="Google Shape;940;p27:notes"/>
          <p:cNvSpPr/>
          <p:nvPr>
            <p:ph idx="2" type="sldImg"/>
          </p:nvPr>
        </p:nvSpPr>
        <p:spPr>
          <a:xfrm>
            <a:off x="455613" y="766763"/>
            <a:ext cx="5932487" cy="33385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9" name="Shape 969"/>
        <p:cNvGrpSpPr/>
        <p:nvPr/>
      </p:nvGrpSpPr>
      <p:grpSpPr>
        <a:xfrm>
          <a:off x="0" y="0"/>
          <a:ext cx="0" cy="0"/>
          <a:chOff x="0" y="0"/>
          <a:chExt cx="0" cy="0"/>
        </a:xfrm>
      </p:grpSpPr>
      <p:sp>
        <p:nvSpPr>
          <p:cNvPr id="970" name="Google Shape;970;p28: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80000" lvl="0" marL="180000" rtl="0" algn="l">
              <a:lnSpc>
                <a:spcPct val="125000"/>
              </a:lnSpc>
              <a:spcBef>
                <a:spcPts val="0"/>
              </a:spcBef>
              <a:spcAft>
                <a:spcPts val="0"/>
              </a:spcAft>
              <a:buClr>
                <a:schemeClr val="dk1"/>
              </a:buClr>
              <a:buSzPts val="1100"/>
              <a:buChar char="•"/>
            </a:pPr>
            <a:r>
              <a:rPr lang="en-US"/>
              <a:t>After the neighbor status changes to Loading, R1 sends an LSR to R2 to request the LSAs that are discovered through DD packets in the Exchange state but do not exist in the local LSDB.</a:t>
            </a:r>
            <a:endParaRPr/>
          </a:p>
          <a:p>
            <a:pPr indent="-180000" lvl="0" marL="180000" rtl="0" algn="l">
              <a:lnSpc>
                <a:spcPct val="125000"/>
              </a:lnSpc>
              <a:spcBef>
                <a:spcPts val="600"/>
              </a:spcBef>
              <a:spcAft>
                <a:spcPts val="0"/>
              </a:spcAft>
              <a:buClr>
                <a:schemeClr val="dk1"/>
              </a:buClr>
              <a:buSzPts val="1100"/>
              <a:buChar char="•"/>
            </a:pPr>
            <a:r>
              <a:rPr lang="en-US"/>
              <a:t>After receiving the LSU, R2 sends an LSU to R1. The LSU contains detailed information about the requested LSAs.</a:t>
            </a:r>
            <a:endParaRPr/>
          </a:p>
          <a:p>
            <a:pPr indent="-180000" lvl="0" marL="180000" rtl="0" algn="l">
              <a:lnSpc>
                <a:spcPct val="125000"/>
              </a:lnSpc>
              <a:spcBef>
                <a:spcPts val="600"/>
              </a:spcBef>
              <a:spcAft>
                <a:spcPts val="0"/>
              </a:spcAft>
              <a:buClr>
                <a:schemeClr val="dk1"/>
              </a:buClr>
              <a:buSzPts val="1100"/>
              <a:buChar char="•"/>
            </a:pPr>
            <a:r>
              <a:rPr lang="en-US"/>
              <a:t>After R1 receives the LSU, R1 replies with an LSAck to R2.</a:t>
            </a:r>
            <a:endParaRPr/>
          </a:p>
          <a:p>
            <a:pPr indent="-180000" lvl="0" marL="180000" rtl="0" algn="l">
              <a:lnSpc>
                <a:spcPct val="125000"/>
              </a:lnSpc>
              <a:spcBef>
                <a:spcPts val="600"/>
              </a:spcBef>
              <a:spcAft>
                <a:spcPts val="0"/>
              </a:spcAft>
              <a:buClr>
                <a:schemeClr val="dk1"/>
              </a:buClr>
              <a:buSzPts val="1100"/>
              <a:buChar char="•"/>
            </a:pPr>
            <a:r>
              <a:rPr lang="en-US"/>
              <a:t>During this process, R2 also sends an LSA request to R1. When the LSDBs on both ends are the same, the neighbor status changes to Full, indicating that the adjacency has been established successfully.</a:t>
            </a:r>
            <a:endParaRPr/>
          </a:p>
          <a:p>
            <a:pPr indent="-110150" lvl="0" marL="180000" rtl="0" algn="l">
              <a:lnSpc>
                <a:spcPct val="125000"/>
              </a:lnSpc>
              <a:spcBef>
                <a:spcPts val="600"/>
              </a:spcBef>
              <a:spcAft>
                <a:spcPts val="0"/>
              </a:spcAft>
              <a:buClr>
                <a:schemeClr val="dk1"/>
              </a:buClr>
              <a:buSzPts val="1100"/>
              <a:buNone/>
            </a:pPr>
            <a:r>
              <a:t/>
            </a:r>
            <a:endParaRPr/>
          </a:p>
        </p:txBody>
      </p:sp>
      <p:sp>
        <p:nvSpPr>
          <p:cNvPr id="971" name="Google Shape;971;p28:notes"/>
          <p:cNvSpPr/>
          <p:nvPr>
            <p:ph idx="2" type="sldImg"/>
          </p:nvPr>
        </p:nvSpPr>
        <p:spPr>
          <a:xfrm>
            <a:off x="455613" y="766763"/>
            <a:ext cx="5932487" cy="33385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1" name="Shape 1001"/>
        <p:cNvGrpSpPr/>
        <p:nvPr/>
      </p:nvGrpSpPr>
      <p:grpSpPr>
        <a:xfrm>
          <a:off x="0" y="0"/>
          <a:ext cx="0" cy="0"/>
          <a:chOff x="0" y="0"/>
          <a:chExt cx="0" cy="0"/>
        </a:xfrm>
      </p:grpSpPr>
      <p:sp>
        <p:nvSpPr>
          <p:cNvPr id="1002" name="Google Shape;1002;p29: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80000" lvl="0" marL="180000" rtl="0" algn="l">
              <a:lnSpc>
                <a:spcPct val="125000"/>
              </a:lnSpc>
              <a:spcBef>
                <a:spcPts val="0"/>
              </a:spcBef>
              <a:spcAft>
                <a:spcPts val="0"/>
              </a:spcAft>
              <a:buClr>
                <a:schemeClr val="dk1"/>
              </a:buClr>
              <a:buSzPts val="1100"/>
              <a:buChar char="•"/>
            </a:pPr>
            <a:r>
              <a:rPr lang="en-US"/>
              <a:t>Fields displayed in the </a:t>
            </a:r>
            <a:r>
              <a:rPr b="1" lang="en-US"/>
              <a:t>display ospf peer </a:t>
            </a:r>
            <a:r>
              <a:rPr lang="en-US"/>
              <a:t>command output are as follows:</a:t>
            </a:r>
            <a:endParaRPr/>
          </a:p>
          <a:p>
            <a:pPr indent="-179999" lvl="1" marL="540000" rtl="0" algn="l">
              <a:lnSpc>
                <a:spcPct val="125000"/>
              </a:lnSpc>
              <a:spcBef>
                <a:spcPts val="600"/>
              </a:spcBef>
              <a:spcAft>
                <a:spcPts val="0"/>
              </a:spcAft>
              <a:buClr>
                <a:schemeClr val="dk1"/>
              </a:buClr>
              <a:buSzPts val="1100"/>
              <a:buChar char="▫"/>
            </a:pPr>
            <a:r>
              <a:rPr lang="en-US"/>
              <a:t>OSPF Process 1 with Router ID 1.1.1.1: The local OSPF process ID is 1, and the local OSPF router ID is 1.1.1.1.</a:t>
            </a:r>
            <a:endParaRPr/>
          </a:p>
          <a:p>
            <a:pPr indent="-179999" lvl="1" marL="540000" rtl="0" algn="l">
              <a:lnSpc>
                <a:spcPct val="125000"/>
              </a:lnSpc>
              <a:spcBef>
                <a:spcPts val="600"/>
              </a:spcBef>
              <a:spcAft>
                <a:spcPts val="0"/>
              </a:spcAft>
              <a:buClr>
                <a:schemeClr val="dk1"/>
              </a:buClr>
              <a:buSzPts val="1100"/>
              <a:buChar char="▫"/>
            </a:pPr>
            <a:r>
              <a:rPr lang="en-US"/>
              <a:t>Area ID of the neighboring OSPF router.</a:t>
            </a:r>
            <a:endParaRPr/>
          </a:p>
          <a:p>
            <a:pPr indent="-179999" lvl="1" marL="540000" rtl="0" algn="l">
              <a:lnSpc>
                <a:spcPct val="125000"/>
              </a:lnSpc>
              <a:spcBef>
                <a:spcPts val="600"/>
              </a:spcBef>
              <a:spcAft>
                <a:spcPts val="0"/>
              </a:spcAft>
              <a:buClr>
                <a:schemeClr val="dk1"/>
              </a:buClr>
              <a:buSzPts val="1100"/>
              <a:buChar char="▫"/>
            </a:pPr>
            <a:r>
              <a:rPr lang="en-US"/>
              <a:t>Address: address of the neighbor interface.</a:t>
            </a:r>
            <a:endParaRPr/>
          </a:p>
          <a:p>
            <a:pPr indent="-179999" lvl="1" marL="540000" rtl="0" algn="l">
              <a:lnSpc>
                <a:spcPct val="125000"/>
              </a:lnSpc>
              <a:spcBef>
                <a:spcPts val="600"/>
              </a:spcBef>
              <a:spcAft>
                <a:spcPts val="0"/>
              </a:spcAft>
              <a:buClr>
                <a:schemeClr val="dk1"/>
              </a:buClr>
              <a:buSzPts val="1100"/>
              <a:buChar char="▫"/>
            </a:pPr>
            <a:r>
              <a:rPr lang="en-US"/>
              <a:t>GR State: GR status after OSPF GR is enabled. GR is an optimized function. The default value is Normal.</a:t>
            </a:r>
            <a:endParaRPr/>
          </a:p>
          <a:p>
            <a:pPr indent="-179999" lvl="1" marL="540000" rtl="0" algn="l">
              <a:lnSpc>
                <a:spcPct val="125000"/>
              </a:lnSpc>
              <a:spcBef>
                <a:spcPts val="600"/>
              </a:spcBef>
              <a:spcAft>
                <a:spcPts val="0"/>
              </a:spcAft>
              <a:buClr>
                <a:schemeClr val="dk1"/>
              </a:buClr>
              <a:buSzPts val="1100"/>
              <a:buChar char="▫"/>
            </a:pPr>
            <a:r>
              <a:rPr lang="en-US"/>
              <a:t>State: neighbor status. In normal cases, after LSDB synchronization is complete, the neighbor stably stays in the Full state.</a:t>
            </a:r>
            <a:endParaRPr/>
          </a:p>
          <a:p>
            <a:pPr indent="-179999" lvl="1" marL="540000" rtl="0" algn="l">
              <a:lnSpc>
                <a:spcPct val="125000"/>
              </a:lnSpc>
              <a:spcBef>
                <a:spcPts val="600"/>
              </a:spcBef>
              <a:spcAft>
                <a:spcPts val="0"/>
              </a:spcAft>
              <a:buClr>
                <a:schemeClr val="dk1"/>
              </a:buClr>
              <a:buSzPts val="1100"/>
              <a:buChar char="▫"/>
            </a:pPr>
            <a:r>
              <a:rPr lang="en-US"/>
              <a:t>Mode: whether the local device is the master or backup device during link status information exchange.</a:t>
            </a:r>
            <a:endParaRPr/>
          </a:p>
          <a:p>
            <a:pPr indent="-179999" lvl="1" marL="540000" rtl="0" algn="l">
              <a:lnSpc>
                <a:spcPct val="125000"/>
              </a:lnSpc>
              <a:spcBef>
                <a:spcPts val="600"/>
              </a:spcBef>
              <a:spcAft>
                <a:spcPts val="0"/>
              </a:spcAft>
              <a:buClr>
                <a:schemeClr val="dk1"/>
              </a:buClr>
              <a:buSzPts val="1100"/>
              <a:buChar char="▫"/>
            </a:pPr>
            <a:r>
              <a:rPr lang="en-US"/>
              <a:t>Priority: priority of the neighboring router. The priority is used for DR election.</a:t>
            </a:r>
            <a:endParaRPr/>
          </a:p>
          <a:p>
            <a:pPr indent="-179999" lvl="1" marL="540000" rtl="0" algn="l">
              <a:lnSpc>
                <a:spcPct val="125000"/>
              </a:lnSpc>
              <a:spcBef>
                <a:spcPts val="600"/>
              </a:spcBef>
              <a:spcAft>
                <a:spcPts val="0"/>
              </a:spcAft>
              <a:buClr>
                <a:schemeClr val="dk1"/>
              </a:buClr>
              <a:buSzPts val="1100"/>
              <a:buChar char="▫"/>
            </a:pPr>
            <a:r>
              <a:rPr lang="en-US"/>
              <a:t>DR: designated router.</a:t>
            </a:r>
            <a:endParaRPr/>
          </a:p>
          <a:p>
            <a:pPr indent="-179999" lvl="1" marL="540000" rtl="0" algn="l">
              <a:lnSpc>
                <a:spcPct val="125000"/>
              </a:lnSpc>
              <a:spcBef>
                <a:spcPts val="600"/>
              </a:spcBef>
              <a:spcAft>
                <a:spcPts val="0"/>
              </a:spcAft>
              <a:buClr>
                <a:schemeClr val="dk1"/>
              </a:buClr>
              <a:buSzPts val="1100"/>
              <a:buChar char="▫"/>
            </a:pPr>
            <a:r>
              <a:rPr lang="en-US"/>
              <a:t>BDR: backup designated router.</a:t>
            </a:r>
            <a:endParaRPr/>
          </a:p>
          <a:p>
            <a:pPr indent="-179999" lvl="1" marL="540000" rtl="0" algn="l">
              <a:lnSpc>
                <a:spcPct val="125000"/>
              </a:lnSpc>
              <a:spcBef>
                <a:spcPts val="600"/>
              </a:spcBef>
              <a:spcAft>
                <a:spcPts val="0"/>
              </a:spcAft>
              <a:buClr>
                <a:schemeClr val="dk1"/>
              </a:buClr>
              <a:buSzPts val="1100"/>
              <a:buChar char="▫"/>
            </a:pPr>
            <a:r>
              <a:rPr lang="en-US"/>
              <a:t>MTU: MTU of a neighbor interface.</a:t>
            </a:r>
            <a:endParaRPr/>
          </a:p>
          <a:p>
            <a:pPr indent="-179999" lvl="1" marL="540000" rtl="0" algn="l">
              <a:lnSpc>
                <a:spcPct val="125000"/>
              </a:lnSpc>
              <a:spcBef>
                <a:spcPts val="600"/>
              </a:spcBef>
              <a:spcAft>
                <a:spcPts val="0"/>
              </a:spcAft>
              <a:buClr>
                <a:schemeClr val="dk1"/>
              </a:buClr>
              <a:buSzPts val="1100"/>
              <a:buChar char="▫"/>
            </a:pPr>
            <a:r>
              <a:rPr lang="en-US"/>
              <a:t>Retrans timer interval: interval (in seconds) at which LSAs are retransmitted.</a:t>
            </a:r>
            <a:endParaRPr/>
          </a:p>
          <a:p>
            <a:pPr indent="-179999" lvl="1" marL="540000" rtl="0" algn="l">
              <a:lnSpc>
                <a:spcPct val="125000"/>
              </a:lnSpc>
              <a:spcBef>
                <a:spcPts val="600"/>
              </a:spcBef>
              <a:spcAft>
                <a:spcPts val="0"/>
              </a:spcAft>
              <a:buClr>
                <a:schemeClr val="dk1"/>
              </a:buClr>
              <a:buSzPts val="1100"/>
              <a:buChar char="▫"/>
            </a:pPr>
            <a:r>
              <a:rPr lang="en-US"/>
              <a:t>Authentication Sequence: authentication sequence number.</a:t>
            </a:r>
            <a:endParaRPr/>
          </a:p>
          <a:p>
            <a:pPr indent="-110150" lvl="0" marL="180000" rtl="0" algn="l">
              <a:lnSpc>
                <a:spcPct val="125000"/>
              </a:lnSpc>
              <a:spcBef>
                <a:spcPts val="600"/>
              </a:spcBef>
              <a:spcAft>
                <a:spcPts val="0"/>
              </a:spcAft>
              <a:buClr>
                <a:schemeClr val="dk1"/>
              </a:buClr>
              <a:buSzPts val="1100"/>
              <a:buNone/>
            </a:pPr>
            <a:r>
              <a:t/>
            </a:r>
            <a:endParaRPr/>
          </a:p>
        </p:txBody>
      </p:sp>
      <p:sp>
        <p:nvSpPr>
          <p:cNvPr id="1003" name="Google Shape;1003;p29:notes"/>
          <p:cNvSpPr/>
          <p:nvPr>
            <p:ph idx="2" type="sldImg"/>
          </p:nvPr>
        </p:nvSpPr>
        <p:spPr>
          <a:xfrm>
            <a:off x="455613" y="766763"/>
            <a:ext cx="5932487" cy="33385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9" name="Shape 1029"/>
        <p:cNvGrpSpPr/>
        <p:nvPr/>
      </p:nvGrpSpPr>
      <p:grpSpPr>
        <a:xfrm>
          <a:off x="0" y="0"/>
          <a:ext cx="0" cy="0"/>
          <a:chOff x="0" y="0"/>
          <a:chExt cx="0" cy="0"/>
        </a:xfrm>
      </p:grpSpPr>
      <p:sp>
        <p:nvSpPr>
          <p:cNvPr id="1030" name="Google Shape;1030;p30:notes"/>
          <p:cNvSpPr/>
          <p:nvPr>
            <p:ph idx="2" type="sldImg"/>
          </p:nvPr>
        </p:nvSpPr>
        <p:spPr>
          <a:xfrm>
            <a:off x="454896" y="766800"/>
            <a:ext cx="5932800" cy="333774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1" name="Google Shape;1031;p30: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10150" lvl="0" marL="180000" rtl="0" algn="l">
              <a:lnSpc>
                <a:spcPct val="125000"/>
              </a:lnSpc>
              <a:spcBef>
                <a:spcPts val="0"/>
              </a:spcBef>
              <a:spcAft>
                <a:spcPts val="0"/>
              </a:spcAft>
              <a:buClr>
                <a:schemeClr val="dk1"/>
              </a:buClr>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0" name="Shape 1050"/>
        <p:cNvGrpSpPr/>
        <p:nvPr/>
      </p:nvGrpSpPr>
      <p:grpSpPr>
        <a:xfrm>
          <a:off x="0" y="0"/>
          <a:ext cx="0" cy="0"/>
          <a:chOff x="0" y="0"/>
          <a:chExt cx="0" cy="0"/>
        </a:xfrm>
      </p:grpSpPr>
      <p:sp>
        <p:nvSpPr>
          <p:cNvPr id="1051" name="Google Shape;1051;p31:notes"/>
          <p:cNvSpPr/>
          <p:nvPr>
            <p:ph idx="2" type="sldImg"/>
          </p:nvPr>
        </p:nvSpPr>
        <p:spPr>
          <a:xfrm>
            <a:off x="454896" y="766800"/>
            <a:ext cx="5932800" cy="333774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2" name="Google Shape;1052;p31: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10150" lvl="0" marL="180000" rtl="0" algn="l">
              <a:lnSpc>
                <a:spcPct val="125000"/>
              </a:lnSpc>
              <a:spcBef>
                <a:spcPts val="0"/>
              </a:spcBef>
              <a:spcAft>
                <a:spcPts val="0"/>
              </a:spcAft>
              <a:buClr>
                <a:schemeClr val="dk1"/>
              </a:buClr>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3" name="Shape 1083"/>
        <p:cNvGrpSpPr/>
        <p:nvPr/>
      </p:nvGrpSpPr>
      <p:grpSpPr>
        <a:xfrm>
          <a:off x="0" y="0"/>
          <a:ext cx="0" cy="0"/>
          <a:chOff x="0" y="0"/>
          <a:chExt cx="0" cy="0"/>
        </a:xfrm>
      </p:grpSpPr>
      <p:sp>
        <p:nvSpPr>
          <p:cNvPr id="1084" name="Google Shape;1084;p32:notes"/>
          <p:cNvSpPr/>
          <p:nvPr>
            <p:ph idx="2" type="sldImg"/>
          </p:nvPr>
        </p:nvSpPr>
        <p:spPr>
          <a:xfrm>
            <a:off x="454896" y="766800"/>
            <a:ext cx="5932800" cy="333774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5" name="Google Shape;1085;p32: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10150" lvl="0" marL="180000" rtl="0" algn="l">
              <a:lnSpc>
                <a:spcPct val="125000"/>
              </a:lnSpc>
              <a:spcBef>
                <a:spcPts val="0"/>
              </a:spcBef>
              <a:spcAft>
                <a:spcPts val="0"/>
              </a:spcAft>
              <a:buClr>
                <a:schemeClr val="dk1"/>
              </a:buClr>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7" name="Shape 1107"/>
        <p:cNvGrpSpPr/>
        <p:nvPr/>
      </p:nvGrpSpPr>
      <p:grpSpPr>
        <a:xfrm>
          <a:off x="0" y="0"/>
          <a:ext cx="0" cy="0"/>
          <a:chOff x="0" y="0"/>
          <a:chExt cx="0" cy="0"/>
        </a:xfrm>
      </p:grpSpPr>
      <p:sp>
        <p:nvSpPr>
          <p:cNvPr id="1108" name="Google Shape;1108;p33:notes"/>
          <p:cNvSpPr/>
          <p:nvPr>
            <p:ph idx="2" type="sldImg"/>
          </p:nvPr>
        </p:nvSpPr>
        <p:spPr>
          <a:xfrm>
            <a:off x="454896" y="766800"/>
            <a:ext cx="5932800" cy="333774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9" name="Google Shape;1109;p33: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10150" lvl="0" marL="180000" rtl="0" algn="l">
              <a:lnSpc>
                <a:spcPct val="125000"/>
              </a:lnSpc>
              <a:spcBef>
                <a:spcPts val="0"/>
              </a:spcBef>
              <a:spcAft>
                <a:spcPts val="0"/>
              </a:spcAft>
              <a:buClr>
                <a:schemeClr val="dk1"/>
              </a:buClr>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8" name="Shape 1138"/>
        <p:cNvGrpSpPr/>
        <p:nvPr/>
      </p:nvGrpSpPr>
      <p:grpSpPr>
        <a:xfrm>
          <a:off x="0" y="0"/>
          <a:ext cx="0" cy="0"/>
          <a:chOff x="0" y="0"/>
          <a:chExt cx="0" cy="0"/>
        </a:xfrm>
      </p:grpSpPr>
      <p:sp>
        <p:nvSpPr>
          <p:cNvPr id="1139" name="Google Shape;1139;p34: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80000" lvl="0" marL="180000" rtl="0" algn="l">
              <a:lnSpc>
                <a:spcPct val="125000"/>
              </a:lnSpc>
              <a:spcBef>
                <a:spcPts val="0"/>
              </a:spcBef>
              <a:spcAft>
                <a:spcPts val="0"/>
              </a:spcAft>
              <a:buClr>
                <a:schemeClr val="dk1"/>
              </a:buClr>
              <a:buSzPts val="1100"/>
              <a:buChar char="•"/>
            </a:pPr>
            <a:r>
              <a:rPr lang="en-US"/>
              <a:t>Election rule: The interface with a higher OSPF DR priority becomes the DR of the MA. If the priorities (default value of 1) are the same, the router (interface) with a higher OSPF router ID is elected as the DR, and the DR is non-preemption.</a:t>
            </a:r>
            <a:endParaRPr/>
          </a:p>
          <a:p>
            <a:pPr indent="-110150" lvl="0" marL="180000" rtl="0" algn="l">
              <a:lnSpc>
                <a:spcPct val="125000"/>
              </a:lnSpc>
              <a:spcBef>
                <a:spcPts val="600"/>
              </a:spcBef>
              <a:spcAft>
                <a:spcPts val="0"/>
              </a:spcAft>
              <a:buClr>
                <a:schemeClr val="dk1"/>
              </a:buClr>
              <a:buSzPts val="1100"/>
              <a:buNone/>
            </a:pPr>
            <a:r>
              <a:t/>
            </a:r>
            <a:endParaRPr/>
          </a:p>
        </p:txBody>
      </p:sp>
      <p:sp>
        <p:nvSpPr>
          <p:cNvPr id="1140" name="Google Shape;1140;p34:notes"/>
          <p:cNvSpPr/>
          <p:nvPr>
            <p:ph idx="2" type="sldImg"/>
          </p:nvPr>
        </p:nvSpPr>
        <p:spPr>
          <a:xfrm>
            <a:off x="454896" y="766800"/>
            <a:ext cx="5932800" cy="333774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1" name="Shape 1171"/>
        <p:cNvGrpSpPr/>
        <p:nvPr/>
      </p:nvGrpSpPr>
      <p:grpSpPr>
        <a:xfrm>
          <a:off x="0" y="0"/>
          <a:ext cx="0" cy="0"/>
          <a:chOff x="0" y="0"/>
          <a:chExt cx="0" cy="0"/>
        </a:xfrm>
      </p:grpSpPr>
      <p:sp>
        <p:nvSpPr>
          <p:cNvPr id="1172" name="Google Shape;1172;p35:notes"/>
          <p:cNvSpPr/>
          <p:nvPr>
            <p:ph idx="2" type="sldImg"/>
          </p:nvPr>
        </p:nvSpPr>
        <p:spPr>
          <a:xfrm>
            <a:off x="455613" y="766763"/>
            <a:ext cx="5932487" cy="33385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3" name="Google Shape;1173;p35: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10150" lvl="0" marL="180000" rtl="0" algn="l">
              <a:lnSpc>
                <a:spcPct val="125000"/>
              </a:lnSpc>
              <a:spcBef>
                <a:spcPts val="0"/>
              </a:spcBef>
              <a:spcAft>
                <a:spcPts val="0"/>
              </a:spcAft>
              <a:buClr>
                <a:schemeClr val="dk1"/>
              </a:buClr>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4" name="Shape 1184"/>
        <p:cNvGrpSpPr/>
        <p:nvPr/>
      </p:nvGrpSpPr>
      <p:grpSpPr>
        <a:xfrm>
          <a:off x="0" y="0"/>
          <a:ext cx="0" cy="0"/>
          <a:chOff x="0" y="0"/>
          <a:chExt cx="0" cy="0"/>
        </a:xfrm>
      </p:grpSpPr>
      <p:sp>
        <p:nvSpPr>
          <p:cNvPr id="1185" name="Google Shape;1185;p36: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80000" lvl="0" marL="180000" rtl="0" algn="l">
              <a:lnSpc>
                <a:spcPct val="125000"/>
              </a:lnSpc>
              <a:spcBef>
                <a:spcPts val="0"/>
              </a:spcBef>
              <a:spcAft>
                <a:spcPts val="0"/>
              </a:spcAft>
              <a:buClr>
                <a:schemeClr val="dk1"/>
              </a:buClr>
              <a:buSzPts val="1100"/>
              <a:buChar char="•"/>
            </a:pPr>
            <a:r>
              <a:rPr lang="en-US"/>
              <a:t>Types of areas: Areas can be classified into backbone areas and non-backbone areas. Area 0 is a backbone area. All areas except area 0 are called non-backbone areas.</a:t>
            </a:r>
            <a:endParaRPr/>
          </a:p>
          <a:p>
            <a:pPr indent="-180000" lvl="0" marL="180000" rtl="0" algn="l">
              <a:lnSpc>
                <a:spcPct val="125000"/>
              </a:lnSpc>
              <a:spcBef>
                <a:spcPts val="600"/>
              </a:spcBef>
              <a:spcAft>
                <a:spcPts val="0"/>
              </a:spcAft>
              <a:buClr>
                <a:schemeClr val="dk1"/>
              </a:buClr>
              <a:buSzPts val="1100"/>
              <a:buChar char="•"/>
            </a:pPr>
            <a:r>
              <a:rPr lang="en-US"/>
              <a:t>Multi-area interconnection: To prevent inter-area loops, non-backbone areas cannot be directly connected to each other. All non-backbone areas must be connected to a backbone area.</a:t>
            </a:r>
            <a:endParaRPr/>
          </a:p>
        </p:txBody>
      </p:sp>
      <p:sp>
        <p:nvSpPr>
          <p:cNvPr id="1186" name="Google Shape;1186;p36:notes"/>
          <p:cNvSpPr/>
          <p:nvPr>
            <p:ph idx="2" type="sldImg"/>
          </p:nvPr>
        </p:nvSpPr>
        <p:spPr>
          <a:xfrm>
            <a:off x="454896" y="766800"/>
            <a:ext cx="5932800" cy="333774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6" name="Shape 1206"/>
        <p:cNvGrpSpPr/>
        <p:nvPr/>
      </p:nvGrpSpPr>
      <p:grpSpPr>
        <a:xfrm>
          <a:off x="0" y="0"/>
          <a:ext cx="0" cy="0"/>
          <a:chOff x="0" y="0"/>
          <a:chExt cx="0" cy="0"/>
        </a:xfrm>
      </p:grpSpPr>
      <p:sp>
        <p:nvSpPr>
          <p:cNvPr id="1207" name="Google Shape;1207;p37: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80000" lvl="0" marL="180000" rtl="0" algn="l">
              <a:lnSpc>
                <a:spcPct val="125000"/>
              </a:lnSpc>
              <a:spcBef>
                <a:spcPts val="0"/>
              </a:spcBef>
              <a:spcAft>
                <a:spcPts val="0"/>
              </a:spcAft>
              <a:buClr>
                <a:schemeClr val="dk1"/>
              </a:buClr>
              <a:buSzPts val="1100"/>
              <a:buChar char="•"/>
            </a:pPr>
            <a:r>
              <a:rPr lang="en-US"/>
              <a:t>Internal router: All interfaces of an internal router belong to the same OSPF area.</a:t>
            </a:r>
            <a:endParaRPr/>
          </a:p>
          <a:p>
            <a:pPr indent="-180000" lvl="0" marL="180000" rtl="0" algn="l">
              <a:lnSpc>
                <a:spcPct val="125000"/>
              </a:lnSpc>
              <a:spcBef>
                <a:spcPts val="600"/>
              </a:spcBef>
              <a:spcAft>
                <a:spcPts val="0"/>
              </a:spcAft>
              <a:buClr>
                <a:schemeClr val="dk1"/>
              </a:buClr>
              <a:buSzPts val="1100"/>
              <a:buChar char="•"/>
            </a:pPr>
            <a:r>
              <a:rPr lang="en-US"/>
              <a:t>ABR: An interface of an ABR belongs to two or more areas, but at least one interface belongs to the backbone area.</a:t>
            </a:r>
            <a:endParaRPr/>
          </a:p>
          <a:p>
            <a:pPr indent="-180000" lvl="0" marL="180000" rtl="0" algn="l">
              <a:lnSpc>
                <a:spcPct val="125000"/>
              </a:lnSpc>
              <a:spcBef>
                <a:spcPts val="600"/>
              </a:spcBef>
              <a:spcAft>
                <a:spcPts val="0"/>
              </a:spcAft>
              <a:buClr>
                <a:schemeClr val="dk1"/>
              </a:buClr>
              <a:buSzPts val="1100"/>
              <a:buChar char="•"/>
            </a:pPr>
            <a:r>
              <a:rPr lang="en-US"/>
              <a:t>Backbone router: At least one interface of a backbone router belongs to the backbone area.</a:t>
            </a:r>
            <a:endParaRPr/>
          </a:p>
          <a:p>
            <a:pPr indent="-180000" lvl="0" marL="180000" rtl="0" algn="l">
              <a:lnSpc>
                <a:spcPct val="125000"/>
              </a:lnSpc>
              <a:spcBef>
                <a:spcPts val="600"/>
              </a:spcBef>
              <a:spcAft>
                <a:spcPts val="0"/>
              </a:spcAft>
              <a:buClr>
                <a:schemeClr val="dk1"/>
              </a:buClr>
              <a:buSzPts val="1100"/>
              <a:buChar char="•"/>
            </a:pPr>
            <a:r>
              <a:rPr lang="en-US"/>
              <a:t>ASBR: exchanges routing information with other ASs. If an OSPF router imports external routes, the router is an ASBR.</a:t>
            </a:r>
            <a:endParaRPr/>
          </a:p>
          <a:p>
            <a:pPr indent="-110150" lvl="0" marL="180000" rtl="0" algn="l">
              <a:lnSpc>
                <a:spcPct val="125000"/>
              </a:lnSpc>
              <a:spcBef>
                <a:spcPts val="600"/>
              </a:spcBef>
              <a:spcAft>
                <a:spcPts val="0"/>
              </a:spcAft>
              <a:buClr>
                <a:schemeClr val="dk1"/>
              </a:buClr>
              <a:buSzPts val="1100"/>
              <a:buNone/>
            </a:pPr>
            <a:r>
              <a:t/>
            </a:r>
            <a:endParaRPr/>
          </a:p>
          <a:p>
            <a:pPr indent="-110150" lvl="0" marL="180000" rtl="0" algn="l">
              <a:lnSpc>
                <a:spcPct val="125000"/>
              </a:lnSpc>
              <a:spcBef>
                <a:spcPts val="600"/>
              </a:spcBef>
              <a:spcAft>
                <a:spcPts val="0"/>
              </a:spcAft>
              <a:buClr>
                <a:schemeClr val="dk1"/>
              </a:buClr>
              <a:buSzPts val="1100"/>
              <a:buNone/>
            </a:pPr>
            <a:r>
              <a:t/>
            </a:r>
            <a:endParaRPr/>
          </a:p>
        </p:txBody>
      </p:sp>
      <p:sp>
        <p:nvSpPr>
          <p:cNvPr id="1208" name="Google Shape;1208;p37:notes"/>
          <p:cNvSpPr/>
          <p:nvPr>
            <p:ph idx="2" type="sldImg"/>
          </p:nvPr>
        </p:nvSpPr>
        <p:spPr>
          <a:xfrm>
            <a:off x="454896" y="766800"/>
            <a:ext cx="5932800" cy="333774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6" name="Shape 1236"/>
        <p:cNvGrpSpPr/>
        <p:nvPr/>
      </p:nvGrpSpPr>
      <p:grpSpPr>
        <a:xfrm>
          <a:off x="0" y="0"/>
          <a:ext cx="0" cy="0"/>
          <a:chOff x="0" y="0"/>
          <a:chExt cx="0" cy="0"/>
        </a:xfrm>
      </p:grpSpPr>
      <p:sp>
        <p:nvSpPr>
          <p:cNvPr id="1237" name="Google Shape;1237;p38: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80000" lvl="0" marL="180000" rtl="0" algn="l">
              <a:lnSpc>
                <a:spcPct val="125000"/>
              </a:lnSpc>
              <a:spcBef>
                <a:spcPts val="0"/>
              </a:spcBef>
              <a:spcAft>
                <a:spcPts val="0"/>
              </a:spcAft>
              <a:buClr>
                <a:schemeClr val="dk1"/>
              </a:buClr>
              <a:buSzPts val="1100"/>
              <a:buChar char="•"/>
            </a:pPr>
            <a:r>
              <a:rPr lang="en-US"/>
              <a:t>Small- and medium-sized enterprise networks have a small scale and a limited number of routing devices. All devices can be deployed in the same OSPF area.</a:t>
            </a:r>
            <a:endParaRPr/>
          </a:p>
          <a:p>
            <a:pPr indent="-180000" lvl="0" marL="180000" rtl="0" algn="l">
              <a:lnSpc>
                <a:spcPct val="125000"/>
              </a:lnSpc>
              <a:spcBef>
                <a:spcPts val="600"/>
              </a:spcBef>
              <a:spcAft>
                <a:spcPts val="0"/>
              </a:spcAft>
              <a:buClr>
                <a:schemeClr val="dk1"/>
              </a:buClr>
              <a:buSzPts val="1100"/>
              <a:buChar char="•"/>
            </a:pPr>
            <a:r>
              <a:rPr lang="en-US"/>
              <a:t>A large-scale enterprise network has a large number of routing devices and is hierarchical. Therefore, OSPF multi-area deployment is recommended.</a:t>
            </a:r>
            <a:endParaRPr/>
          </a:p>
          <a:p>
            <a:pPr indent="-110150" lvl="0" marL="180000" rtl="0" algn="l">
              <a:lnSpc>
                <a:spcPct val="125000"/>
              </a:lnSpc>
              <a:spcBef>
                <a:spcPts val="600"/>
              </a:spcBef>
              <a:spcAft>
                <a:spcPts val="0"/>
              </a:spcAft>
              <a:buClr>
                <a:schemeClr val="dk1"/>
              </a:buClr>
              <a:buSzPts val="1100"/>
              <a:buNone/>
            </a:pPr>
            <a:r>
              <a:t/>
            </a:r>
            <a:endParaRPr/>
          </a:p>
        </p:txBody>
      </p:sp>
      <p:sp>
        <p:nvSpPr>
          <p:cNvPr id="1238" name="Google Shape;1238;p38:notes"/>
          <p:cNvSpPr/>
          <p:nvPr>
            <p:ph idx="2" type="sldImg"/>
          </p:nvPr>
        </p:nvSpPr>
        <p:spPr>
          <a:xfrm>
            <a:off x="454896" y="766800"/>
            <a:ext cx="5932800" cy="333774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8" name="Shape 1278"/>
        <p:cNvGrpSpPr/>
        <p:nvPr/>
      </p:nvGrpSpPr>
      <p:grpSpPr>
        <a:xfrm>
          <a:off x="0" y="0"/>
          <a:ext cx="0" cy="0"/>
          <a:chOff x="0" y="0"/>
          <a:chExt cx="0" cy="0"/>
        </a:xfrm>
      </p:grpSpPr>
      <p:sp>
        <p:nvSpPr>
          <p:cNvPr id="1279" name="Google Shape;1279;p39:notes"/>
          <p:cNvSpPr/>
          <p:nvPr>
            <p:ph idx="2" type="sldImg"/>
          </p:nvPr>
        </p:nvSpPr>
        <p:spPr>
          <a:xfrm>
            <a:off x="454896" y="766800"/>
            <a:ext cx="5932800" cy="333774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0" name="Google Shape;1280;p39: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10150" lvl="0" marL="180000" rtl="0" algn="l">
              <a:lnSpc>
                <a:spcPct val="125000"/>
              </a:lnSpc>
              <a:spcBef>
                <a:spcPts val="0"/>
              </a:spcBef>
              <a:spcAft>
                <a:spcPts val="0"/>
              </a:spcAft>
              <a:buClr>
                <a:schemeClr val="dk1"/>
              </a:buClr>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3" name="Shape 1283"/>
        <p:cNvGrpSpPr/>
        <p:nvPr/>
      </p:nvGrpSpPr>
      <p:grpSpPr>
        <a:xfrm>
          <a:off x="0" y="0"/>
          <a:ext cx="0" cy="0"/>
          <a:chOff x="0" y="0"/>
          <a:chExt cx="0" cy="0"/>
        </a:xfrm>
      </p:grpSpPr>
      <p:sp>
        <p:nvSpPr>
          <p:cNvPr id="1284" name="Google Shape;1284;p40: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80000" lvl="0" marL="180000" rtl="0" algn="l">
              <a:lnSpc>
                <a:spcPct val="125000"/>
              </a:lnSpc>
              <a:spcBef>
                <a:spcPts val="0"/>
              </a:spcBef>
              <a:spcAft>
                <a:spcPts val="0"/>
              </a:spcAft>
              <a:buClr>
                <a:schemeClr val="dk1"/>
              </a:buClr>
              <a:buSzPts val="1100"/>
              <a:buChar char="•"/>
            </a:pPr>
            <a:r>
              <a:rPr lang="en-US"/>
              <a:t>A router ID is selected in the following order: The largest IP address among Loopback addresses is preferentially selected as a router ID. If no Loopback interface is configured, the largest IP address among interface addresses is selected as a router ID.</a:t>
            </a:r>
            <a:endParaRPr/>
          </a:p>
          <a:p>
            <a:pPr indent="-110150" lvl="0" marL="180000" rtl="0" algn="l">
              <a:lnSpc>
                <a:spcPct val="125000"/>
              </a:lnSpc>
              <a:spcBef>
                <a:spcPts val="600"/>
              </a:spcBef>
              <a:spcAft>
                <a:spcPts val="0"/>
              </a:spcAft>
              <a:buClr>
                <a:schemeClr val="dk1"/>
              </a:buClr>
              <a:buSzPts val="1100"/>
              <a:buNone/>
            </a:pPr>
            <a:r>
              <a:t/>
            </a:r>
            <a:endParaRPr/>
          </a:p>
        </p:txBody>
      </p:sp>
      <p:sp>
        <p:nvSpPr>
          <p:cNvPr id="1285" name="Google Shape;1285;p40:notes"/>
          <p:cNvSpPr/>
          <p:nvPr>
            <p:ph idx="2" type="sldImg"/>
          </p:nvPr>
        </p:nvSpPr>
        <p:spPr>
          <a:xfrm>
            <a:off x="454896" y="766800"/>
            <a:ext cx="5932800" cy="333774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7" name="Shape 1297"/>
        <p:cNvGrpSpPr/>
        <p:nvPr/>
      </p:nvGrpSpPr>
      <p:grpSpPr>
        <a:xfrm>
          <a:off x="0" y="0"/>
          <a:ext cx="0" cy="0"/>
          <a:chOff x="0" y="0"/>
          <a:chExt cx="0" cy="0"/>
        </a:xfrm>
      </p:grpSpPr>
      <p:sp>
        <p:nvSpPr>
          <p:cNvPr id="1298" name="Google Shape;1298;p41:notes"/>
          <p:cNvSpPr/>
          <p:nvPr>
            <p:ph idx="2" type="sldImg"/>
          </p:nvPr>
        </p:nvSpPr>
        <p:spPr>
          <a:xfrm>
            <a:off x="454896" y="766800"/>
            <a:ext cx="5932800" cy="333774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9" name="Google Shape;1299;p41: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10150" lvl="0" marL="180000" rtl="0" algn="l">
              <a:lnSpc>
                <a:spcPct val="125000"/>
              </a:lnSpc>
              <a:spcBef>
                <a:spcPts val="0"/>
              </a:spcBef>
              <a:spcAft>
                <a:spcPts val="0"/>
              </a:spcAft>
              <a:buClr>
                <a:schemeClr val="dk1"/>
              </a:buClr>
              <a:buSzPts val="11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1" name="Shape 1311"/>
        <p:cNvGrpSpPr/>
        <p:nvPr/>
      </p:nvGrpSpPr>
      <p:grpSpPr>
        <a:xfrm>
          <a:off x="0" y="0"/>
          <a:ext cx="0" cy="0"/>
          <a:chOff x="0" y="0"/>
          <a:chExt cx="0" cy="0"/>
        </a:xfrm>
      </p:grpSpPr>
      <p:sp>
        <p:nvSpPr>
          <p:cNvPr id="1312" name="Google Shape;1312;p42:notes"/>
          <p:cNvSpPr/>
          <p:nvPr>
            <p:ph idx="2" type="sldImg"/>
          </p:nvPr>
        </p:nvSpPr>
        <p:spPr>
          <a:xfrm>
            <a:off x="455613" y="766763"/>
            <a:ext cx="5932487" cy="33385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3" name="Google Shape;1313;p42: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10150" lvl="0" marL="180000" rtl="0" algn="l">
              <a:lnSpc>
                <a:spcPct val="125000"/>
              </a:lnSpc>
              <a:spcBef>
                <a:spcPts val="0"/>
              </a:spcBef>
              <a:spcAft>
                <a:spcPts val="0"/>
              </a:spcAft>
              <a:buClr>
                <a:schemeClr val="dk1"/>
              </a:buClr>
              <a:buSzPts val="11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3" name="Shape 1353"/>
        <p:cNvGrpSpPr/>
        <p:nvPr/>
      </p:nvGrpSpPr>
      <p:grpSpPr>
        <a:xfrm>
          <a:off x="0" y="0"/>
          <a:ext cx="0" cy="0"/>
          <a:chOff x="0" y="0"/>
          <a:chExt cx="0" cy="0"/>
        </a:xfrm>
      </p:grpSpPr>
      <p:sp>
        <p:nvSpPr>
          <p:cNvPr id="1354" name="Google Shape;1354;p43: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80000" lvl="0" marL="180000" rtl="0" algn="l">
              <a:lnSpc>
                <a:spcPct val="125000"/>
              </a:lnSpc>
              <a:spcBef>
                <a:spcPts val="0"/>
              </a:spcBef>
              <a:spcAft>
                <a:spcPts val="0"/>
              </a:spcAft>
              <a:buClr>
                <a:schemeClr val="dk1"/>
              </a:buClr>
              <a:buSzPts val="1100"/>
              <a:buChar char="•"/>
            </a:pPr>
            <a:r>
              <a:rPr lang="en-US"/>
              <a:t>Configure interfaces of R2.</a:t>
            </a:r>
            <a:endParaRPr/>
          </a:p>
          <a:p>
            <a:pPr indent="-179999" lvl="1" marL="540000" rtl="0" algn="l">
              <a:lnSpc>
                <a:spcPct val="125000"/>
              </a:lnSpc>
              <a:spcBef>
                <a:spcPts val="600"/>
              </a:spcBef>
              <a:spcAft>
                <a:spcPts val="0"/>
              </a:spcAft>
              <a:buClr>
                <a:schemeClr val="dk1"/>
              </a:buClr>
              <a:buSzPts val="1100"/>
              <a:buChar char="▫"/>
            </a:pPr>
            <a:r>
              <a:rPr lang="en-US"/>
              <a:t>[R2] interface GigabitEthernet 0/0/0</a:t>
            </a:r>
            <a:br>
              <a:rPr lang="en-US"/>
            </a:br>
            <a:r>
              <a:rPr lang="en-US"/>
              <a:t>[R2-GigabitEthernet0/0/0] ip address 10.1.12.2 30</a:t>
            </a:r>
            <a:br>
              <a:rPr lang="en-US"/>
            </a:br>
            <a:r>
              <a:rPr lang="en-US"/>
              <a:t>[R2-GigabitEthernet0/0/0] interface GigabitEthernet 0/0/1</a:t>
            </a:r>
            <a:br>
              <a:rPr lang="en-US"/>
            </a:br>
            <a:r>
              <a:rPr lang="en-US"/>
              <a:t>[R2-GigabitEthernet0/0/1] ip address 10.1.23.1 30</a:t>
            </a:r>
            <a:endParaRPr/>
          </a:p>
        </p:txBody>
      </p:sp>
      <p:sp>
        <p:nvSpPr>
          <p:cNvPr id="1355" name="Google Shape;1355;p43:notes"/>
          <p:cNvSpPr/>
          <p:nvPr>
            <p:ph idx="2" type="sldImg"/>
          </p:nvPr>
        </p:nvSpPr>
        <p:spPr>
          <a:xfrm>
            <a:off x="455613" y="766763"/>
            <a:ext cx="5932487" cy="33385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7" name="Shape 1397"/>
        <p:cNvGrpSpPr/>
        <p:nvPr/>
      </p:nvGrpSpPr>
      <p:grpSpPr>
        <a:xfrm>
          <a:off x="0" y="0"/>
          <a:ext cx="0" cy="0"/>
          <a:chOff x="0" y="0"/>
          <a:chExt cx="0" cy="0"/>
        </a:xfrm>
      </p:grpSpPr>
      <p:sp>
        <p:nvSpPr>
          <p:cNvPr id="1398" name="Google Shape;1398;p44:notes"/>
          <p:cNvSpPr/>
          <p:nvPr>
            <p:ph idx="2" type="sldImg"/>
          </p:nvPr>
        </p:nvSpPr>
        <p:spPr>
          <a:xfrm>
            <a:off x="455613" y="766763"/>
            <a:ext cx="5932487" cy="33385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9" name="Google Shape;1399;p44: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10150" lvl="0" marL="180000" rtl="0" algn="l">
              <a:lnSpc>
                <a:spcPct val="125000"/>
              </a:lnSpc>
              <a:spcBef>
                <a:spcPts val="0"/>
              </a:spcBef>
              <a:spcAft>
                <a:spcPts val="0"/>
              </a:spcAft>
              <a:buClr>
                <a:schemeClr val="dk1"/>
              </a:buClr>
              <a:buSzPts val="1100"/>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3" name="Shape 1433"/>
        <p:cNvGrpSpPr/>
        <p:nvPr/>
      </p:nvGrpSpPr>
      <p:grpSpPr>
        <a:xfrm>
          <a:off x="0" y="0"/>
          <a:ext cx="0" cy="0"/>
          <a:chOff x="0" y="0"/>
          <a:chExt cx="0" cy="0"/>
        </a:xfrm>
      </p:grpSpPr>
      <p:sp>
        <p:nvSpPr>
          <p:cNvPr id="1434" name="Google Shape;1434;p45:notes"/>
          <p:cNvSpPr/>
          <p:nvPr>
            <p:ph idx="2" type="sldImg"/>
          </p:nvPr>
        </p:nvSpPr>
        <p:spPr>
          <a:xfrm>
            <a:off x="455613" y="766763"/>
            <a:ext cx="5932487" cy="33385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5" name="Google Shape;1435;p45: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10150" lvl="0" marL="180000" rtl="0" algn="l">
              <a:lnSpc>
                <a:spcPct val="125000"/>
              </a:lnSpc>
              <a:spcBef>
                <a:spcPts val="0"/>
              </a:spcBef>
              <a:spcAft>
                <a:spcPts val="0"/>
              </a:spcAft>
              <a:buClr>
                <a:schemeClr val="dk1"/>
              </a:buClr>
              <a:buSzPts val="1100"/>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5" name="Shape 1475"/>
        <p:cNvGrpSpPr/>
        <p:nvPr/>
      </p:nvGrpSpPr>
      <p:grpSpPr>
        <a:xfrm>
          <a:off x="0" y="0"/>
          <a:ext cx="0" cy="0"/>
          <a:chOff x="0" y="0"/>
          <a:chExt cx="0" cy="0"/>
        </a:xfrm>
      </p:grpSpPr>
      <p:sp>
        <p:nvSpPr>
          <p:cNvPr id="1476" name="Google Shape;1476;p46:notes"/>
          <p:cNvSpPr/>
          <p:nvPr>
            <p:ph idx="2" type="sldImg"/>
          </p:nvPr>
        </p:nvSpPr>
        <p:spPr>
          <a:xfrm>
            <a:off x="455613" y="766763"/>
            <a:ext cx="5932487" cy="33385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7" name="Google Shape;1477;p46: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10150" lvl="0" marL="180000" rtl="0" algn="l">
              <a:lnSpc>
                <a:spcPct val="125000"/>
              </a:lnSpc>
              <a:spcBef>
                <a:spcPts val="0"/>
              </a:spcBef>
              <a:spcAft>
                <a:spcPts val="0"/>
              </a:spcAft>
              <a:buClr>
                <a:schemeClr val="dk1"/>
              </a:buClr>
              <a:buSzPts val="1100"/>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9" name="Shape 1509"/>
        <p:cNvGrpSpPr/>
        <p:nvPr/>
      </p:nvGrpSpPr>
      <p:grpSpPr>
        <a:xfrm>
          <a:off x="0" y="0"/>
          <a:ext cx="0" cy="0"/>
          <a:chOff x="0" y="0"/>
          <a:chExt cx="0" cy="0"/>
        </a:xfrm>
      </p:grpSpPr>
      <p:sp>
        <p:nvSpPr>
          <p:cNvPr id="1510" name="Google Shape;1510;p47:notes"/>
          <p:cNvSpPr/>
          <p:nvPr>
            <p:ph idx="2" type="sldImg"/>
          </p:nvPr>
        </p:nvSpPr>
        <p:spPr>
          <a:xfrm>
            <a:off x="455613" y="766763"/>
            <a:ext cx="5932487" cy="33385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1" name="Google Shape;1511;p47: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10150" lvl="0" marL="180000" rtl="0" algn="l">
              <a:lnSpc>
                <a:spcPct val="125000"/>
              </a:lnSpc>
              <a:spcBef>
                <a:spcPts val="0"/>
              </a:spcBef>
              <a:spcAft>
                <a:spcPts val="0"/>
              </a:spcAft>
              <a:buClr>
                <a:schemeClr val="dk1"/>
              </a:buClr>
              <a:buSzPts val="1100"/>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0" name="Shape 1520"/>
        <p:cNvGrpSpPr/>
        <p:nvPr/>
      </p:nvGrpSpPr>
      <p:grpSpPr>
        <a:xfrm>
          <a:off x="0" y="0"/>
          <a:ext cx="0" cy="0"/>
          <a:chOff x="0" y="0"/>
          <a:chExt cx="0" cy="0"/>
        </a:xfrm>
      </p:grpSpPr>
      <p:sp>
        <p:nvSpPr>
          <p:cNvPr id="1521" name="Google Shape;1521;p48: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228600" lvl="0" marL="228600" rtl="0" algn="l">
              <a:lnSpc>
                <a:spcPct val="125000"/>
              </a:lnSpc>
              <a:spcBef>
                <a:spcPts val="0"/>
              </a:spcBef>
              <a:spcAft>
                <a:spcPts val="0"/>
              </a:spcAft>
              <a:buClr>
                <a:schemeClr val="dk1"/>
              </a:buClr>
              <a:buSzPts val="1100"/>
              <a:buFont typeface="Arial"/>
              <a:buAutoNum type="arabicPeriod"/>
            </a:pPr>
            <a:r>
              <a:rPr lang="en-US"/>
              <a:t>BD</a:t>
            </a:r>
            <a:endParaRPr/>
          </a:p>
          <a:p>
            <a:pPr indent="-228600" lvl="0" marL="228600" rtl="0" algn="l">
              <a:lnSpc>
                <a:spcPct val="125000"/>
              </a:lnSpc>
              <a:spcBef>
                <a:spcPts val="600"/>
              </a:spcBef>
              <a:spcAft>
                <a:spcPts val="0"/>
              </a:spcAft>
              <a:buClr>
                <a:schemeClr val="dk1"/>
              </a:buClr>
              <a:buSzPts val="1100"/>
              <a:buFont typeface="Arial"/>
              <a:buAutoNum type="arabicPeriod"/>
            </a:pPr>
            <a:r>
              <a:rPr lang="en-US"/>
              <a:t>ABD</a:t>
            </a:r>
            <a:endParaRPr/>
          </a:p>
        </p:txBody>
      </p:sp>
      <p:sp>
        <p:nvSpPr>
          <p:cNvPr id="1522" name="Google Shape;1522;p48:notes"/>
          <p:cNvSpPr/>
          <p:nvPr>
            <p:ph idx="2" type="sldImg"/>
          </p:nvPr>
        </p:nvSpPr>
        <p:spPr>
          <a:xfrm>
            <a:off x="455613" y="766763"/>
            <a:ext cx="5932487" cy="33385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5" name="Shape 1525"/>
        <p:cNvGrpSpPr/>
        <p:nvPr/>
      </p:nvGrpSpPr>
      <p:grpSpPr>
        <a:xfrm>
          <a:off x="0" y="0"/>
          <a:ext cx="0" cy="0"/>
          <a:chOff x="0" y="0"/>
          <a:chExt cx="0" cy="0"/>
        </a:xfrm>
      </p:grpSpPr>
      <p:sp>
        <p:nvSpPr>
          <p:cNvPr id="1526" name="Google Shape;1526;p49:notes"/>
          <p:cNvSpPr/>
          <p:nvPr>
            <p:ph idx="2" type="sldImg"/>
          </p:nvPr>
        </p:nvSpPr>
        <p:spPr>
          <a:xfrm>
            <a:off x="454896" y="766800"/>
            <a:ext cx="5932800" cy="333774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7" name="Google Shape;1527;p49: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10150" lvl="0" marL="180000" rtl="0" algn="l">
              <a:lnSpc>
                <a:spcPct val="125000"/>
              </a:lnSpc>
              <a:spcBef>
                <a:spcPts val="0"/>
              </a:spcBef>
              <a:spcAft>
                <a:spcPts val="0"/>
              </a:spcAft>
              <a:buClr>
                <a:schemeClr val="dk1"/>
              </a:buClr>
              <a:buSzPts val="1100"/>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0" name="Shape 1530"/>
        <p:cNvGrpSpPr/>
        <p:nvPr/>
      </p:nvGrpSpPr>
      <p:grpSpPr>
        <a:xfrm>
          <a:off x="0" y="0"/>
          <a:ext cx="0" cy="0"/>
          <a:chOff x="0" y="0"/>
          <a:chExt cx="0" cy="0"/>
        </a:xfrm>
      </p:grpSpPr>
      <p:sp>
        <p:nvSpPr>
          <p:cNvPr id="1531" name="Google Shape;1531;p50:notes"/>
          <p:cNvSpPr/>
          <p:nvPr>
            <p:ph idx="2" type="sldImg"/>
          </p:nvPr>
        </p:nvSpPr>
        <p:spPr>
          <a:xfrm>
            <a:off x="454896" y="766800"/>
            <a:ext cx="5932800" cy="333774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32" name="Google Shape;1532;p50:notes"/>
          <p:cNvSpPr txBox="1"/>
          <p:nvPr>
            <p:ph idx="1" type="body"/>
          </p:nvPr>
        </p:nvSpPr>
        <p:spPr>
          <a:xfrm>
            <a:off x="454896" y="4603008"/>
            <a:ext cx="5932800" cy="5108400"/>
          </a:xfrm>
          <a:prstGeom prst="rect">
            <a:avLst/>
          </a:prstGeom>
          <a:noFill/>
          <a:ln>
            <a:noFill/>
          </a:ln>
        </p:spPr>
        <p:txBody>
          <a:bodyPr anchorCtr="0" anchor="t" bIns="45700" lIns="97200" spcFirstLastPara="1" rIns="97200" wrap="square" tIns="45700">
            <a:noAutofit/>
          </a:bodyPr>
          <a:lstStyle/>
          <a:p>
            <a:pPr indent="-110150" lvl="0" marL="180000" rtl="0" algn="l">
              <a:lnSpc>
                <a:spcPct val="125000"/>
              </a:lnSpc>
              <a:spcBef>
                <a:spcPts val="0"/>
              </a:spcBef>
              <a:spcAft>
                <a:spcPts val="0"/>
              </a:spcAft>
              <a:buClr>
                <a:schemeClr val="dk1"/>
              </a:buClr>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1#修订记录">
  <p:cSld name="1_1#修订记录">
    <p:spTree>
      <p:nvGrpSpPr>
        <p:cNvPr id="27" name="Shape 27"/>
        <p:cNvGrpSpPr/>
        <p:nvPr/>
      </p:nvGrpSpPr>
      <p:grpSpPr>
        <a:xfrm>
          <a:off x="0" y="0"/>
          <a:ext cx="0" cy="0"/>
          <a:chOff x="0" y="0"/>
          <a:chExt cx="0" cy="0"/>
        </a:xfrm>
      </p:grpSpPr>
      <p:sp>
        <p:nvSpPr>
          <p:cNvPr id="28" name="Google Shape;28;p52"/>
          <p:cNvSpPr/>
          <p:nvPr/>
        </p:nvSpPr>
        <p:spPr>
          <a:xfrm>
            <a:off x="952501" y="368660"/>
            <a:ext cx="4207395" cy="479425"/>
          </a:xfrm>
          <a:prstGeom prst="rect">
            <a:avLst/>
          </a:prstGeom>
          <a:noFill/>
          <a:ln>
            <a:noFill/>
          </a:ln>
        </p:spPr>
        <p:txBody>
          <a:bodyPr anchorCtr="0" anchor="ctr" bIns="39125" lIns="78250" spcFirstLastPara="1" rIns="78250" wrap="square" tIns="39125">
            <a:noAutofit/>
          </a:bodyPr>
          <a:lstStyle/>
          <a:p>
            <a:pPr indent="0" lvl="0" marL="0" marR="0" rtl="0" algn="l">
              <a:lnSpc>
                <a:spcPct val="100000"/>
              </a:lnSpc>
              <a:spcBef>
                <a:spcPts val="0"/>
              </a:spcBef>
              <a:spcAft>
                <a:spcPts val="0"/>
              </a:spcAft>
              <a:buClr>
                <a:srgbClr val="3F3F3F"/>
              </a:buClr>
              <a:buSzPts val="3500"/>
              <a:buFont typeface="Arial"/>
              <a:buNone/>
            </a:pPr>
            <a:r>
              <a:rPr b="1" i="0" lang="en-US" sz="3500" u="none" cap="none" strike="noStrike">
                <a:solidFill>
                  <a:srgbClr val="3F3F3F"/>
                </a:solidFill>
                <a:latin typeface="Arial"/>
                <a:ea typeface="Arial"/>
                <a:cs typeface="Arial"/>
                <a:sym typeface="Arial"/>
              </a:rPr>
              <a:t>Revision Record</a:t>
            </a:r>
            <a:endParaRPr b="1" i="0" sz="3500" u="none" cap="none" strike="noStrike">
              <a:solidFill>
                <a:srgbClr val="3F3F3F"/>
              </a:solidFill>
              <a:latin typeface="Arial"/>
              <a:ea typeface="Arial"/>
              <a:cs typeface="Arial"/>
              <a:sym typeface="Arial"/>
            </a:endParaRPr>
          </a:p>
        </p:txBody>
      </p:sp>
      <p:sp>
        <p:nvSpPr>
          <p:cNvPr id="29" name="Google Shape;29;p52"/>
          <p:cNvSpPr txBox="1"/>
          <p:nvPr/>
        </p:nvSpPr>
        <p:spPr>
          <a:xfrm>
            <a:off x="7487791" y="368660"/>
            <a:ext cx="3996445"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800" u="none" cap="none" strike="noStrike">
                <a:solidFill>
                  <a:srgbClr val="4D4D4D"/>
                </a:solidFill>
                <a:latin typeface="Arial"/>
                <a:ea typeface="Arial"/>
                <a:cs typeface="Arial"/>
                <a:sym typeface="Arial"/>
              </a:rPr>
              <a:t>Do Not Print this Page</a:t>
            </a:r>
            <a:endParaRPr b="0" i="0" sz="2800" u="none" cap="none" strike="noStrike">
              <a:solidFill>
                <a:srgbClr val="4D4D4D"/>
              </a:solidFill>
              <a:latin typeface="Arial"/>
              <a:ea typeface="Arial"/>
              <a:cs typeface="Arial"/>
              <a:sym typeface="Arial"/>
            </a:endParaRPr>
          </a:p>
        </p:txBody>
      </p:sp>
      <p:graphicFrame>
        <p:nvGraphicFramePr>
          <p:cNvPr id="30" name="Google Shape;30;p52"/>
          <p:cNvGraphicFramePr/>
          <p:nvPr/>
        </p:nvGraphicFramePr>
        <p:xfrm>
          <a:off x="1007534" y="1232756"/>
          <a:ext cx="3000000" cy="3000000"/>
        </p:xfrm>
        <a:graphic>
          <a:graphicData uri="http://schemas.openxmlformats.org/drawingml/2006/table">
            <a:tbl>
              <a:tblPr>
                <a:noFill/>
                <a:tableStyleId>{5683CEA1-CC7D-4826-9F46-8C253FBE93F4}</a:tableStyleId>
              </a:tblPr>
              <a:tblGrid>
                <a:gridCol w="3059000"/>
                <a:gridCol w="2155450"/>
                <a:gridCol w="2930725"/>
                <a:gridCol w="2319625"/>
              </a:tblGrid>
              <a:tr h="577850">
                <a:tc>
                  <a:txBody>
                    <a:bodyPr/>
                    <a:lstStyle/>
                    <a:p>
                      <a:pPr indent="0" lvl="0" marL="0" marR="0" rtl="0" algn="l">
                        <a:lnSpc>
                          <a:spcPct val="140000"/>
                        </a:lnSpc>
                        <a:spcBef>
                          <a:spcPts val="0"/>
                        </a:spcBef>
                        <a:spcAft>
                          <a:spcPts val="0"/>
                        </a:spcAft>
                        <a:buClr>
                          <a:srgbClr val="808080"/>
                        </a:buClr>
                        <a:buSzPts val="960"/>
                        <a:buFont typeface="Noto Sans Symbols"/>
                        <a:buNone/>
                      </a:pPr>
                      <a:r>
                        <a:rPr b="1" i="0" lang="en-US" sz="1600" u="none" cap="none" strike="noStrike">
                          <a:solidFill>
                            <a:schemeClr val="dk1"/>
                          </a:solidFill>
                          <a:latin typeface="Arial"/>
                          <a:ea typeface="Arial"/>
                          <a:cs typeface="Arial"/>
                          <a:sym typeface="Arial"/>
                        </a:rPr>
                        <a:t>Course Code</a:t>
                      </a:r>
                      <a:endParaRPr b="1" i="0" sz="1600" u="none" cap="none" strike="noStrike">
                        <a:solidFill>
                          <a:schemeClr val="dk1"/>
                        </a:solidFill>
                        <a:latin typeface="Arial"/>
                        <a:ea typeface="Arial"/>
                        <a:cs typeface="Arial"/>
                        <a:sym typeface="Arial"/>
                      </a:endParaRPr>
                    </a:p>
                  </a:txBody>
                  <a:tcPr marT="40050" marB="40050" marR="102700" marL="102700" anchor="ctr" anchorCtr="1">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rPr b="1" i="0" lang="en-US" sz="1600" u="none" cap="none" strike="noStrike">
                          <a:solidFill>
                            <a:schemeClr val="dk1"/>
                          </a:solidFill>
                          <a:latin typeface="Arial"/>
                          <a:ea typeface="Arial"/>
                          <a:cs typeface="Arial"/>
                          <a:sym typeface="Arial"/>
                        </a:rPr>
                        <a:t>Product</a:t>
                      </a:r>
                      <a:endParaRPr b="1" i="0" sz="1600" u="none" cap="none" strike="noStrike">
                        <a:solidFill>
                          <a:schemeClr val="dk1"/>
                        </a:solidFill>
                        <a:latin typeface="Arial"/>
                        <a:ea typeface="Arial"/>
                        <a:cs typeface="Arial"/>
                        <a:sym typeface="Arial"/>
                      </a:endParaRPr>
                    </a:p>
                  </a:txBody>
                  <a:tcPr marT="40050" marB="40050" marR="102700" marL="10270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rPr b="1" i="0" lang="en-US" sz="1600" u="none" cap="none" strike="noStrike">
                          <a:solidFill>
                            <a:schemeClr val="dk1"/>
                          </a:solidFill>
                          <a:latin typeface="Arial"/>
                          <a:ea typeface="Arial"/>
                          <a:cs typeface="Arial"/>
                          <a:sym typeface="Arial"/>
                        </a:rPr>
                        <a:t>Product Version</a:t>
                      </a:r>
                      <a:endParaRPr b="1" i="0" sz="1600" u="none" cap="none" strike="noStrike">
                        <a:solidFill>
                          <a:schemeClr val="dk1"/>
                        </a:solidFill>
                        <a:latin typeface="Arial"/>
                        <a:ea typeface="Arial"/>
                        <a:cs typeface="Arial"/>
                        <a:sym typeface="Arial"/>
                      </a:endParaRPr>
                    </a:p>
                  </a:txBody>
                  <a:tcPr marT="40050" marB="40050" marR="102700" marL="10270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1080"/>
                        <a:buFont typeface="Noto Sans Symbols"/>
                        <a:buNone/>
                      </a:pPr>
                      <a:r>
                        <a:rPr b="1" i="0" lang="en-US" sz="1800" u="none" cap="none" strike="noStrike">
                          <a:solidFill>
                            <a:schemeClr val="dk1"/>
                          </a:solidFill>
                          <a:latin typeface="Arial"/>
                          <a:ea typeface="Arial"/>
                          <a:cs typeface="Arial"/>
                          <a:sym typeface="Arial"/>
                        </a:rPr>
                        <a:t>Course Version</a:t>
                      </a:r>
                      <a:endParaRPr/>
                    </a:p>
                  </a:txBody>
                  <a:tcPr marT="40050" marB="40050" marR="102700" marL="102700" anchor="ctr" anchorCtr="1">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04825">
                <a:tc>
                  <a:txBody>
                    <a:bodyPr/>
                    <a:lstStyle/>
                    <a:p>
                      <a:pPr indent="0" lvl="0" marL="0" marR="0" rtl="0" algn="ctr">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graphicFrame>
        <p:nvGraphicFramePr>
          <p:cNvPr id="31" name="Google Shape;31;p52"/>
          <p:cNvGraphicFramePr/>
          <p:nvPr/>
        </p:nvGraphicFramePr>
        <p:xfrm>
          <a:off x="1007533" y="2529867"/>
          <a:ext cx="3000000" cy="3000000"/>
        </p:xfrm>
        <a:graphic>
          <a:graphicData uri="http://schemas.openxmlformats.org/drawingml/2006/table">
            <a:tbl>
              <a:tblPr>
                <a:noFill/>
                <a:tableStyleId>{5683CEA1-CC7D-4826-9F46-8C253FBE93F4}</a:tableStyleId>
              </a:tblPr>
              <a:tblGrid>
                <a:gridCol w="3085800"/>
                <a:gridCol w="2155925"/>
                <a:gridCol w="2912125"/>
                <a:gridCol w="2310950"/>
              </a:tblGrid>
              <a:tr h="577850">
                <a:tc>
                  <a:txBody>
                    <a:bodyPr/>
                    <a:lstStyle/>
                    <a:p>
                      <a:pPr indent="0" lvl="0" marL="0" marR="0" rtl="0" algn="l">
                        <a:lnSpc>
                          <a:spcPct val="140000"/>
                        </a:lnSpc>
                        <a:spcBef>
                          <a:spcPts val="0"/>
                        </a:spcBef>
                        <a:spcAft>
                          <a:spcPts val="0"/>
                        </a:spcAft>
                        <a:buClr>
                          <a:srgbClr val="808080"/>
                        </a:buClr>
                        <a:buSzPts val="960"/>
                        <a:buFont typeface="Noto Sans Symbols"/>
                        <a:buNone/>
                      </a:pPr>
                      <a:r>
                        <a:rPr b="1" i="0" lang="en-US" sz="1600" u="none" cap="none" strike="noStrike">
                          <a:solidFill>
                            <a:schemeClr val="dk1"/>
                          </a:solidFill>
                          <a:latin typeface="Arial"/>
                          <a:ea typeface="Arial"/>
                          <a:cs typeface="Arial"/>
                          <a:sym typeface="Arial"/>
                        </a:rPr>
                        <a:t>Author/ID</a:t>
                      </a:r>
                      <a:endParaRPr b="1" i="0" sz="1600" u="none" cap="none" strike="noStrike">
                        <a:solidFill>
                          <a:schemeClr val="dk1"/>
                        </a:solidFill>
                        <a:latin typeface="Arial"/>
                        <a:ea typeface="Arial"/>
                        <a:cs typeface="Arial"/>
                        <a:sym typeface="Arial"/>
                      </a:endParaRPr>
                    </a:p>
                  </a:txBody>
                  <a:tcPr marT="40050" marB="40050" marR="102700" marL="102700" anchor="ctr" anchorCtr="1">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rPr b="1" i="0" lang="en-US" sz="1600" u="none" cap="none" strike="noStrike">
                          <a:solidFill>
                            <a:schemeClr val="dk1"/>
                          </a:solidFill>
                          <a:latin typeface="Arial"/>
                          <a:ea typeface="Arial"/>
                          <a:cs typeface="Arial"/>
                          <a:sym typeface="Arial"/>
                        </a:rPr>
                        <a:t>Date</a:t>
                      </a:r>
                      <a:endParaRPr b="1" i="0" sz="1600" u="none" cap="none" strike="noStrike">
                        <a:solidFill>
                          <a:schemeClr val="dk1"/>
                        </a:solidFill>
                        <a:latin typeface="Arial"/>
                        <a:ea typeface="Arial"/>
                        <a:cs typeface="Arial"/>
                        <a:sym typeface="Arial"/>
                      </a:endParaRPr>
                    </a:p>
                  </a:txBody>
                  <a:tcPr marT="40050" marB="40050" marR="102700" marL="10270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rPr b="1" i="0" lang="en-US" sz="1600" u="none" cap="none" strike="noStrike">
                          <a:solidFill>
                            <a:schemeClr val="dk1"/>
                          </a:solidFill>
                          <a:latin typeface="Arial"/>
                          <a:ea typeface="Arial"/>
                          <a:cs typeface="Arial"/>
                          <a:sym typeface="Arial"/>
                        </a:rPr>
                        <a:t>Reviewer/ID</a:t>
                      </a:r>
                      <a:endParaRPr b="1" i="0" sz="1600" u="none" cap="none" strike="noStrike">
                        <a:solidFill>
                          <a:schemeClr val="dk1"/>
                        </a:solidFill>
                        <a:latin typeface="Arial"/>
                        <a:ea typeface="Arial"/>
                        <a:cs typeface="Arial"/>
                        <a:sym typeface="Arial"/>
                      </a:endParaRPr>
                    </a:p>
                  </a:txBody>
                  <a:tcPr marT="40050" marB="40050" marR="102700" marL="10270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rPr b="1" i="0" lang="en-US" sz="1600" u="none" cap="none" strike="noStrike">
                          <a:solidFill>
                            <a:schemeClr val="dk1"/>
                          </a:solidFill>
                          <a:latin typeface="Arial"/>
                          <a:ea typeface="Arial"/>
                          <a:cs typeface="Arial"/>
                          <a:sym typeface="Arial"/>
                        </a:rPr>
                        <a:t>New/ Update</a:t>
                      </a:r>
                      <a:endParaRPr b="1" i="0" sz="1600" u="none" cap="none" strike="noStrike">
                        <a:solidFill>
                          <a:schemeClr val="dk1"/>
                        </a:solidFill>
                        <a:latin typeface="Arial"/>
                        <a:ea typeface="Arial"/>
                        <a:cs typeface="Arial"/>
                        <a:sym typeface="Arial"/>
                      </a:endParaRPr>
                    </a:p>
                  </a:txBody>
                  <a:tcPr marT="40050" marB="40050" marR="102700" marL="102700" anchor="ctr" anchorCtr="1">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04825">
                <a:tc>
                  <a:txBody>
                    <a:bodyPr/>
                    <a:lstStyle/>
                    <a:p>
                      <a:pPr indent="0" lvl="0" marL="0" marR="0" rtl="0" algn="ctr">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88950">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88950">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88950">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88950">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88950">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32" name="Google Shape;32;p52"/>
          <p:cNvSpPr txBox="1"/>
          <p:nvPr>
            <p:ph idx="1" type="body"/>
          </p:nvPr>
        </p:nvSpPr>
        <p:spPr>
          <a:xfrm>
            <a:off x="1007535" y="1803960"/>
            <a:ext cx="3024237" cy="504887"/>
          </a:xfrm>
          <a:prstGeom prst="rect">
            <a:avLst/>
          </a:prstGeom>
          <a:noFill/>
          <a:ln>
            <a:noFill/>
          </a:ln>
        </p:spPr>
        <p:txBody>
          <a:bodyPr anchorCtr="0" anchor="ctr" bIns="40050" lIns="80125" spcFirstLastPara="1" rIns="80125" wrap="square" tIns="40050">
            <a:noAutofit/>
          </a:bodyPr>
          <a:lstStyle>
            <a:lvl1pPr indent="-228600" lvl="0" marL="457200" marR="0" algn="ctr">
              <a:lnSpc>
                <a:spcPct val="100000"/>
              </a:lnSpc>
              <a:spcBef>
                <a:spcPts val="480"/>
              </a:spcBef>
              <a:spcAft>
                <a:spcPts val="0"/>
              </a:spcAft>
              <a:buClr>
                <a:srgbClr val="808080"/>
              </a:buClr>
              <a:buSzPts val="960"/>
              <a:buFont typeface="Noto Sans Symbols"/>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52"/>
          <p:cNvSpPr txBox="1"/>
          <p:nvPr>
            <p:ph idx="2" type="body"/>
          </p:nvPr>
        </p:nvSpPr>
        <p:spPr>
          <a:xfrm>
            <a:off x="4079776" y="1803960"/>
            <a:ext cx="2110008" cy="504887"/>
          </a:xfrm>
          <a:prstGeom prst="rect">
            <a:avLst/>
          </a:prstGeom>
          <a:noFill/>
          <a:ln>
            <a:noFill/>
          </a:ln>
        </p:spPr>
        <p:txBody>
          <a:bodyPr anchorCtr="0" anchor="ctr" bIns="40050" lIns="80125" spcFirstLastPara="1" rIns="80125" wrap="square" tIns="40050">
            <a:noAutofit/>
          </a:bodyPr>
          <a:lstStyle>
            <a:lvl1pPr indent="-228600" lvl="0" marL="457200" marR="0" algn="ctr">
              <a:lnSpc>
                <a:spcPct val="100000"/>
              </a:lnSpc>
              <a:spcBef>
                <a:spcPts val="480"/>
              </a:spcBef>
              <a:spcAft>
                <a:spcPts val="0"/>
              </a:spcAft>
              <a:buClr>
                <a:srgbClr val="808080"/>
              </a:buClr>
              <a:buSzPts val="960"/>
              <a:buFont typeface="Noto Sans Symbols"/>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 name="Google Shape;34;p52"/>
          <p:cNvSpPr txBox="1"/>
          <p:nvPr>
            <p:ph idx="3" type="body"/>
          </p:nvPr>
        </p:nvSpPr>
        <p:spPr>
          <a:xfrm>
            <a:off x="6239934" y="1803960"/>
            <a:ext cx="2844398" cy="504887"/>
          </a:xfrm>
          <a:prstGeom prst="rect">
            <a:avLst/>
          </a:prstGeom>
          <a:noFill/>
          <a:ln>
            <a:noFill/>
          </a:ln>
        </p:spPr>
        <p:txBody>
          <a:bodyPr anchorCtr="0" anchor="ctr" bIns="40050" lIns="80125" spcFirstLastPara="1" rIns="80125" wrap="square" tIns="40050">
            <a:noAutofit/>
          </a:bodyPr>
          <a:lstStyle>
            <a:lvl1pPr indent="-228600" lvl="0" marL="457200" marR="0" algn="ctr">
              <a:lnSpc>
                <a:spcPct val="100000"/>
              </a:lnSpc>
              <a:spcBef>
                <a:spcPts val="480"/>
              </a:spcBef>
              <a:spcAft>
                <a:spcPts val="0"/>
              </a:spcAft>
              <a:buClr>
                <a:srgbClr val="808080"/>
              </a:buClr>
              <a:buSzPts val="960"/>
              <a:buFont typeface="Noto Sans Symbols"/>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 name="Google Shape;35;p52"/>
          <p:cNvSpPr txBox="1"/>
          <p:nvPr>
            <p:ph idx="4" type="body"/>
          </p:nvPr>
        </p:nvSpPr>
        <p:spPr>
          <a:xfrm>
            <a:off x="9084332" y="1803960"/>
            <a:ext cx="2388001" cy="504887"/>
          </a:xfrm>
          <a:prstGeom prst="rect">
            <a:avLst/>
          </a:prstGeom>
          <a:noFill/>
          <a:ln>
            <a:noFill/>
          </a:ln>
        </p:spPr>
        <p:txBody>
          <a:bodyPr anchorCtr="0" anchor="ctr" bIns="40050" lIns="80125" spcFirstLastPara="1" rIns="80125" wrap="square" tIns="40050">
            <a:noAutofit/>
          </a:bodyPr>
          <a:lstStyle>
            <a:lvl1pPr indent="-228600" lvl="0" marL="457200" marR="0" algn="ctr">
              <a:lnSpc>
                <a:spcPct val="100000"/>
              </a:lnSpc>
              <a:spcBef>
                <a:spcPts val="480"/>
              </a:spcBef>
              <a:spcAft>
                <a:spcPts val="0"/>
              </a:spcAft>
              <a:buClr>
                <a:srgbClr val="808080"/>
              </a:buClr>
              <a:buSzPts val="960"/>
              <a:buFont typeface="Noto Sans Symbols"/>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52"/>
          <p:cNvSpPr txBox="1"/>
          <p:nvPr>
            <p:ph idx="5" type="body"/>
          </p:nvPr>
        </p:nvSpPr>
        <p:spPr>
          <a:xfrm>
            <a:off x="1007533" y="3089025"/>
            <a:ext cx="3071784" cy="504887"/>
          </a:xfrm>
          <a:prstGeom prst="rect">
            <a:avLst/>
          </a:prstGeom>
          <a:noFill/>
          <a:ln>
            <a:noFill/>
          </a:ln>
        </p:spPr>
        <p:txBody>
          <a:bodyPr anchorCtr="0" anchor="ctr" bIns="40050" lIns="80125" spcFirstLastPara="1" rIns="80125" wrap="square" tIns="40050">
            <a:noAutofit/>
          </a:bodyPr>
          <a:lstStyle>
            <a:lvl1pPr indent="-228600" lvl="0" marL="457200" marR="0" algn="ctr">
              <a:lnSpc>
                <a:spcPct val="100000"/>
              </a:lnSpc>
              <a:spcBef>
                <a:spcPts val="480"/>
              </a:spcBef>
              <a:spcAft>
                <a:spcPts val="0"/>
              </a:spcAft>
              <a:buClr>
                <a:srgbClr val="808080"/>
              </a:buClr>
              <a:buSzPts val="960"/>
              <a:buFont typeface="Noto Sans Symbols"/>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52"/>
          <p:cNvSpPr txBox="1"/>
          <p:nvPr>
            <p:ph idx="6" type="body"/>
          </p:nvPr>
        </p:nvSpPr>
        <p:spPr>
          <a:xfrm>
            <a:off x="4079776" y="3089025"/>
            <a:ext cx="2160157" cy="504887"/>
          </a:xfrm>
          <a:prstGeom prst="rect">
            <a:avLst/>
          </a:prstGeom>
          <a:noFill/>
          <a:ln>
            <a:noFill/>
          </a:ln>
        </p:spPr>
        <p:txBody>
          <a:bodyPr anchorCtr="0" anchor="ctr" bIns="40050" lIns="80125" spcFirstLastPara="1" rIns="80125" wrap="square" tIns="40050">
            <a:noAutofit/>
          </a:bodyPr>
          <a:lstStyle>
            <a:lvl1pPr indent="-228600" lvl="0" marL="457200" algn="ctr">
              <a:lnSpc>
                <a:spcPct val="100000"/>
              </a:lnSpc>
              <a:spcBef>
                <a:spcPts val="792"/>
              </a:spcBef>
              <a:spcAft>
                <a:spcPts val="0"/>
              </a:spcAft>
              <a:buClr>
                <a:schemeClr val="dk1"/>
              </a:buClr>
              <a:buSzPts val="800"/>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52"/>
          <p:cNvSpPr txBox="1"/>
          <p:nvPr>
            <p:ph idx="7" type="body"/>
          </p:nvPr>
        </p:nvSpPr>
        <p:spPr>
          <a:xfrm>
            <a:off x="6239933" y="3089025"/>
            <a:ext cx="2928408" cy="504887"/>
          </a:xfrm>
          <a:prstGeom prst="rect">
            <a:avLst/>
          </a:prstGeom>
          <a:noFill/>
          <a:ln>
            <a:noFill/>
          </a:ln>
        </p:spPr>
        <p:txBody>
          <a:bodyPr anchorCtr="0" anchor="ctr" bIns="40050" lIns="80125" spcFirstLastPara="1" rIns="80125" wrap="square" tIns="40050">
            <a:noAutofit/>
          </a:bodyPr>
          <a:lstStyle>
            <a:lvl1pPr indent="-228600" lvl="0" marL="457200" marR="0" algn="ctr">
              <a:lnSpc>
                <a:spcPct val="100000"/>
              </a:lnSpc>
              <a:spcBef>
                <a:spcPts val="480"/>
              </a:spcBef>
              <a:spcAft>
                <a:spcPts val="0"/>
              </a:spcAft>
              <a:buClr>
                <a:srgbClr val="808080"/>
              </a:buClr>
              <a:buSzPts val="960"/>
              <a:buFont typeface="Noto Sans Symbols"/>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 name="Google Shape;39;p52"/>
          <p:cNvSpPr txBox="1"/>
          <p:nvPr>
            <p:ph idx="8" type="body"/>
          </p:nvPr>
        </p:nvSpPr>
        <p:spPr>
          <a:xfrm>
            <a:off x="9168341" y="3089025"/>
            <a:ext cx="2303992" cy="504887"/>
          </a:xfrm>
          <a:prstGeom prst="rect">
            <a:avLst/>
          </a:prstGeom>
          <a:noFill/>
          <a:ln>
            <a:noFill/>
          </a:ln>
        </p:spPr>
        <p:txBody>
          <a:bodyPr anchorCtr="0" anchor="ctr" bIns="40050" lIns="80125" spcFirstLastPara="1" rIns="80125" wrap="square" tIns="40050">
            <a:noAutofit/>
          </a:bodyPr>
          <a:lstStyle>
            <a:lvl1pPr indent="-228600" lvl="0" marL="457200" algn="ctr">
              <a:lnSpc>
                <a:spcPct val="100000"/>
              </a:lnSpc>
              <a:spcBef>
                <a:spcPts val="792"/>
              </a:spcBef>
              <a:spcAft>
                <a:spcPts val="0"/>
              </a:spcAft>
              <a:buClr>
                <a:schemeClr val="dk1"/>
              </a:buClr>
              <a:buSzPts val="800"/>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52"/>
          <p:cNvSpPr txBox="1"/>
          <p:nvPr>
            <p:ph idx="9" type="body"/>
          </p:nvPr>
        </p:nvSpPr>
        <p:spPr>
          <a:xfrm>
            <a:off x="1019436" y="3608189"/>
            <a:ext cx="3071784" cy="504887"/>
          </a:xfrm>
          <a:prstGeom prst="rect">
            <a:avLst/>
          </a:prstGeom>
          <a:noFill/>
          <a:ln>
            <a:noFill/>
          </a:ln>
        </p:spPr>
        <p:txBody>
          <a:bodyPr anchorCtr="0" anchor="ctr" bIns="40050" lIns="80125" spcFirstLastPara="1" rIns="80125" wrap="square" tIns="40050">
            <a:noAutofit/>
          </a:bodyPr>
          <a:lstStyle>
            <a:lvl1pPr indent="-228600" lvl="0" marL="457200" marR="0" algn="ctr">
              <a:lnSpc>
                <a:spcPct val="100000"/>
              </a:lnSpc>
              <a:spcBef>
                <a:spcPts val="480"/>
              </a:spcBef>
              <a:spcAft>
                <a:spcPts val="0"/>
              </a:spcAft>
              <a:buClr>
                <a:srgbClr val="808080"/>
              </a:buClr>
              <a:buSzPts val="960"/>
              <a:buFont typeface="Noto Sans Symbols"/>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52"/>
          <p:cNvSpPr txBox="1"/>
          <p:nvPr>
            <p:ph idx="13" type="body"/>
          </p:nvPr>
        </p:nvSpPr>
        <p:spPr>
          <a:xfrm>
            <a:off x="4091679" y="3608189"/>
            <a:ext cx="2160157" cy="504887"/>
          </a:xfrm>
          <a:prstGeom prst="rect">
            <a:avLst/>
          </a:prstGeom>
          <a:noFill/>
          <a:ln>
            <a:noFill/>
          </a:ln>
        </p:spPr>
        <p:txBody>
          <a:bodyPr anchorCtr="0" anchor="ctr" bIns="40050" lIns="80125" spcFirstLastPara="1" rIns="80125" wrap="square" tIns="40050">
            <a:noAutofit/>
          </a:bodyPr>
          <a:lstStyle>
            <a:lvl1pPr indent="-228600" lvl="0" marL="457200" algn="ctr">
              <a:lnSpc>
                <a:spcPct val="100000"/>
              </a:lnSpc>
              <a:spcBef>
                <a:spcPts val="792"/>
              </a:spcBef>
              <a:spcAft>
                <a:spcPts val="0"/>
              </a:spcAft>
              <a:buClr>
                <a:schemeClr val="dk1"/>
              </a:buClr>
              <a:buSzPts val="800"/>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52"/>
          <p:cNvSpPr txBox="1"/>
          <p:nvPr>
            <p:ph idx="14" type="body"/>
          </p:nvPr>
        </p:nvSpPr>
        <p:spPr>
          <a:xfrm>
            <a:off x="6251836" y="3608189"/>
            <a:ext cx="2928408" cy="504887"/>
          </a:xfrm>
          <a:prstGeom prst="rect">
            <a:avLst/>
          </a:prstGeom>
          <a:noFill/>
          <a:ln>
            <a:noFill/>
          </a:ln>
        </p:spPr>
        <p:txBody>
          <a:bodyPr anchorCtr="0" anchor="ctr" bIns="40050" lIns="80125" spcFirstLastPara="1" rIns="80125" wrap="square" tIns="40050">
            <a:noAutofit/>
          </a:bodyPr>
          <a:lstStyle>
            <a:lvl1pPr indent="-228600" lvl="0" marL="457200" marR="0" algn="ctr">
              <a:lnSpc>
                <a:spcPct val="100000"/>
              </a:lnSpc>
              <a:spcBef>
                <a:spcPts val="480"/>
              </a:spcBef>
              <a:spcAft>
                <a:spcPts val="0"/>
              </a:spcAft>
              <a:buClr>
                <a:srgbClr val="808080"/>
              </a:buClr>
              <a:buSzPts val="960"/>
              <a:buFont typeface="Noto Sans Symbols"/>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 name="Google Shape;43;p52"/>
          <p:cNvSpPr txBox="1"/>
          <p:nvPr>
            <p:ph idx="15" type="body"/>
          </p:nvPr>
        </p:nvSpPr>
        <p:spPr>
          <a:xfrm>
            <a:off x="9180244" y="3608189"/>
            <a:ext cx="2303992" cy="504887"/>
          </a:xfrm>
          <a:prstGeom prst="rect">
            <a:avLst/>
          </a:prstGeom>
          <a:noFill/>
          <a:ln>
            <a:noFill/>
          </a:ln>
        </p:spPr>
        <p:txBody>
          <a:bodyPr anchorCtr="0" anchor="ctr" bIns="40050" lIns="80125" spcFirstLastPara="1" rIns="80125" wrap="square" tIns="40050">
            <a:noAutofit/>
          </a:bodyPr>
          <a:lstStyle>
            <a:lvl1pPr indent="-228600" lvl="0" marL="457200" algn="ctr">
              <a:lnSpc>
                <a:spcPct val="100000"/>
              </a:lnSpc>
              <a:spcBef>
                <a:spcPts val="792"/>
              </a:spcBef>
              <a:spcAft>
                <a:spcPts val="0"/>
              </a:spcAft>
              <a:buClr>
                <a:schemeClr val="dk1"/>
              </a:buClr>
              <a:buSzPts val="800"/>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52"/>
          <p:cNvSpPr txBox="1"/>
          <p:nvPr>
            <p:ph idx="16" type="body"/>
          </p:nvPr>
        </p:nvSpPr>
        <p:spPr>
          <a:xfrm>
            <a:off x="995796" y="4077072"/>
            <a:ext cx="3071784" cy="504887"/>
          </a:xfrm>
          <a:prstGeom prst="rect">
            <a:avLst/>
          </a:prstGeom>
          <a:noFill/>
          <a:ln>
            <a:noFill/>
          </a:ln>
        </p:spPr>
        <p:txBody>
          <a:bodyPr anchorCtr="0" anchor="ctr" bIns="40050" lIns="80125" spcFirstLastPara="1" rIns="80125" wrap="square" tIns="40050">
            <a:noAutofit/>
          </a:bodyPr>
          <a:lstStyle>
            <a:lvl1pPr indent="-228600" lvl="0" marL="457200" marR="0" algn="ctr">
              <a:lnSpc>
                <a:spcPct val="100000"/>
              </a:lnSpc>
              <a:spcBef>
                <a:spcPts val="480"/>
              </a:spcBef>
              <a:spcAft>
                <a:spcPts val="0"/>
              </a:spcAft>
              <a:buClr>
                <a:srgbClr val="808080"/>
              </a:buClr>
              <a:buSzPts val="960"/>
              <a:buFont typeface="Noto Sans Symbols"/>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 name="Google Shape;45;p52"/>
          <p:cNvSpPr txBox="1"/>
          <p:nvPr>
            <p:ph idx="17" type="body"/>
          </p:nvPr>
        </p:nvSpPr>
        <p:spPr>
          <a:xfrm>
            <a:off x="4068039" y="4077072"/>
            <a:ext cx="2160157" cy="504887"/>
          </a:xfrm>
          <a:prstGeom prst="rect">
            <a:avLst/>
          </a:prstGeom>
          <a:noFill/>
          <a:ln>
            <a:noFill/>
          </a:ln>
        </p:spPr>
        <p:txBody>
          <a:bodyPr anchorCtr="0" anchor="ctr" bIns="40050" lIns="80125" spcFirstLastPara="1" rIns="80125" wrap="square" tIns="40050">
            <a:noAutofit/>
          </a:bodyPr>
          <a:lstStyle>
            <a:lvl1pPr indent="-228600" lvl="0" marL="457200" algn="ctr">
              <a:lnSpc>
                <a:spcPct val="100000"/>
              </a:lnSpc>
              <a:spcBef>
                <a:spcPts val="792"/>
              </a:spcBef>
              <a:spcAft>
                <a:spcPts val="0"/>
              </a:spcAft>
              <a:buClr>
                <a:schemeClr val="dk1"/>
              </a:buClr>
              <a:buSzPts val="800"/>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52"/>
          <p:cNvSpPr txBox="1"/>
          <p:nvPr>
            <p:ph idx="18" type="body"/>
          </p:nvPr>
        </p:nvSpPr>
        <p:spPr>
          <a:xfrm>
            <a:off x="6228196" y="4077072"/>
            <a:ext cx="2928408" cy="504887"/>
          </a:xfrm>
          <a:prstGeom prst="rect">
            <a:avLst/>
          </a:prstGeom>
          <a:noFill/>
          <a:ln>
            <a:noFill/>
          </a:ln>
        </p:spPr>
        <p:txBody>
          <a:bodyPr anchorCtr="0" anchor="ctr" bIns="40050" lIns="80125" spcFirstLastPara="1" rIns="80125" wrap="square" tIns="40050">
            <a:noAutofit/>
          </a:bodyPr>
          <a:lstStyle>
            <a:lvl1pPr indent="-228600" lvl="0" marL="457200" marR="0" algn="ctr">
              <a:lnSpc>
                <a:spcPct val="100000"/>
              </a:lnSpc>
              <a:spcBef>
                <a:spcPts val="480"/>
              </a:spcBef>
              <a:spcAft>
                <a:spcPts val="0"/>
              </a:spcAft>
              <a:buClr>
                <a:srgbClr val="808080"/>
              </a:buClr>
              <a:buSzPts val="960"/>
              <a:buFont typeface="Noto Sans Symbols"/>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52"/>
          <p:cNvSpPr txBox="1"/>
          <p:nvPr>
            <p:ph idx="19" type="body"/>
          </p:nvPr>
        </p:nvSpPr>
        <p:spPr>
          <a:xfrm>
            <a:off x="9156604" y="4077072"/>
            <a:ext cx="2303992" cy="504887"/>
          </a:xfrm>
          <a:prstGeom prst="rect">
            <a:avLst/>
          </a:prstGeom>
          <a:noFill/>
          <a:ln>
            <a:noFill/>
          </a:ln>
        </p:spPr>
        <p:txBody>
          <a:bodyPr anchorCtr="0" anchor="ctr" bIns="40050" lIns="80125" spcFirstLastPara="1" rIns="80125" wrap="square" tIns="40050">
            <a:noAutofit/>
          </a:bodyPr>
          <a:lstStyle>
            <a:lvl1pPr indent="-228600" lvl="0" marL="457200" algn="ctr">
              <a:lnSpc>
                <a:spcPct val="100000"/>
              </a:lnSpc>
              <a:spcBef>
                <a:spcPts val="792"/>
              </a:spcBef>
              <a:spcAft>
                <a:spcPts val="0"/>
              </a:spcAft>
              <a:buClr>
                <a:schemeClr val="dk1"/>
              </a:buClr>
              <a:buSzPts val="800"/>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52"/>
          <p:cNvSpPr txBox="1"/>
          <p:nvPr>
            <p:ph idx="20" type="body"/>
          </p:nvPr>
        </p:nvSpPr>
        <p:spPr>
          <a:xfrm>
            <a:off x="1019436" y="4581128"/>
            <a:ext cx="3071784" cy="504887"/>
          </a:xfrm>
          <a:prstGeom prst="rect">
            <a:avLst/>
          </a:prstGeom>
          <a:noFill/>
          <a:ln>
            <a:noFill/>
          </a:ln>
        </p:spPr>
        <p:txBody>
          <a:bodyPr anchorCtr="0" anchor="ctr" bIns="40050" lIns="80125" spcFirstLastPara="1" rIns="80125" wrap="square" tIns="40050">
            <a:noAutofit/>
          </a:bodyPr>
          <a:lstStyle>
            <a:lvl1pPr indent="-228600" lvl="0" marL="457200" marR="0" algn="ctr">
              <a:lnSpc>
                <a:spcPct val="100000"/>
              </a:lnSpc>
              <a:spcBef>
                <a:spcPts val="480"/>
              </a:spcBef>
              <a:spcAft>
                <a:spcPts val="0"/>
              </a:spcAft>
              <a:buClr>
                <a:srgbClr val="808080"/>
              </a:buClr>
              <a:buSzPts val="960"/>
              <a:buFont typeface="Noto Sans Symbols"/>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52"/>
          <p:cNvSpPr txBox="1"/>
          <p:nvPr>
            <p:ph idx="21" type="body"/>
          </p:nvPr>
        </p:nvSpPr>
        <p:spPr>
          <a:xfrm>
            <a:off x="4091679" y="4581128"/>
            <a:ext cx="2160157" cy="504887"/>
          </a:xfrm>
          <a:prstGeom prst="rect">
            <a:avLst/>
          </a:prstGeom>
          <a:noFill/>
          <a:ln>
            <a:noFill/>
          </a:ln>
        </p:spPr>
        <p:txBody>
          <a:bodyPr anchorCtr="0" anchor="ctr" bIns="40050" lIns="80125" spcFirstLastPara="1" rIns="80125" wrap="square" tIns="40050">
            <a:noAutofit/>
          </a:bodyPr>
          <a:lstStyle>
            <a:lvl1pPr indent="-228600" lvl="0" marL="457200" algn="ctr">
              <a:lnSpc>
                <a:spcPct val="100000"/>
              </a:lnSpc>
              <a:spcBef>
                <a:spcPts val="792"/>
              </a:spcBef>
              <a:spcAft>
                <a:spcPts val="0"/>
              </a:spcAft>
              <a:buClr>
                <a:schemeClr val="dk1"/>
              </a:buClr>
              <a:buSzPts val="800"/>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52"/>
          <p:cNvSpPr txBox="1"/>
          <p:nvPr>
            <p:ph idx="22" type="body"/>
          </p:nvPr>
        </p:nvSpPr>
        <p:spPr>
          <a:xfrm>
            <a:off x="6251836" y="4581128"/>
            <a:ext cx="2928408" cy="504887"/>
          </a:xfrm>
          <a:prstGeom prst="rect">
            <a:avLst/>
          </a:prstGeom>
          <a:noFill/>
          <a:ln>
            <a:noFill/>
          </a:ln>
        </p:spPr>
        <p:txBody>
          <a:bodyPr anchorCtr="0" anchor="ctr" bIns="40050" lIns="80125" spcFirstLastPara="1" rIns="80125" wrap="square" tIns="40050">
            <a:noAutofit/>
          </a:bodyPr>
          <a:lstStyle>
            <a:lvl1pPr indent="-228600" lvl="0" marL="457200" marR="0" algn="ctr">
              <a:lnSpc>
                <a:spcPct val="100000"/>
              </a:lnSpc>
              <a:spcBef>
                <a:spcPts val="480"/>
              </a:spcBef>
              <a:spcAft>
                <a:spcPts val="0"/>
              </a:spcAft>
              <a:buClr>
                <a:srgbClr val="808080"/>
              </a:buClr>
              <a:buSzPts val="960"/>
              <a:buFont typeface="Noto Sans Symbols"/>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52"/>
          <p:cNvSpPr txBox="1"/>
          <p:nvPr>
            <p:ph idx="23" type="body"/>
          </p:nvPr>
        </p:nvSpPr>
        <p:spPr>
          <a:xfrm>
            <a:off x="9180244" y="4581128"/>
            <a:ext cx="2303992" cy="504887"/>
          </a:xfrm>
          <a:prstGeom prst="rect">
            <a:avLst/>
          </a:prstGeom>
          <a:noFill/>
          <a:ln>
            <a:noFill/>
          </a:ln>
        </p:spPr>
        <p:txBody>
          <a:bodyPr anchorCtr="0" anchor="ctr" bIns="40050" lIns="80125" spcFirstLastPara="1" rIns="80125" wrap="square" tIns="40050">
            <a:noAutofit/>
          </a:bodyPr>
          <a:lstStyle>
            <a:lvl1pPr indent="-228600" lvl="0" marL="457200" algn="ctr">
              <a:lnSpc>
                <a:spcPct val="100000"/>
              </a:lnSpc>
              <a:spcBef>
                <a:spcPts val="792"/>
              </a:spcBef>
              <a:spcAft>
                <a:spcPts val="0"/>
              </a:spcAft>
              <a:buClr>
                <a:schemeClr val="dk1"/>
              </a:buClr>
              <a:buSzPts val="800"/>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52"/>
          <p:cNvSpPr txBox="1"/>
          <p:nvPr>
            <p:ph idx="24" type="body"/>
          </p:nvPr>
        </p:nvSpPr>
        <p:spPr>
          <a:xfrm>
            <a:off x="995796" y="5049180"/>
            <a:ext cx="3071784" cy="504887"/>
          </a:xfrm>
          <a:prstGeom prst="rect">
            <a:avLst/>
          </a:prstGeom>
          <a:noFill/>
          <a:ln>
            <a:noFill/>
          </a:ln>
        </p:spPr>
        <p:txBody>
          <a:bodyPr anchorCtr="0" anchor="ctr" bIns="40050" lIns="80125" spcFirstLastPara="1" rIns="80125" wrap="square" tIns="40050">
            <a:noAutofit/>
          </a:bodyPr>
          <a:lstStyle>
            <a:lvl1pPr indent="-228600" lvl="0" marL="457200" marR="0" algn="ctr">
              <a:lnSpc>
                <a:spcPct val="100000"/>
              </a:lnSpc>
              <a:spcBef>
                <a:spcPts val="480"/>
              </a:spcBef>
              <a:spcAft>
                <a:spcPts val="0"/>
              </a:spcAft>
              <a:buClr>
                <a:srgbClr val="808080"/>
              </a:buClr>
              <a:buSzPts val="960"/>
              <a:buFont typeface="Noto Sans Symbols"/>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 name="Google Shape;53;p52"/>
          <p:cNvSpPr txBox="1"/>
          <p:nvPr>
            <p:ph idx="25" type="body"/>
          </p:nvPr>
        </p:nvSpPr>
        <p:spPr>
          <a:xfrm>
            <a:off x="4068039" y="5049180"/>
            <a:ext cx="2160157" cy="504887"/>
          </a:xfrm>
          <a:prstGeom prst="rect">
            <a:avLst/>
          </a:prstGeom>
          <a:noFill/>
          <a:ln>
            <a:noFill/>
          </a:ln>
        </p:spPr>
        <p:txBody>
          <a:bodyPr anchorCtr="0" anchor="ctr" bIns="40050" lIns="80125" spcFirstLastPara="1" rIns="80125" wrap="square" tIns="40050">
            <a:noAutofit/>
          </a:bodyPr>
          <a:lstStyle>
            <a:lvl1pPr indent="-228600" lvl="0" marL="457200" algn="ctr">
              <a:lnSpc>
                <a:spcPct val="100000"/>
              </a:lnSpc>
              <a:spcBef>
                <a:spcPts val="792"/>
              </a:spcBef>
              <a:spcAft>
                <a:spcPts val="0"/>
              </a:spcAft>
              <a:buClr>
                <a:schemeClr val="dk1"/>
              </a:buClr>
              <a:buSzPts val="800"/>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52"/>
          <p:cNvSpPr txBox="1"/>
          <p:nvPr>
            <p:ph idx="26" type="body"/>
          </p:nvPr>
        </p:nvSpPr>
        <p:spPr>
          <a:xfrm>
            <a:off x="6228196" y="5049180"/>
            <a:ext cx="2928408" cy="504887"/>
          </a:xfrm>
          <a:prstGeom prst="rect">
            <a:avLst/>
          </a:prstGeom>
          <a:noFill/>
          <a:ln>
            <a:noFill/>
          </a:ln>
        </p:spPr>
        <p:txBody>
          <a:bodyPr anchorCtr="0" anchor="ctr" bIns="40050" lIns="80125" spcFirstLastPara="1" rIns="80125" wrap="square" tIns="40050">
            <a:noAutofit/>
          </a:bodyPr>
          <a:lstStyle>
            <a:lvl1pPr indent="-228600" lvl="0" marL="457200" marR="0" algn="ctr">
              <a:lnSpc>
                <a:spcPct val="100000"/>
              </a:lnSpc>
              <a:spcBef>
                <a:spcPts val="480"/>
              </a:spcBef>
              <a:spcAft>
                <a:spcPts val="0"/>
              </a:spcAft>
              <a:buClr>
                <a:srgbClr val="808080"/>
              </a:buClr>
              <a:buSzPts val="960"/>
              <a:buFont typeface="Noto Sans Symbols"/>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 name="Google Shape;55;p52"/>
          <p:cNvSpPr txBox="1"/>
          <p:nvPr>
            <p:ph idx="27" type="body"/>
          </p:nvPr>
        </p:nvSpPr>
        <p:spPr>
          <a:xfrm>
            <a:off x="9156604" y="5049180"/>
            <a:ext cx="2303992" cy="504887"/>
          </a:xfrm>
          <a:prstGeom prst="rect">
            <a:avLst/>
          </a:prstGeom>
          <a:noFill/>
          <a:ln>
            <a:noFill/>
          </a:ln>
        </p:spPr>
        <p:txBody>
          <a:bodyPr anchorCtr="0" anchor="ctr" bIns="40050" lIns="80125" spcFirstLastPara="1" rIns="80125" wrap="square" tIns="40050">
            <a:noAutofit/>
          </a:bodyPr>
          <a:lstStyle>
            <a:lvl1pPr indent="-228600" lvl="0" marL="457200" algn="ctr">
              <a:lnSpc>
                <a:spcPct val="100000"/>
              </a:lnSpc>
              <a:spcBef>
                <a:spcPts val="792"/>
              </a:spcBef>
              <a:spcAft>
                <a:spcPts val="0"/>
              </a:spcAft>
              <a:buClr>
                <a:schemeClr val="dk1"/>
              </a:buClr>
              <a:buSzPts val="800"/>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 name="Google Shape;56;p52"/>
          <p:cNvSpPr txBox="1"/>
          <p:nvPr>
            <p:ph idx="28" type="body"/>
          </p:nvPr>
        </p:nvSpPr>
        <p:spPr>
          <a:xfrm>
            <a:off x="1019436" y="5553236"/>
            <a:ext cx="3071784" cy="504887"/>
          </a:xfrm>
          <a:prstGeom prst="rect">
            <a:avLst/>
          </a:prstGeom>
          <a:noFill/>
          <a:ln>
            <a:noFill/>
          </a:ln>
        </p:spPr>
        <p:txBody>
          <a:bodyPr anchorCtr="0" anchor="ctr" bIns="40050" lIns="80125" spcFirstLastPara="1" rIns="80125" wrap="square" tIns="40050">
            <a:noAutofit/>
          </a:bodyPr>
          <a:lstStyle>
            <a:lvl1pPr indent="-228600" lvl="0" marL="457200" marR="0" algn="ctr">
              <a:lnSpc>
                <a:spcPct val="100000"/>
              </a:lnSpc>
              <a:spcBef>
                <a:spcPts val="480"/>
              </a:spcBef>
              <a:spcAft>
                <a:spcPts val="0"/>
              </a:spcAft>
              <a:buClr>
                <a:srgbClr val="808080"/>
              </a:buClr>
              <a:buSzPts val="960"/>
              <a:buFont typeface="Noto Sans Symbols"/>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7" name="Google Shape;57;p52"/>
          <p:cNvSpPr txBox="1"/>
          <p:nvPr>
            <p:ph idx="29" type="body"/>
          </p:nvPr>
        </p:nvSpPr>
        <p:spPr>
          <a:xfrm>
            <a:off x="4091679" y="5553236"/>
            <a:ext cx="2160157" cy="504887"/>
          </a:xfrm>
          <a:prstGeom prst="rect">
            <a:avLst/>
          </a:prstGeom>
          <a:noFill/>
          <a:ln>
            <a:noFill/>
          </a:ln>
        </p:spPr>
        <p:txBody>
          <a:bodyPr anchorCtr="0" anchor="ctr" bIns="40050" lIns="80125" spcFirstLastPara="1" rIns="80125" wrap="square" tIns="40050">
            <a:noAutofit/>
          </a:bodyPr>
          <a:lstStyle>
            <a:lvl1pPr indent="-228600" lvl="0" marL="457200" algn="ctr">
              <a:lnSpc>
                <a:spcPct val="100000"/>
              </a:lnSpc>
              <a:spcBef>
                <a:spcPts val="792"/>
              </a:spcBef>
              <a:spcAft>
                <a:spcPts val="0"/>
              </a:spcAft>
              <a:buClr>
                <a:schemeClr val="dk1"/>
              </a:buClr>
              <a:buSzPts val="800"/>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8" name="Google Shape;58;p52"/>
          <p:cNvSpPr txBox="1"/>
          <p:nvPr>
            <p:ph idx="30" type="body"/>
          </p:nvPr>
        </p:nvSpPr>
        <p:spPr>
          <a:xfrm>
            <a:off x="6251836" y="5553236"/>
            <a:ext cx="2928408" cy="504887"/>
          </a:xfrm>
          <a:prstGeom prst="rect">
            <a:avLst/>
          </a:prstGeom>
          <a:noFill/>
          <a:ln>
            <a:noFill/>
          </a:ln>
        </p:spPr>
        <p:txBody>
          <a:bodyPr anchorCtr="0" anchor="ctr" bIns="40050" lIns="80125" spcFirstLastPara="1" rIns="80125" wrap="square" tIns="40050">
            <a:noAutofit/>
          </a:bodyPr>
          <a:lstStyle>
            <a:lvl1pPr indent="-228600" lvl="0" marL="457200" marR="0" algn="ctr">
              <a:lnSpc>
                <a:spcPct val="100000"/>
              </a:lnSpc>
              <a:spcBef>
                <a:spcPts val="480"/>
              </a:spcBef>
              <a:spcAft>
                <a:spcPts val="0"/>
              </a:spcAft>
              <a:buClr>
                <a:srgbClr val="808080"/>
              </a:buClr>
              <a:buSzPts val="960"/>
              <a:buFont typeface="Noto Sans Symbols"/>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9" name="Google Shape;59;p52"/>
          <p:cNvSpPr txBox="1"/>
          <p:nvPr>
            <p:ph idx="31" type="body"/>
          </p:nvPr>
        </p:nvSpPr>
        <p:spPr>
          <a:xfrm>
            <a:off x="9180244" y="5553236"/>
            <a:ext cx="2303992" cy="504887"/>
          </a:xfrm>
          <a:prstGeom prst="rect">
            <a:avLst/>
          </a:prstGeom>
          <a:noFill/>
          <a:ln>
            <a:noFill/>
          </a:ln>
        </p:spPr>
        <p:txBody>
          <a:bodyPr anchorCtr="0" anchor="ctr" bIns="40050" lIns="80125" spcFirstLastPara="1" rIns="80125" wrap="square" tIns="40050">
            <a:noAutofit/>
          </a:bodyPr>
          <a:lstStyle>
            <a:lvl1pPr indent="-228600" lvl="0" marL="457200" algn="ctr">
              <a:lnSpc>
                <a:spcPct val="100000"/>
              </a:lnSpc>
              <a:spcBef>
                <a:spcPts val="792"/>
              </a:spcBef>
              <a:spcAft>
                <a:spcPts val="0"/>
              </a:spcAft>
              <a:buClr>
                <a:schemeClr val="dk1"/>
              </a:buClr>
              <a:buSzPts val="800"/>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总标题">
  <p:cSld name="2#总标题">
    <p:spTree>
      <p:nvGrpSpPr>
        <p:cNvPr id="60" name="Shape 60"/>
        <p:cNvGrpSpPr/>
        <p:nvPr/>
      </p:nvGrpSpPr>
      <p:grpSpPr>
        <a:xfrm>
          <a:off x="0" y="0"/>
          <a:ext cx="0" cy="0"/>
          <a:chOff x="0" y="0"/>
          <a:chExt cx="0" cy="0"/>
        </a:xfrm>
      </p:grpSpPr>
      <p:pic>
        <p:nvPicPr>
          <p:cNvPr id="61" name="Google Shape;61;p53"/>
          <p:cNvPicPr preferRelativeResize="0"/>
          <p:nvPr/>
        </p:nvPicPr>
        <p:blipFill rotWithShape="1">
          <a:blip r:embed="rId2">
            <a:alphaModFix/>
          </a:blip>
          <a:srcRect b="3447" l="0" r="0" t="0"/>
          <a:stretch/>
        </p:blipFill>
        <p:spPr>
          <a:xfrm>
            <a:off x="1" y="85"/>
            <a:ext cx="12192000" cy="6864740"/>
          </a:xfrm>
          <a:prstGeom prst="rect">
            <a:avLst/>
          </a:prstGeom>
          <a:noFill/>
          <a:ln>
            <a:noFill/>
          </a:ln>
        </p:spPr>
      </p:pic>
      <p:sp>
        <p:nvSpPr>
          <p:cNvPr id="62" name="Google Shape;62;p53"/>
          <p:cNvSpPr txBox="1"/>
          <p:nvPr>
            <p:ph type="ctrTitle"/>
          </p:nvPr>
        </p:nvSpPr>
        <p:spPr>
          <a:xfrm>
            <a:off x="1031295" y="4957156"/>
            <a:ext cx="10441567" cy="831600"/>
          </a:xfrm>
          <a:prstGeom prst="rect">
            <a:avLst/>
          </a:prstGeom>
          <a:noFill/>
          <a:ln>
            <a:noFill/>
          </a:ln>
        </p:spPr>
        <p:txBody>
          <a:bodyPr anchorCtr="0" anchor="ctr" bIns="43900" lIns="87800" spcFirstLastPara="1" rIns="87800" wrap="square" tIns="43900">
            <a:noAutofit/>
          </a:bodyPr>
          <a:lstStyle>
            <a:lvl1pPr lvl="0" algn="l">
              <a:lnSpc>
                <a:spcPct val="90000"/>
              </a:lnSpc>
              <a:spcBef>
                <a:spcPts val="0"/>
              </a:spcBef>
              <a:spcAft>
                <a:spcPts val="0"/>
              </a:spcAft>
              <a:buClr>
                <a:srgbClr val="0070C0"/>
              </a:buClr>
              <a:buSzPts val="4300"/>
              <a:buFont typeface="Arial"/>
              <a:buNone/>
              <a:defRPr b="1" sz="4300">
                <a:solidFill>
                  <a:srgbClr val="0070C0"/>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53"/>
          <p:cNvSpPr txBox="1"/>
          <p:nvPr>
            <p:ph idx="1" type="body"/>
          </p:nvPr>
        </p:nvSpPr>
        <p:spPr>
          <a:xfrm>
            <a:off x="1031295" y="5816120"/>
            <a:ext cx="6912000" cy="493200"/>
          </a:xfrm>
          <a:prstGeom prst="rect">
            <a:avLst/>
          </a:prstGeom>
          <a:noFill/>
          <a:ln>
            <a:noFill/>
          </a:ln>
        </p:spPr>
        <p:txBody>
          <a:bodyPr anchorCtr="0" anchor="t" bIns="40050" lIns="80125" spcFirstLastPara="1" rIns="80125" wrap="square" tIns="40050">
            <a:noAutofit/>
          </a:bodyPr>
          <a:lstStyle>
            <a:lvl1pPr indent="-228600" lvl="0" marL="457200" algn="l">
              <a:lnSpc>
                <a:spcPct val="140000"/>
              </a:lnSpc>
              <a:spcBef>
                <a:spcPts val="0"/>
              </a:spcBef>
              <a:spcAft>
                <a:spcPts val="0"/>
              </a:spcAft>
              <a:buClr>
                <a:srgbClr val="0070C0"/>
              </a:buClr>
              <a:buSzPts val="1000"/>
              <a:buNone/>
              <a:defRPr sz="2000">
                <a:solidFill>
                  <a:srgbClr val="0070C0"/>
                </a:solidFill>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4" name="Google Shape;64;p53"/>
          <p:cNvSpPr/>
          <p:nvPr/>
        </p:nvSpPr>
        <p:spPr>
          <a:xfrm>
            <a:off x="947428" y="6500581"/>
            <a:ext cx="4948333" cy="265552"/>
          </a:xfrm>
          <a:prstGeom prst="rect">
            <a:avLst/>
          </a:prstGeom>
          <a:noFill/>
          <a:ln>
            <a:noFill/>
          </a:ln>
        </p:spPr>
        <p:txBody>
          <a:bodyPr anchorCtr="0" anchor="t" bIns="40050" lIns="80100" spcFirstLastPara="1" rIns="80100" wrap="square" tIns="40050">
            <a:spAutoFit/>
          </a:bodyPr>
          <a:lstStyle/>
          <a:p>
            <a:pPr indent="0" lvl="0" marL="0" marR="0" rtl="0" algn="l">
              <a:spcBef>
                <a:spcPts val="0"/>
              </a:spcBef>
              <a:spcAft>
                <a:spcPts val="0"/>
              </a:spcAft>
              <a:buNone/>
            </a:pPr>
            <a:r>
              <a:rPr b="0" i="0" lang="en-US" sz="1200" u="none" cap="none" strike="noStrike">
                <a:solidFill>
                  <a:schemeClr val="dk1"/>
                </a:solidFill>
                <a:latin typeface="Arial"/>
                <a:ea typeface="Arial"/>
                <a:cs typeface="Arial"/>
                <a:sym typeface="Arial"/>
              </a:rPr>
              <a:t>Copyright © 2020 Huawei Technologies Co., Ltd. All rights reserved. </a:t>
            </a:r>
            <a:endParaRPr/>
          </a:p>
        </p:txBody>
      </p:sp>
      <p:pic>
        <p:nvPicPr>
          <p:cNvPr id="65" name="Google Shape;65;p53"/>
          <p:cNvPicPr preferRelativeResize="0"/>
          <p:nvPr/>
        </p:nvPicPr>
        <p:blipFill rotWithShape="1">
          <a:blip r:embed="rId3">
            <a:alphaModFix/>
          </a:blip>
          <a:srcRect b="0" l="0" r="0" t="0"/>
          <a:stretch/>
        </p:blipFill>
        <p:spPr>
          <a:xfrm>
            <a:off x="9891889" y="251069"/>
            <a:ext cx="1965600" cy="430102"/>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前言">
  <p:cSld name="3#前言">
    <p:spTree>
      <p:nvGrpSpPr>
        <p:cNvPr id="66" name="Shape 66"/>
        <p:cNvGrpSpPr/>
        <p:nvPr/>
      </p:nvGrpSpPr>
      <p:grpSpPr>
        <a:xfrm>
          <a:off x="0" y="0"/>
          <a:ext cx="0" cy="0"/>
          <a:chOff x="0" y="0"/>
          <a:chExt cx="0" cy="0"/>
        </a:xfrm>
      </p:grpSpPr>
      <p:sp>
        <p:nvSpPr>
          <p:cNvPr id="67" name="Google Shape;67;p54"/>
          <p:cNvSpPr txBox="1"/>
          <p:nvPr>
            <p:ph idx="1" type="body"/>
          </p:nvPr>
        </p:nvSpPr>
        <p:spPr>
          <a:xfrm>
            <a:off x="451878" y="1242453"/>
            <a:ext cx="11306175" cy="4679788"/>
          </a:xfrm>
          <a:prstGeom prst="rect">
            <a:avLst/>
          </a:prstGeom>
          <a:noFill/>
          <a:ln>
            <a:noFill/>
          </a:ln>
        </p:spPr>
        <p:txBody>
          <a:bodyPr anchorCtr="0" anchor="t" bIns="40050" lIns="80125" spcFirstLastPara="1" rIns="80125" wrap="square" tIns="40050">
            <a:noAutofit/>
          </a:bodyPr>
          <a:lstStyle>
            <a:lvl1pPr indent="-298418" lvl="0" marL="457200" algn="just">
              <a:lnSpc>
                <a:spcPct val="140000"/>
              </a:lnSpc>
              <a:spcBef>
                <a:spcPts val="792"/>
              </a:spcBef>
              <a:spcAft>
                <a:spcPts val="0"/>
              </a:spcAft>
              <a:buClr>
                <a:schemeClr val="dk1"/>
              </a:buClr>
              <a:buSzPts val="1100"/>
              <a:buChar char="●"/>
              <a:defRPr>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228600" lvl="4" marL="2286000" algn="l">
              <a:lnSpc>
                <a:spcPct val="140000"/>
              </a:lnSpc>
              <a:spcBef>
                <a:spcPts val="576"/>
              </a:spcBef>
              <a:spcAft>
                <a:spcPts val="0"/>
              </a:spcAft>
              <a:buClr>
                <a:schemeClr val="dk1"/>
              </a:buClr>
              <a:buSzPts val="1399"/>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8" name="Google Shape;68;p54"/>
          <p:cNvSpPr txBox="1"/>
          <p:nvPr/>
        </p:nvSpPr>
        <p:spPr>
          <a:xfrm>
            <a:off x="1595500" y="408779"/>
            <a:ext cx="2376264" cy="639559"/>
          </a:xfrm>
          <a:prstGeom prst="rect">
            <a:avLst/>
          </a:prstGeom>
          <a:noFill/>
          <a:ln>
            <a:noFill/>
          </a:ln>
        </p:spPr>
        <p:txBody>
          <a:bodyPr anchorCtr="0" anchor="t" bIns="49975" lIns="99975" spcFirstLastPara="1" rIns="99975" wrap="square" tIns="49975">
            <a:spAutoFit/>
          </a:bodyPr>
          <a:lstStyle/>
          <a:p>
            <a:pPr indent="0" lvl="0" marL="0" marR="0" rtl="0" algn="l">
              <a:spcBef>
                <a:spcPts val="0"/>
              </a:spcBef>
              <a:spcAft>
                <a:spcPts val="0"/>
              </a:spcAft>
              <a:buNone/>
            </a:pPr>
            <a:r>
              <a:rPr b="1" i="0" lang="en-US" sz="3500" u="none" cap="none" strike="noStrike">
                <a:solidFill>
                  <a:schemeClr val="dk1"/>
                </a:solidFill>
                <a:latin typeface="Arial"/>
                <a:ea typeface="Arial"/>
                <a:cs typeface="Arial"/>
                <a:sym typeface="Arial"/>
              </a:rPr>
              <a:t>Foreword</a:t>
            </a:r>
            <a:endParaRPr b="1" i="0" sz="3500" u="none" cap="none" strike="noStrike">
              <a:solidFill>
                <a:schemeClr val="dk1"/>
              </a:solidFill>
              <a:latin typeface="Arial"/>
              <a:ea typeface="Arial"/>
              <a:cs typeface="Arial"/>
              <a:sym typeface="Arial"/>
            </a:endParaRPr>
          </a:p>
        </p:txBody>
      </p:sp>
      <p:sp>
        <p:nvSpPr>
          <p:cNvPr id="69" name="Google Shape;69;p54"/>
          <p:cNvSpPr/>
          <p:nvPr/>
        </p:nvSpPr>
        <p:spPr>
          <a:xfrm>
            <a:off x="3113" y="296368"/>
            <a:ext cx="1376363" cy="864380"/>
          </a:xfrm>
          <a:custGeom>
            <a:rect b="b" l="l" r="r" t="t"/>
            <a:pathLst>
              <a:path extrusionOk="0" h="493" w="867">
                <a:moveTo>
                  <a:pt x="756" y="493"/>
                </a:moveTo>
                <a:lnTo>
                  <a:pt x="0" y="493"/>
                </a:lnTo>
                <a:lnTo>
                  <a:pt x="0" y="0"/>
                </a:lnTo>
                <a:lnTo>
                  <a:pt x="756" y="0"/>
                </a:lnTo>
                <a:lnTo>
                  <a:pt x="867" y="248"/>
                </a:lnTo>
                <a:lnTo>
                  <a:pt x="756" y="493"/>
                </a:lnTo>
                <a:close/>
              </a:path>
            </a:pathLst>
          </a:custGeom>
          <a:solidFill>
            <a:srgbClr val="00B0F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0" name="Google Shape;70;p54"/>
          <p:cNvSpPr/>
          <p:nvPr/>
        </p:nvSpPr>
        <p:spPr>
          <a:xfrm>
            <a:off x="1246188" y="296368"/>
            <a:ext cx="233363" cy="864380"/>
          </a:xfrm>
          <a:custGeom>
            <a:rect b="b" l="l" r="r" t="t"/>
            <a:pathLst>
              <a:path extrusionOk="0" h="493" w="147">
                <a:moveTo>
                  <a:pt x="33" y="0"/>
                </a:moveTo>
                <a:lnTo>
                  <a:pt x="0" y="0"/>
                </a:lnTo>
                <a:lnTo>
                  <a:pt x="114" y="248"/>
                </a:lnTo>
                <a:lnTo>
                  <a:pt x="0" y="493"/>
                </a:lnTo>
                <a:lnTo>
                  <a:pt x="33" y="493"/>
                </a:lnTo>
                <a:lnTo>
                  <a:pt x="147" y="248"/>
                </a:lnTo>
                <a:lnTo>
                  <a:pt x="33" y="0"/>
                </a:lnTo>
                <a:close/>
              </a:path>
            </a:pathLst>
          </a:custGeom>
          <a:solidFill>
            <a:srgbClr val="0B9C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71" name="Google Shape;71;p54"/>
          <p:cNvGrpSpPr/>
          <p:nvPr/>
        </p:nvGrpSpPr>
        <p:grpSpPr>
          <a:xfrm>
            <a:off x="335360" y="498828"/>
            <a:ext cx="628158" cy="459460"/>
            <a:chOff x="3275013" y="1363663"/>
            <a:chExt cx="5645150" cy="4129087"/>
          </a:xfrm>
        </p:grpSpPr>
        <p:sp>
          <p:nvSpPr>
            <p:cNvPr id="72" name="Google Shape;72;p54"/>
            <p:cNvSpPr/>
            <p:nvPr/>
          </p:nvSpPr>
          <p:spPr>
            <a:xfrm>
              <a:off x="3275013" y="1363663"/>
              <a:ext cx="5645150" cy="4129087"/>
            </a:xfrm>
            <a:custGeom>
              <a:rect b="b" l="l" r="r" t="t"/>
              <a:pathLst>
                <a:path extrusionOk="0" h="1101" w="1505">
                  <a:moveTo>
                    <a:pt x="1410" y="250"/>
                  </a:moveTo>
                  <a:cubicBezTo>
                    <a:pt x="780" y="250"/>
                    <a:pt x="780" y="250"/>
                    <a:pt x="780" y="250"/>
                  </a:cubicBezTo>
                  <a:cubicBezTo>
                    <a:pt x="780" y="81"/>
                    <a:pt x="780" y="81"/>
                    <a:pt x="780" y="81"/>
                  </a:cubicBezTo>
                  <a:cubicBezTo>
                    <a:pt x="780" y="37"/>
                    <a:pt x="743" y="0"/>
                    <a:pt x="699" y="0"/>
                  </a:cubicBezTo>
                  <a:cubicBezTo>
                    <a:pt x="81" y="0"/>
                    <a:pt x="81" y="0"/>
                    <a:pt x="81" y="0"/>
                  </a:cubicBezTo>
                  <a:cubicBezTo>
                    <a:pt x="36" y="0"/>
                    <a:pt x="0" y="37"/>
                    <a:pt x="0" y="81"/>
                  </a:cubicBezTo>
                  <a:cubicBezTo>
                    <a:pt x="0" y="464"/>
                    <a:pt x="0" y="464"/>
                    <a:pt x="0" y="464"/>
                  </a:cubicBezTo>
                  <a:cubicBezTo>
                    <a:pt x="0" y="509"/>
                    <a:pt x="36" y="545"/>
                    <a:pt x="81" y="545"/>
                  </a:cubicBezTo>
                  <a:cubicBezTo>
                    <a:pt x="124" y="545"/>
                    <a:pt x="124" y="545"/>
                    <a:pt x="124" y="545"/>
                  </a:cubicBezTo>
                  <a:cubicBezTo>
                    <a:pt x="124" y="668"/>
                    <a:pt x="124" y="668"/>
                    <a:pt x="124" y="668"/>
                  </a:cubicBezTo>
                  <a:cubicBezTo>
                    <a:pt x="124" y="676"/>
                    <a:pt x="129" y="684"/>
                    <a:pt x="137" y="688"/>
                  </a:cubicBezTo>
                  <a:cubicBezTo>
                    <a:pt x="140" y="689"/>
                    <a:pt x="143" y="690"/>
                    <a:pt x="147" y="690"/>
                  </a:cubicBezTo>
                  <a:cubicBezTo>
                    <a:pt x="152" y="690"/>
                    <a:pt x="157" y="688"/>
                    <a:pt x="161" y="685"/>
                  </a:cubicBezTo>
                  <a:cubicBezTo>
                    <a:pt x="316" y="554"/>
                    <a:pt x="316" y="554"/>
                    <a:pt x="316" y="554"/>
                  </a:cubicBezTo>
                  <a:cubicBezTo>
                    <a:pt x="323" y="548"/>
                    <a:pt x="332" y="545"/>
                    <a:pt x="341" y="545"/>
                  </a:cubicBezTo>
                  <a:cubicBezTo>
                    <a:pt x="542" y="545"/>
                    <a:pt x="542" y="545"/>
                    <a:pt x="542" y="545"/>
                  </a:cubicBezTo>
                  <a:cubicBezTo>
                    <a:pt x="542" y="824"/>
                    <a:pt x="542" y="824"/>
                    <a:pt x="542" y="824"/>
                  </a:cubicBezTo>
                  <a:cubicBezTo>
                    <a:pt x="542" y="877"/>
                    <a:pt x="585" y="919"/>
                    <a:pt x="637" y="919"/>
                  </a:cubicBezTo>
                  <a:cubicBezTo>
                    <a:pt x="1084" y="919"/>
                    <a:pt x="1084" y="919"/>
                    <a:pt x="1084" y="919"/>
                  </a:cubicBezTo>
                  <a:cubicBezTo>
                    <a:pt x="1097" y="919"/>
                    <a:pt x="1110" y="924"/>
                    <a:pt x="1120" y="932"/>
                  </a:cubicBezTo>
                  <a:cubicBezTo>
                    <a:pt x="1313" y="1096"/>
                    <a:pt x="1313" y="1096"/>
                    <a:pt x="1313" y="1096"/>
                  </a:cubicBezTo>
                  <a:cubicBezTo>
                    <a:pt x="1317" y="1099"/>
                    <a:pt x="1322" y="1101"/>
                    <a:pt x="1328" y="1101"/>
                  </a:cubicBezTo>
                  <a:cubicBezTo>
                    <a:pt x="1331" y="1101"/>
                    <a:pt x="1334" y="1100"/>
                    <a:pt x="1337" y="1099"/>
                  </a:cubicBezTo>
                  <a:cubicBezTo>
                    <a:pt x="1345" y="1095"/>
                    <a:pt x="1350" y="1087"/>
                    <a:pt x="1350" y="1078"/>
                  </a:cubicBezTo>
                  <a:cubicBezTo>
                    <a:pt x="1350" y="919"/>
                    <a:pt x="1350" y="919"/>
                    <a:pt x="1350" y="919"/>
                  </a:cubicBezTo>
                  <a:cubicBezTo>
                    <a:pt x="1410" y="919"/>
                    <a:pt x="1410" y="919"/>
                    <a:pt x="1410" y="919"/>
                  </a:cubicBezTo>
                  <a:cubicBezTo>
                    <a:pt x="1463" y="919"/>
                    <a:pt x="1505" y="877"/>
                    <a:pt x="1505" y="824"/>
                  </a:cubicBezTo>
                  <a:cubicBezTo>
                    <a:pt x="1505" y="345"/>
                    <a:pt x="1505" y="345"/>
                    <a:pt x="1505" y="345"/>
                  </a:cubicBezTo>
                  <a:cubicBezTo>
                    <a:pt x="1505" y="293"/>
                    <a:pt x="1463" y="250"/>
                    <a:pt x="1410" y="250"/>
                  </a:cubicBezTo>
                  <a:close/>
                  <a:moveTo>
                    <a:pt x="341" y="500"/>
                  </a:moveTo>
                  <a:cubicBezTo>
                    <a:pt x="322" y="500"/>
                    <a:pt x="302" y="507"/>
                    <a:pt x="287" y="520"/>
                  </a:cubicBezTo>
                  <a:cubicBezTo>
                    <a:pt x="169" y="619"/>
                    <a:pt x="169" y="619"/>
                    <a:pt x="169" y="619"/>
                  </a:cubicBezTo>
                  <a:cubicBezTo>
                    <a:pt x="169" y="535"/>
                    <a:pt x="169" y="535"/>
                    <a:pt x="169" y="535"/>
                  </a:cubicBezTo>
                  <a:cubicBezTo>
                    <a:pt x="169" y="516"/>
                    <a:pt x="153" y="500"/>
                    <a:pt x="133" y="500"/>
                  </a:cubicBezTo>
                  <a:cubicBezTo>
                    <a:pt x="81" y="500"/>
                    <a:pt x="81" y="500"/>
                    <a:pt x="81" y="500"/>
                  </a:cubicBezTo>
                  <a:cubicBezTo>
                    <a:pt x="61" y="500"/>
                    <a:pt x="45" y="484"/>
                    <a:pt x="45" y="464"/>
                  </a:cubicBezTo>
                  <a:cubicBezTo>
                    <a:pt x="45" y="81"/>
                    <a:pt x="45" y="81"/>
                    <a:pt x="45" y="81"/>
                  </a:cubicBezTo>
                  <a:cubicBezTo>
                    <a:pt x="45" y="61"/>
                    <a:pt x="61" y="45"/>
                    <a:pt x="81" y="45"/>
                  </a:cubicBezTo>
                  <a:cubicBezTo>
                    <a:pt x="699" y="45"/>
                    <a:pt x="699" y="45"/>
                    <a:pt x="699" y="45"/>
                  </a:cubicBezTo>
                  <a:cubicBezTo>
                    <a:pt x="719" y="45"/>
                    <a:pt x="735" y="61"/>
                    <a:pt x="735" y="81"/>
                  </a:cubicBezTo>
                  <a:cubicBezTo>
                    <a:pt x="735" y="250"/>
                    <a:pt x="735" y="250"/>
                    <a:pt x="735" y="250"/>
                  </a:cubicBezTo>
                  <a:cubicBezTo>
                    <a:pt x="637" y="250"/>
                    <a:pt x="637" y="250"/>
                    <a:pt x="637" y="250"/>
                  </a:cubicBezTo>
                  <a:cubicBezTo>
                    <a:pt x="585" y="250"/>
                    <a:pt x="542" y="293"/>
                    <a:pt x="542" y="345"/>
                  </a:cubicBezTo>
                  <a:cubicBezTo>
                    <a:pt x="542" y="500"/>
                    <a:pt x="542" y="500"/>
                    <a:pt x="542" y="500"/>
                  </a:cubicBezTo>
                  <a:lnTo>
                    <a:pt x="341" y="500"/>
                  </a:lnTo>
                  <a:close/>
                  <a:moveTo>
                    <a:pt x="1460" y="824"/>
                  </a:moveTo>
                  <a:cubicBezTo>
                    <a:pt x="1460" y="852"/>
                    <a:pt x="1438" y="874"/>
                    <a:pt x="1410" y="874"/>
                  </a:cubicBezTo>
                  <a:cubicBezTo>
                    <a:pt x="1344" y="874"/>
                    <a:pt x="1344" y="874"/>
                    <a:pt x="1344" y="874"/>
                  </a:cubicBezTo>
                  <a:cubicBezTo>
                    <a:pt x="1323" y="874"/>
                    <a:pt x="1305" y="892"/>
                    <a:pt x="1305" y="913"/>
                  </a:cubicBezTo>
                  <a:cubicBezTo>
                    <a:pt x="1305" y="1030"/>
                    <a:pt x="1305" y="1030"/>
                    <a:pt x="1305" y="1030"/>
                  </a:cubicBezTo>
                  <a:cubicBezTo>
                    <a:pt x="1149" y="898"/>
                    <a:pt x="1149" y="898"/>
                    <a:pt x="1149" y="898"/>
                  </a:cubicBezTo>
                  <a:cubicBezTo>
                    <a:pt x="1131" y="883"/>
                    <a:pt x="1108" y="874"/>
                    <a:pt x="1084" y="874"/>
                  </a:cubicBezTo>
                  <a:cubicBezTo>
                    <a:pt x="637" y="874"/>
                    <a:pt x="637" y="874"/>
                    <a:pt x="637" y="874"/>
                  </a:cubicBezTo>
                  <a:cubicBezTo>
                    <a:pt x="610" y="874"/>
                    <a:pt x="587" y="852"/>
                    <a:pt x="587" y="824"/>
                  </a:cubicBezTo>
                  <a:cubicBezTo>
                    <a:pt x="587" y="345"/>
                    <a:pt x="587" y="345"/>
                    <a:pt x="587" y="345"/>
                  </a:cubicBezTo>
                  <a:cubicBezTo>
                    <a:pt x="587" y="318"/>
                    <a:pt x="610" y="295"/>
                    <a:pt x="637" y="295"/>
                  </a:cubicBezTo>
                  <a:cubicBezTo>
                    <a:pt x="1410" y="295"/>
                    <a:pt x="1410" y="295"/>
                    <a:pt x="1410" y="295"/>
                  </a:cubicBezTo>
                  <a:cubicBezTo>
                    <a:pt x="1438" y="295"/>
                    <a:pt x="1460" y="318"/>
                    <a:pt x="1460" y="345"/>
                  </a:cubicBezTo>
                  <a:lnTo>
                    <a:pt x="1460" y="824"/>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3" name="Google Shape;73;p54"/>
            <p:cNvSpPr/>
            <p:nvPr/>
          </p:nvSpPr>
          <p:spPr>
            <a:xfrm>
              <a:off x="6208713" y="3227388"/>
              <a:ext cx="1833563" cy="173037"/>
            </a:xfrm>
            <a:custGeom>
              <a:rect b="b" l="l" r="r" t="t"/>
              <a:pathLst>
                <a:path extrusionOk="0" h="46" w="489">
                  <a:moveTo>
                    <a:pt x="489" y="23"/>
                  </a:moveTo>
                  <a:cubicBezTo>
                    <a:pt x="489" y="35"/>
                    <a:pt x="479" y="46"/>
                    <a:pt x="467" y="46"/>
                  </a:cubicBezTo>
                  <a:cubicBezTo>
                    <a:pt x="23" y="46"/>
                    <a:pt x="23" y="46"/>
                    <a:pt x="23" y="46"/>
                  </a:cubicBezTo>
                  <a:cubicBezTo>
                    <a:pt x="10" y="46"/>
                    <a:pt x="0" y="35"/>
                    <a:pt x="0" y="23"/>
                  </a:cubicBezTo>
                  <a:cubicBezTo>
                    <a:pt x="0" y="10"/>
                    <a:pt x="10" y="0"/>
                    <a:pt x="23" y="0"/>
                  </a:cubicBezTo>
                  <a:cubicBezTo>
                    <a:pt x="467" y="0"/>
                    <a:pt x="467" y="0"/>
                    <a:pt x="467" y="0"/>
                  </a:cubicBezTo>
                  <a:cubicBezTo>
                    <a:pt x="479" y="0"/>
                    <a:pt x="489" y="10"/>
                    <a:pt x="489" y="23"/>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4" name="Google Shape;74;p54"/>
            <p:cNvSpPr/>
            <p:nvPr/>
          </p:nvSpPr>
          <p:spPr>
            <a:xfrm>
              <a:off x="6208713" y="3786188"/>
              <a:ext cx="1833563" cy="168275"/>
            </a:xfrm>
            <a:custGeom>
              <a:rect b="b" l="l" r="r" t="t"/>
              <a:pathLst>
                <a:path extrusionOk="0" h="45" w="489">
                  <a:moveTo>
                    <a:pt x="489" y="22"/>
                  </a:moveTo>
                  <a:cubicBezTo>
                    <a:pt x="489" y="35"/>
                    <a:pt x="479" y="45"/>
                    <a:pt x="467" y="45"/>
                  </a:cubicBezTo>
                  <a:cubicBezTo>
                    <a:pt x="23" y="45"/>
                    <a:pt x="23" y="45"/>
                    <a:pt x="23" y="45"/>
                  </a:cubicBezTo>
                  <a:cubicBezTo>
                    <a:pt x="10" y="45"/>
                    <a:pt x="0" y="35"/>
                    <a:pt x="0" y="22"/>
                  </a:cubicBezTo>
                  <a:cubicBezTo>
                    <a:pt x="0" y="10"/>
                    <a:pt x="10" y="0"/>
                    <a:pt x="23" y="0"/>
                  </a:cubicBezTo>
                  <a:cubicBezTo>
                    <a:pt x="467" y="0"/>
                    <a:pt x="467" y="0"/>
                    <a:pt x="467" y="0"/>
                  </a:cubicBezTo>
                  <a:cubicBezTo>
                    <a:pt x="479" y="0"/>
                    <a:pt x="489" y="10"/>
                    <a:pt x="489" y="22"/>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5" name="Google Shape;75;p54"/>
            <p:cNvSpPr/>
            <p:nvPr/>
          </p:nvSpPr>
          <p:spPr>
            <a:xfrm>
              <a:off x="3924301" y="1936750"/>
              <a:ext cx="1593850" cy="169862"/>
            </a:xfrm>
            <a:custGeom>
              <a:rect b="b" l="l" r="r" t="t"/>
              <a:pathLst>
                <a:path extrusionOk="0" h="45" w="425">
                  <a:moveTo>
                    <a:pt x="425" y="22"/>
                  </a:moveTo>
                  <a:cubicBezTo>
                    <a:pt x="425" y="35"/>
                    <a:pt x="415" y="45"/>
                    <a:pt x="403" y="45"/>
                  </a:cubicBezTo>
                  <a:cubicBezTo>
                    <a:pt x="23" y="45"/>
                    <a:pt x="23" y="45"/>
                    <a:pt x="23" y="45"/>
                  </a:cubicBezTo>
                  <a:cubicBezTo>
                    <a:pt x="11" y="45"/>
                    <a:pt x="0" y="35"/>
                    <a:pt x="0" y="22"/>
                  </a:cubicBezTo>
                  <a:cubicBezTo>
                    <a:pt x="0" y="10"/>
                    <a:pt x="11" y="0"/>
                    <a:pt x="23" y="0"/>
                  </a:cubicBezTo>
                  <a:cubicBezTo>
                    <a:pt x="403" y="0"/>
                    <a:pt x="403" y="0"/>
                    <a:pt x="403" y="0"/>
                  </a:cubicBezTo>
                  <a:cubicBezTo>
                    <a:pt x="415" y="0"/>
                    <a:pt x="425" y="10"/>
                    <a:pt x="425" y="22"/>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6" name="Google Shape;76;p54"/>
            <p:cNvSpPr/>
            <p:nvPr/>
          </p:nvSpPr>
          <p:spPr>
            <a:xfrm>
              <a:off x="3924301" y="2371725"/>
              <a:ext cx="1136650" cy="169862"/>
            </a:xfrm>
            <a:custGeom>
              <a:rect b="b" l="l" r="r" t="t"/>
              <a:pathLst>
                <a:path extrusionOk="0" h="45" w="303">
                  <a:moveTo>
                    <a:pt x="303" y="23"/>
                  </a:moveTo>
                  <a:cubicBezTo>
                    <a:pt x="303" y="35"/>
                    <a:pt x="293" y="45"/>
                    <a:pt x="281" y="45"/>
                  </a:cubicBezTo>
                  <a:cubicBezTo>
                    <a:pt x="23" y="45"/>
                    <a:pt x="23" y="45"/>
                    <a:pt x="23" y="45"/>
                  </a:cubicBezTo>
                  <a:cubicBezTo>
                    <a:pt x="11" y="45"/>
                    <a:pt x="0" y="35"/>
                    <a:pt x="0" y="23"/>
                  </a:cubicBezTo>
                  <a:cubicBezTo>
                    <a:pt x="0" y="10"/>
                    <a:pt x="11" y="0"/>
                    <a:pt x="23" y="0"/>
                  </a:cubicBezTo>
                  <a:cubicBezTo>
                    <a:pt x="281" y="0"/>
                    <a:pt x="281" y="0"/>
                    <a:pt x="281" y="0"/>
                  </a:cubicBezTo>
                  <a:cubicBezTo>
                    <a:pt x="293" y="0"/>
                    <a:pt x="303" y="10"/>
                    <a:pt x="303" y="23"/>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77" name="Google Shape;77;p54"/>
          <p:cNvSpPr/>
          <p:nvPr/>
        </p:nvSpPr>
        <p:spPr>
          <a:xfrm>
            <a:off x="4619836" y="296368"/>
            <a:ext cx="7560000" cy="864888"/>
          </a:xfrm>
          <a:custGeom>
            <a:rect b="b" l="l" r="r" t="t"/>
            <a:pathLst>
              <a:path extrusionOk="0" h="10000" w="10000">
                <a:moveTo>
                  <a:pt x="10000" y="0"/>
                </a:moveTo>
                <a:lnTo>
                  <a:pt x="0" y="0"/>
                </a:lnTo>
                <a:cubicBezTo>
                  <a:pt x="62" y="1674"/>
                  <a:pt x="124" y="3347"/>
                  <a:pt x="189" y="5021"/>
                </a:cubicBezTo>
                <a:cubicBezTo>
                  <a:pt x="124" y="6679"/>
                  <a:pt x="62" y="8336"/>
                  <a:pt x="0" y="9994"/>
                </a:cubicBezTo>
                <a:lnTo>
                  <a:pt x="9995" y="10000"/>
                </a:lnTo>
                <a:cubicBezTo>
                  <a:pt x="9993" y="8184"/>
                  <a:pt x="9998" y="8051"/>
                  <a:pt x="9998" y="6152"/>
                </a:cubicBezTo>
                <a:cubicBezTo>
                  <a:pt x="9996" y="3296"/>
                  <a:pt x="10001" y="2674"/>
                  <a:pt x="10000" y="0"/>
                </a:cubicBezTo>
                <a:close/>
              </a:path>
            </a:pathLst>
          </a:custGeom>
          <a:solidFill>
            <a:srgbClr val="F2F2F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8" name="Google Shape;78;p54"/>
          <p:cNvSpPr/>
          <p:nvPr/>
        </p:nvSpPr>
        <p:spPr>
          <a:xfrm>
            <a:off x="4511824" y="296368"/>
            <a:ext cx="233363" cy="864380"/>
          </a:xfrm>
          <a:custGeom>
            <a:rect b="b" l="l" r="r" t="t"/>
            <a:pathLst>
              <a:path extrusionOk="0" h="493" w="147">
                <a:moveTo>
                  <a:pt x="33" y="0"/>
                </a:moveTo>
                <a:lnTo>
                  <a:pt x="0" y="0"/>
                </a:lnTo>
                <a:lnTo>
                  <a:pt x="114" y="248"/>
                </a:lnTo>
                <a:lnTo>
                  <a:pt x="0" y="493"/>
                </a:lnTo>
                <a:lnTo>
                  <a:pt x="33" y="493"/>
                </a:lnTo>
                <a:lnTo>
                  <a:pt x="147" y="248"/>
                </a:lnTo>
                <a:lnTo>
                  <a:pt x="33" y="0"/>
                </a:lnTo>
                <a:close/>
              </a:path>
            </a:pathLst>
          </a:custGeom>
          <a:solidFill>
            <a:srgbClr val="F2F2F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目标">
  <p:cSld name="4#目标">
    <p:spTree>
      <p:nvGrpSpPr>
        <p:cNvPr id="79" name="Shape 79"/>
        <p:cNvGrpSpPr/>
        <p:nvPr/>
      </p:nvGrpSpPr>
      <p:grpSpPr>
        <a:xfrm>
          <a:off x="0" y="0"/>
          <a:ext cx="0" cy="0"/>
          <a:chOff x="0" y="0"/>
          <a:chExt cx="0" cy="0"/>
        </a:xfrm>
      </p:grpSpPr>
      <p:sp>
        <p:nvSpPr>
          <p:cNvPr id="80" name="Google Shape;80;p55"/>
          <p:cNvSpPr txBox="1"/>
          <p:nvPr/>
        </p:nvSpPr>
        <p:spPr>
          <a:xfrm>
            <a:off x="1595500" y="408779"/>
            <a:ext cx="2592288" cy="639559"/>
          </a:xfrm>
          <a:prstGeom prst="rect">
            <a:avLst/>
          </a:prstGeom>
          <a:noFill/>
          <a:ln>
            <a:noFill/>
          </a:ln>
        </p:spPr>
        <p:txBody>
          <a:bodyPr anchorCtr="0" anchor="t" bIns="49975" lIns="99975" spcFirstLastPara="1" rIns="99975" wrap="square" tIns="49975">
            <a:spAutoFit/>
          </a:bodyPr>
          <a:lstStyle/>
          <a:p>
            <a:pPr indent="0" lvl="0" marL="0" marR="0" rtl="0" algn="l">
              <a:spcBef>
                <a:spcPts val="0"/>
              </a:spcBef>
              <a:spcAft>
                <a:spcPts val="0"/>
              </a:spcAft>
              <a:buNone/>
            </a:pPr>
            <a:r>
              <a:rPr b="1" lang="en-US" sz="3500">
                <a:solidFill>
                  <a:schemeClr val="dk1"/>
                </a:solidFill>
                <a:latin typeface="Arial"/>
                <a:ea typeface="Arial"/>
                <a:cs typeface="Arial"/>
                <a:sym typeface="Arial"/>
              </a:rPr>
              <a:t>Objectives</a:t>
            </a:r>
            <a:endParaRPr b="1" sz="3500">
              <a:solidFill>
                <a:schemeClr val="dk1"/>
              </a:solidFill>
              <a:latin typeface="Arial"/>
              <a:ea typeface="Arial"/>
              <a:cs typeface="Arial"/>
              <a:sym typeface="Arial"/>
            </a:endParaRPr>
          </a:p>
        </p:txBody>
      </p:sp>
      <p:sp>
        <p:nvSpPr>
          <p:cNvPr id="81" name="Google Shape;81;p55"/>
          <p:cNvSpPr/>
          <p:nvPr/>
        </p:nvSpPr>
        <p:spPr>
          <a:xfrm>
            <a:off x="3113" y="296368"/>
            <a:ext cx="1376363" cy="864380"/>
          </a:xfrm>
          <a:custGeom>
            <a:rect b="b" l="l" r="r" t="t"/>
            <a:pathLst>
              <a:path extrusionOk="0" h="493" w="867">
                <a:moveTo>
                  <a:pt x="756" y="493"/>
                </a:moveTo>
                <a:lnTo>
                  <a:pt x="0" y="493"/>
                </a:lnTo>
                <a:lnTo>
                  <a:pt x="0" y="0"/>
                </a:lnTo>
                <a:lnTo>
                  <a:pt x="756" y="0"/>
                </a:lnTo>
                <a:lnTo>
                  <a:pt x="867" y="248"/>
                </a:lnTo>
                <a:lnTo>
                  <a:pt x="756" y="493"/>
                </a:lnTo>
                <a:close/>
              </a:path>
            </a:pathLst>
          </a:custGeom>
          <a:solidFill>
            <a:srgbClr val="00B0F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2" name="Google Shape;82;p55"/>
          <p:cNvSpPr/>
          <p:nvPr/>
        </p:nvSpPr>
        <p:spPr>
          <a:xfrm>
            <a:off x="1246188" y="296368"/>
            <a:ext cx="233363" cy="864380"/>
          </a:xfrm>
          <a:custGeom>
            <a:rect b="b" l="l" r="r" t="t"/>
            <a:pathLst>
              <a:path extrusionOk="0" h="493" w="147">
                <a:moveTo>
                  <a:pt x="33" y="0"/>
                </a:moveTo>
                <a:lnTo>
                  <a:pt x="0" y="0"/>
                </a:lnTo>
                <a:lnTo>
                  <a:pt x="114" y="248"/>
                </a:lnTo>
                <a:lnTo>
                  <a:pt x="0" y="493"/>
                </a:lnTo>
                <a:lnTo>
                  <a:pt x="33" y="493"/>
                </a:lnTo>
                <a:lnTo>
                  <a:pt x="147" y="248"/>
                </a:lnTo>
                <a:lnTo>
                  <a:pt x="33" y="0"/>
                </a:lnTo>
                <a:close/>
              </a:path>
            </a:pathLst>
          </a:custGeom>
          <a:solidFill>
            <a:srgbClr val="0B9C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83" name="Google Shape;83;p55"/>
          <p:cNvGrpSpPr/>
          <p:nvPr/>
        </p:nvGrpSpPr>
        <p:grpSpPr>
          <a:xfrm>
            <a:off x="443372" y="440668"/>
            <a:ext cx="533970" cy="533470"/>
            <a:chOff x="2960687" y="4865687"/>
            <a:chExt cx="1698626" cy="1697038"/>
          </a:xfrm>
        </p:grpSpPr>
        <p:sp>
          <p:nvSpPr>
            <p:cNvPr id="84" name="Google Shape;84;p55"/>
            <p:cNvSpPr/>
            <p:nvPr/>
          </p:nvSpPr>
          <p:spPr>
            <a:xfrm>
              <a:off x="2960687" y="5251450"/>
              <a:ext cx="1311275" cy="1311275"/>
            </a:xfrm>
            <a:custGeom>
              <a:rect b="b" l="l" r="r" t="t"/>
              <a:pathLst>
                <a:path extrusionOk="0" h="1293" w="1293">
                  <a:moveTo>
                    <a:pt x="1114" y="294"/>
                  </a:moveTo>
                  <a:cubicBezTo>
                    <a:pt x="1189" y="392"/>
                    <a:pt x="1233" y="514"/>
                    <a:pt x="1233" y="647"/>
                  </a:cubicBezTo>
                  <a:cubicBezTo>
                    <a:pt x="1233" y="970"/>
                    <a:pt x="970" y="1233"/>
                    <a:pt x="647" y="1233"/>
                  </a:cubicBezTo>
                  <a:cubicBezTo>
                    <a:pt x="323" y="1233"/>
                    <a:pt x="60" y="970"/>
                    <a:pt x="60" y="647"/>
                  </a:cubicBezTo>
                  <a:cubicBezTo>
                    <a:pt x="60" y="323"/>
                    <a:pt x="323" y="60"/>
                    <a:pt x="647" y="60"/>
                  </a:cubicBezTo>
                  <a:cubicBezTo>
                    <a:pt x="780" y="60"/>
                    <a:pt x="903" y="105"/>
                    <a:pt x="1001" y="180"/>
                  </a:cubicBezTo>
                  <a:cubicBezTo>
                    <a:pt x="1044" y="137"/>
                    <a:pt x="1044" y="137"/>
                    <a:pt x="1044" y="137"/>
                  </a:cubicBezTo>
                  <a:cubicBezTo>
                    <a:pt x="934" y="52"/>
                    <a:pt x="796" y="0"/>
                    <a:pt x="647" y="0"/>
                  </a:cubicBezTo>
                  <a:cubicBezTo>
                    <a:pt x="290" y="0"/>
                    <a:pt x="0" y="290"/>
                    <a:pt x="0" y="647"/>
                  </a:cubicBezTo>
                  <a:cubicBezTo>
                    <a:pt x="0" y="1003"/>
                    <a:pt x="290" y="1293"/>
                    <a:pt x="647" y="1293"/>
                  </a:cubicBezTo>
                  <a:cubicBezTo>
                    <a:pt x="1003" y="1293"/>
                    <a:pt x="1293" y="1003"/>
                    <a:pt x="1293" y="647"/>
                  </a:cubicBezTo>
                  <a:cubicBezTo>
                    <a:pt x="1293" y="498"/>
                    <a:pt x="1242" y="360"/>
                    <a:pt x="1157" y="251"/>
                  </a:cubicBezTo>
                  <a:lnTo>
                    <a:pt x="1114" y="294"/>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5" name="Google Shape;85;p55"/>
            <p:cNvSpPr/>
            <p:nvPr/>
          </p:nvSpPr>
          <p:spPr>
            <a:xfrm>
              <a:off x="3168650" y="5459413"/>
              <a:ext cx="895350" cy="895350"/>
            </a:xfrm>
            <a:custGeom>
              <a:rect b="b" l="l" r="r" t="t"/>
              <a:pathLst>
                <a:path extrusionOk="0" h="883" w="883">
                  <a:moveTo>
                    <a:pt x="762" y="235"/>
                  </a:moveTo>
                  <a:cubicBezTo>
                    <a:pt x="801" y="295"/>
                    <a:pt x="823" y="366"/>
                    <a:pt x="823" y="442"/>
                  </a:cubicBezTo>
                  <a:cubicBezTo>
                    <a:pt x="823" y="652"/>
                    <a:pt x="652" y="823"/>
                    <a:pt x="442" y="823"/>
                  </a:cubicBezTo>
                  <a:cubicBezTo>
                    <a:pt x="231" y="823"/>
                    <a:pt x="60" y="652"/>
                    <a:pt x="60" y="442"/>
                  </a:cubicBezTo>
                  <a:cubicBezTo>
                    <a:pt x="60" y="231"/>
                    <a:pt x="231" y="60"/>
                    <a:pt x="442" y="60"/>
                  </a:cubicBezTo>
                  <a:cubicBezTo>
                    <a:pt x="518" y="60"/>
                    <a:pt x="589" y="83"/>
                    <a:pt x="649" y="122"/>
                  </a:cubicBezTo>
                  <a:cubicBezTo>
                    <a:pt x="692" y="78"/>
                    <a:pt x="692" y="78"/>
                    <a:pt x="692" y="78"/>
                  </a:cubicBezTo>
                  <a:cubicBezTo>
                    <a:pt x="621" y="29"/>
                    <a:pt x="535" y="0"/>
                    <a:pt x="442" y="0"/>
                  </a:cubicBezTo>
                  <a:cubicBezTo>
                    <a:pt x="198" y="0"/>
                    <a:pt x="0" y="198"/>
                    <a:pt x="0" y="442"/>
                  </a:cubicBezTo>
                  <a:cubicBezTo>
                    <a:pt x="0" y="685"/>
                    <a:pt x="198" y="883"/>
                    <a:pt x="442" y="883"/>
                  </a:cubicBezTo>
                  <a:cubicBezTo>
                    <a:pt x="685" y="883"/>
                    <a:pt x="883" y="685"/>
                    <a:pt x="883" y="442"/>
                  </a:cubicBezTo>
                  <a:cubicBezTo>
                    <a:pt x="883" y="349"/>
                    <a:pt x="855" y="263"/>
                    <a:pt x="806" y="192"/>
                  </a:cubicBezTo>
                  <a:lnTo>
                    <a:pt x="762" y="235"/>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6" name="Google Shape;86;p55"/>
            <p:cNvSpPr/>
            <p:nvPr/>
          </p:nvSpPr>
          <p:spPr>
            <a:xfrm>
              <a:off x="3384550" y="5675313"/>
              <a:ext cx="463550" cy="463550"/>
            </a:xfrm>
            <a:custGeom>
              <a:rect b="b" l="l" r="r" t="t"/>
              <a:pathLst>
                <a:path extrusionOk="0" h="457" w="457">
                  <a:moveTo>
                    <a:pt x="390" y="181"/>
                  </a:moveTo>
                  <a:cubicBezTo>
                    <a:pt x="395" y="196"/>
                    <a:pt x="397" y="212"/>
                    <a:pt x="397" y="229"/>
                  </a:cubicBezTo>
                  <a:cubicBezTo>
                    <a:pt x="397" y="322"/>
                    <a:pt x="322" y="397"/>
                    <a:pt x="229" y="397"/>
                  </a:cubicBezTo>
                  <a:cubicBezTo>
                    <a:pt x="136" y="397"/>
                    <a:pt x="60" y="322"/>
                    <a:pt x="60" y="229"/>
                  </a:cubicBezTo>
                  <a:cubicBezTo>
                    <a:pt x="60" y="136"/>
                    <a:pt x="136" y="60"/>
                    <a:pt x="229" y="60"/>
                  </a:cubicBezTo>
                  <a:cubicBezTo>
                    <a:pt x="245" y="60"/>
                    <a:pt x="262" y="63"/>
                    <a:pt x="277" y="67"/>
                  </a:cubicBezTo>
                  <a:cubicBezTo>
                    <a:pt x="324" y="21"/>
                    <a:pt x="324" y="21"/>
                    <a:pt x="324" y="21"/>
                  </a:cubicBezTo>
                  <a:cubicBezTo>
                    <a:pt x="295" y="8"/>
                    <a:pt x="263" y="0"/>
                    <a:pt x="229" y="0"/>
                  </a:cubicBezTo>
                  <a:cubicBezTo>
                    <a:pt x="103" y="0"/>
                    <a:pt x="0" y="103"/>
                    <a:pt x="0" y="229"/>
                  </a:cubicBezTo>
                  <a:cubicBezTo>
                    <a:pt x="0" y="355"/>
                    <a:pt x="103" y="457"/>
                    <a:pt x="229" y="457"/>
                  </a:cubicBezTo>
                  <a:cubicBezTo>
                    <a:pt x="355" y="457"/>
                    <a:pt x="457" y="355"/>
                    <a:pt x="457" y="229"/>
                  </a:cubicBezTo>
                  <a:cubicBezTo>
                    <a:pt x="457" y="195"/>
                    <a:pt x="450" y="163"/>
                    <a:pt x="437" y="134"/>
                  </a:cubicBezTo>
                  <a:lnTo>
                    <a:pt x="390" y="181"/>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7" name="Google Shape;87;p55"/>
            <p:cNvSpPr/>
            <p:nvPr/>
          </p:nvSpPr>
          <p:spPr>
            <a:xfrm>
              <a:off x="3582988" y="5092700"/>
              <a:ext cx="850900" cy="844550"/>
            </a:xfrm>
            <a:custGeom>
              <a:rect b="b" l="l" r="r" t="t"/>
              <a:pathLst>
                <a:path extrusionOk="0" h="834" w="839">
                  <a:moveTo>
                    <a:pt x="33" y="834"/>
                  </a:moveTo>
                  <a:cubicBezTo>
                    <a:pt x="25" y="834"/>
                    <a:pt x="17" y="831"/>
                    <a:pt x="11" y="825"/>
                  </a:cubicBezTo>
                  <a:cubicBezTo>
                    <a:pt x="0" y="813"/>
                    <a:pt x="0" y="794"/>
                    <a:pt x="11" y="782"/>
                  </a:cubicBezTo>
                  <a:cubicBezTo>
                    <a:pt x="785" y="12"/>
                    <a:pt x="785" y="12"/>
                    <a:pt x="785" y="12"/>
                  </a:cubicBezTo>
                  <a:cubicBezTo>
                    <a:pt x="796" y="0"/>
                    <a:pt x="815" y="0"/>
                    <a:pt x="827" y="12"/>
                  </a:cubicBezTo>
                  <a:cubicBezTo>
                    <a:pt x="839" y="24"/>
                    <a:pt x="839" y="43"/>
                    <a:pt x="827" y="54"/>
                  </a:cubicBezTo>
                  <a:cubicBezTo>
                    <a:pt x="54" y="825"/>
                    <a:pt x="54" y="825"/>
                    <a:pt x="54" y="825"/>
                  </a:cubicBezTo>
                  <a:cubicBezTo>
                    <a:pt x="48" y="831"/>
                    <a:pt x="40" y="834"/>
                    <a:pt x="33" y="834"/>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8" name="Google Shape;88;p55"/>
            <p:cNvSpPr/>
            <p:nvPr/>
          </p:nvSpPr>
          <p:spPr>
            <a:xfrm>
              <a:off x="4140200" y="4865687"/>
              <a:ext cx="301625" cy="500063"/>
            </a:xfrm>
            <a:custGeom>
              <a:rect b="b" l="l" r="r" t="t"/>
              <a:pathLst>
                <a:path extrusionOk="0" h="492" w="298">
                  <a:moveTo>
                    <a:pt x="50" y="492"/>
                  </a:moveTo>
                  <a:cubicBezTo>
                    <a:pt x="46" y="492"/>
                    <a:pt x="43" y="491"/>
                    <a:pt x="40" y="490"/>
                  </a:cubicBezTo>
                  <a:cubicBezTo>
                    <a:pt x="29" y="486"/>
                    <a:pt x="21" y="476"/>
                    <a:pt x="20" y="464"/>
                  </a:cubicBezTo>
                  <a:cubicBezTo>
                    <a:pt x="1" y="252"/>
                    <a:pt x="1" y="252"/>
                    <a:pt x="1" y="252"/>
                  </a:cubicBezTo>
                  <a:cubicBezTo>
                    <a:pt x="0" y="243"/>
                    <a:pt x="3" y="234"/>
                    <a:pt x="10" y="228"/>
                  </a:cubicBezTo>
                  <a:cubicBezTo>
                    <a:pt x="227" y="11"/>
                    <a:pt x="227" y="11"/>
                    <a:pt x="227" y="11"/>
                  </a:cubicBezTo>
                  <a:cubicBezTo>
                    <a:pt x="235" y="2"/>
                    <a:pt x="248" y="0"/>
                    <a:pt x="259" y="4"/>
                  </a:cubicBezTo>
                  <a:cubicBezTo>
                    <a:pt x="270" y="7"/>
                    <a:pt x="277" y="17"/>
                    <a:pt x="278" y="29"/>
                  </a:cubicBezTo>
                  <a:cubicBezTo>
                    <a:pt x="297" y="242"/>
                    <a:pt x="297" y="242"/>
                    <a:pt x="297" y="242"/>
                  </a:cubicBezTo>
                  <a:cubicBezTo>
                    <a:pt x="298" y="251"/>
                    <a:pt x="295" y="259"/>
                    <a:pt x="289" y="266"/>
                  </a:cubicBezTo>
                  <a:cubicBezTo>
                    <a:pt x="71" y="483"/>
                    <a:pt x="71" y="483"/>
                    <a:pt x="71" y="483"/>
                  </a:cubicBezTo>
                  <a:cubicBezTo>
                    <a:pt x="65" y="489"/>
                    <a:pt x="58" y="492"/>
                    <a:pt x="50" y="492"/>
                  </a:cubicBezTo>
                  <a:close/>
                  <a:moveTo>
                    <a:pt x="62" y="260"/>
                  </a:moveTo>
                  <a:cubicBezTo>
                    <a:pt x="74" y="395"/>
                    <a:pt x="74" y="395"/>
                    <a:pt x="74" y="395"/>
                  </a:cubicBezTo>
                  <a:cubicBezTo>
                    <a:pt x="236" y="233"/>
                    <a:pt x="236" y="233"/>
                    <a:pt x="236" y="233"/>
                  </a:cubicBezTo>
                  <a:cubicBezTo>
                    <a:pt x="224" y="99"/>
                    <a:pt x="224" y="99"/>
                    <a:pt x="224" y="99"/>
                  </a:cubicBezTo>
                  <a:lnTo>
                    <a:pt x="62" y="26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9" name="Google Shape;89;p55"/>
            <p:cNvSpPr/>
            <p:nvPr/>
          </p:nvSpPr>
          <p:spPr>
            <a:xfrm>
              <a:off x="4157663" y="5083175"/>
              <a:ext cx="501650" cy="301625"/>
            </a:xfrm>
            <a:custGeom>
              <a:rect b="b" l="l" r="r" t="t"/>
              <a:pathLst>
                <a:path extrusionOk="0" h="297" w="494">
                  <a:moveTo>
                    <a:pt x="245" y="297"/>
                  </a:moveTo>
                  <a:cubicBezTo>
                    <a:pt x="244" y="297"/>
                    <a:pt x="243" y="297"/>
                    <a:pt x="242" y="296"/>
                  </a:cubicBezTo>
                  <a:cubicBezTo>
                    <a:pt x="29" y="278"/>
                    <a:pt x="29" y="278"/>
                    <a:pt x="29" y="278"/>
                  </a:cubicBezTo>
                  <a:cubicBezTo>
                    <a:pt x="18" y="277"/>
                    <a:pt x="8" y="269"/>
                    <a:pt x="4" y="258"/>
                  </a:cubicBezTo>
                  <a:cubicBezTo>
                    <a:pt x="0" y="247"/>
                    <a:pt x="2" y="235"/>
                    <a:pt x="11" y="226"/>
                  </a:cubicBezTo>
                  <a:cubicBezTo>
                    <a:pt x="228" y="9"/>
                    <a:pt x="228" y="9"/>
                    <a:pt x="228" y="9"/>
                  </a:cubicBezTo>
                  <a:cubicBezTo>
                    <a:pt x="234" y="3"/>
                    <a:pt x="243" y="0"/>
                    <a:pt x="252" y="0"/>
                  </a:cubicBezTo>
                  <a:cubicBezTo>
                    <a:pt x="464" y="19"/>
                    <a:pt x="464" y="19"/>
                    <a:pt x="464" y="19"/>
                  </a:cubicBezTo>
                  <a:cubicBezTo>
                    <a:pt x="476" y="20"/>
                    <a:pt x="486" y="28"/>
                    <a:pt x="490" y="39"/>
                  </a:cubicBezTo>
                  <a:cubicBezTo>
                    <a:pt x="494" y="50"/>
                    <a:pt x="491" y="62"/>
                    <a:pt x="483" y="70"/>
                  </a:cubicBezTo>
                  <a:cubicBezTo>
                    <a:pt x="266" y="288"/>
                    <a:pt x="266" y="288"/>
                    <a:pt x="266" y="288"/>
                  </a:cubicBezTo>
                  <a:cubicBezTo>
                    <a:pt x="260" y="293"/>
                    <a:pt x="252" y="297"/>
                    <a:pt x="245" y="297"/>
                  </a:cubicBezTo>
                  <a:close/>
                  <a:moveTo>
                    <a:pt x="99" y="223"/>
                  </a:moveTo>
                  <a:cubicBezTo>
                    <a:pt x="233" y="235"/>
                    <a:pt x="233" y="235"/>
                    <a:pt x="233" y="235"/>
                  </a:cubicBezTo>
                  <a:cubicBezTo>
                    <a:pt x="395" y="73"/>
                    <a:pt x="395" y="73"/>
                    <a:pt x="395" y="73"/>
                  </a:cubicBezTo>
                  <a:cubicBezTo>
                    <a:pt x="261" y="62"/>
                    <a:pt x="261" y="62"/>
                    <a:pt x="261" y="62"/>
                  </a:cubicBezTo>
                  <a:lnTo>
                    <a:pt x="99" y="223"/>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90" name="Google Shape;90;p55"/>
          <p:cNvSpPr/>
          <p:nvPr/>
        </p:nvSpPr>
        <p:spPr>
          <a:xfrm>
            <a:off x="4619836" y="296368"/>
            <a:ext cx="7560000" cy="864888"/>
          </a:xfrm>
          <a:custGeom>
            <a:rect b="b" l="l" r="r" t="t"/>
            <a:pathLst>
              <a:path extrusionOk="0" h="10000" w="10000">
                <a:moveTo>
                  <a:pt x="10000" y="0"/>
                </a:moveTo>
                <a:lnTo>
                  <a:pt x="0" y="0"/>
                </a:lnTo>
                <a:cubicBezTo>
                  <a:pt x="62" y="1674"/>
                  <a:pt x="124" y="3347"/>
                  <a:pt x="189" y="5021"/>
                </a:cubicBezTo>
                <a:cubicBezTo>
                  <a:pt x="124" y="6679"/>
                  <a:pt x="62" y="8336"/>
                  <a:pt x="0" y="9994"/>
                </a:cubicBezTo>
                <a:lnTo>
                  <a:pt x="9995" y="10000"/>
                </a:lnTo>
                <a:cubicBezTo>
                  <a:pt x="9993" y="8184"/>
                  <a:pt x="9998" y="8051"/>
                  <a:pt x="9998" y="6152"/>
                </a:cubicBezTo>
                <a:cubicBezTo>
                  <a:pt x="9996" y="3296"/>
                  <a:pt x="10001" y="2674"/>
                  <a:pt x="10000" y="0"/>
                </a:cubicBezTo>
                <a:close/>
              </a:path>
            </a:pathLst>
          </a:custGeom>
          <a:solidFill>
            <a:srgbClr val="F2F2F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1" name="Google Shape;91;p55"/>
          <p:cNvSpPr/>
          <p:nvPr/>
        </p:nvSpPr>
        <p:spPr>
          <a:xfrm>
            <a:off x="4511824" y="296368"/>
            <a:ext cx="233363" cy="864380"/>
          </a:xfrm>
          <a:custGeom>
            <a:rect b="b" l="l" r="r" t="t"/>
            <a:pathLst>
              <a:path extrusionOk="0" h="493" w="147">
                <a:moveTo>
                  <a:pt x="33" y="0"/>
                </a:moveTo>
                <a:lnTo>
                  <a:pt x="0" y="0"/>
                </a:lnTo>
                <a:lnTo>
                  <a:pt x="114" y="248"/>
                </a:lnTo>
                <a:lnTo>
                  <a:pt x="0" y="493"/>
                </a:lnTo>
                <a:lnTo>
                  <a:pt x="33" y="493"/>
                </a:lnTo>
                <a:lnTo>
                  <a:pt x="147" y="248"/>
                </a:lnTo>
                <a:lnTo>
                  <a:pt x="33" y="0"/>
                </a:lnTo>
                <a:close/>
              </a:path>
            </a:pathLst>
          </a:custGeom>
          <a:solidFill>
            <a:srgbClr val="F2F2F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2" name="Google Shape;92;p55"/>
          <p:cNvSpPr txBox="1"/>
          <p:nvPr>
            <p:ph idx="1" type="body"/>
          </p:nvPr>
        </p:nvSpPr>
        <p:spPr>
          <a:xfrm>
            <a:off x="451202" y="1233276"/>
            <a:ext cx="11306175" cy="4680000"/>
          </a:xfrm>
          <a:prstGeom prst="rect">
            <a:avLst/>
          </a:prstGeom>
          <a:noFill/>
          <a:ln>
            <a:noFill/>
          </a:ln>
        </p:spPr>
        <p:txBody>
          <a:bodyPr anchorCtr="0" anchor="t" bIns="40050" lIns="80125" spcFirstLastPara="1" rIns="80125" wrap="square" tIns="40050">
            <a:noAutofit/>
          </a:bodyPr>
          <a:lstStyle>
            <a:lvl1pPr indent="-298450" lvl="0" marL="457200" marR="0" algn="just">
              <a:lnSpc>
                <a:spcPct val="140000"/>
              </a:lnSpc>
              <a:spcBef>
                <a:spcPts val="660"/>
              </a:spcBef>
              <a:spcAft>
                <a:spcPts val="0"/>
              </a:spcAft>
              <a:buClr>
                <a:schemeClr val="dk1"/>
              </a:buClr>
              <a:buSzPts val="1100"/>
              <a:buFont typeface="Noto Sans Symbols"/>
              <a:buChar char="●"/>
              <a:defRPr b="0" i="0" sz="2200" u="none" cap="none" strike="noStrike"/>
            </a:lvl1pPr>
            <a:lvl2pPr indent="-292068" lvl="1" marL="914400" algn="just">
              <a:lnSpc>
                <a:spcPct val="140000"/>
              </a:lnSpc>
              <a:spcBef>
                <a:spcPts val="720"/>
              </a:spcBef>
              <a:spcAft>
                <a:spcPts val="0"/>
              </a:spcAft>
              <a:buClr>
                <a:schemeClr val="dk1"/>
              </a:buClr>
              <a:buSzPts val="1000"/>
              <a:buChar char="🞐"/>
              <a:defRPr>
                <a:latin typeface="Arial"/>
                <a:ea typeface="Arial"/>
                <a:cs typeface="Arial"/>
                <a:sym typeface="Arial"/>
              </a:defRPr>
            </a:lvl2pPr>
            <a:lvl3pPr indent="-285718" lvl="2" marL="1371600" algn="just">
              <a:lnSpc>
                <a:spcPct val="140000"/>
              </a:lnSpc>
              <a:spcBef>
                <a:spcPts val="648"/>
              </a:spcBef>
              <a:spcAft>
                <a:spcPts val="0"/>
              </a:spcAft>
              <a:buClr>
                <a:schemeClr val="dk1"/>
              </a:buClr>
              <a:buSzPts val="900"/>
              <a:buChar char="■"/>
              <a:defRPr>
                <a:latin typeface="Arial"/>
                <a:ea typeface="Arial"/>
                <a:cs typeface="Arial"/>
                <a:sym typeface="Arial"/>
              </a:defRPr>
            </a:lvl3pPr>
            <a:lvl4pPr indent="-330136" lvl="3" marL="1828800" algn="just">
              <a:lnSpc>
                <a:spcPct val="140000"/>
              </a:lnSpc>
              <a:spcBef>
                <a:spcPts val="576"/>
              </a:spcBef>
              <a:spcAft>
                <a:spcPts val="0"/>
              </a:spcAft>
              <a:buClr>
                <a:schemeClr val="dk1"/>
              </a:buClr>
              <a:buSzPts val="1599"/>
              <a:buChar char="−"/>
              <a:defRPr>
                <a:latin typeface="Arial"/>
                <a:ea typeface="Arial"/>
                <a:cs typeface="Arial"/>
                <a:sym typeface="Arial"/>
              </a:defRPr>
            </a:lvl4pPr>
            <a:lvl5pPr indent="-317436" lvl="4" marL="2286000" algn="just">
              <a:lnSpc>
                <a:spcPct val="140000"/>
              </a:lnSpc>
              <a:spcBef>
                <a:spcPts val="576"/>
              </a:spcBef>
              <a:spcAft>
                <a:spcPts val="0"/>
              </a:spcAft>
              <a:buClr>
                <a:schemeClr val="dk1"/>
              </a:buClr>
              <a:buSzPts val="1399"/>
              <a:buChar char="~"/>
              <a:defRPr>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目录">
  <p:cSld name="5#目录">
    <p:spTree>
      <p:nvGrpSpPr>
        <p:cNvPr id="93" name="Shape 93"/>
        <p:cNvGrpSpPr/>
        <p:nvPr/>
      </p:nvGrpSpPr>
      <p:grpSpPr>
        <a:xfrm>
          <a:off x="0" y="0"/>
          <a:ext cx="0" cy="0"/>
          <a:chOff x="0" y="0"/>
          <a:chExt cx="0" cy="0"/>
        </a:xfrm>
      </p:grpSpPr>
      <p:sp>
        <p:nvSpPr>
          <p:cNvPr id="94" name="Google Shape;94;p56"/>
          <p:cNvSpPr txBox="1"/>
          <p:nvPr/>
        </p:nvSpPr>
        <p:spPr>
          <a:xfrm>
            <a:off x="1595500" y="408779"/>
            <a:ext cx="2232248" cy="639559"/>
          </a:xfrm>
          <a:prstGeom prst="rect">
            <a:avLst/>
          </a:prstGeom>
          <a:noFill/>
          <a:ln>
            <a:noFill/>
          </a:ln>
        </p:spPr>
        <p:txBody>
          <a:bodyPr anchorCtr="0" anchor="t" bIns="49975" lIns="99975" spcFirstLastPara="1" rIns="99975" wrap="square" tIns="49975">
            <a:spAutoFit/>
          </a:bodyPr>
          <a:lstStyle/>
          <a:p>
            <a:pPr indent="0" lvl="0" marL="0" marR="0" rtl="0" algn="l">
              <a:spcBef>
                <a:spcPts val="0"/>
              </a:spcBef>
              <a:spcAft>
                <a:spcPts val="0"/>
              </a:spcAft>
              <a:buNone/>
            </a:pPr>
            <a:r>
              <a:rPr b="1" lang="en-US" sz="3500">
                <a:solidFill>
                  <a:schemeClr val="dk1"/>
                </a:solidFill>
                <a:latin typeface="Arial"/>
                <a:ea typeface="Arial"/>
                <a:cs typeface="Arial"/>
                <a:sym typeface="Arial"/>
              </a:rPr>
              <a:t>Contents</a:t>
            </a:r>
            <a:endParaRPr b="1" sz="3500">
              <a:solidFill>
                <a:schemeClr val="dk1"/>
              </a:solidFill>
              <a:latin typeface="Arial"/>
              <a:ea typeface="Arial"/>
              <a:cs typeface="Arial"/>
              <a:sym typeface="Arial"/>
            </a:endParaRPr>
          </a:p>
        </p:txBody>
      </p:sp>
      <p:sp>
        <p:nvSpPr>
          <p:cNvPr id="95" name="Google Shape;95;p56"/>
          <p:cNvSpPr/>
          <p:nvPr/>
        </p:nvSpPr>
        <p:spPr>
          <a:xfrm>
            <a:off x="3113" y="296368"/>
            <a:ext cx="1376363" cy="864380"/>
          </a:xfrm>
          <a:custGeom>
            <a:rect b="b" l="l" r="r" t="t"/>
            <a:pathLst>
              <a:path extrusionOk="0" h="493" w="867">
                <a:moveTo>
                  <a:pt x="756" y="493"/>
                </a:moveTo>
                <a:lnTo>
                  <a:pt x="0" y="493"/>
                </a:lnTo>
                <a:lnTo>
                  <a:pt x="0" y="0"/>
                </a:lnTo>
                <a:lnTo>
                  <a:pt x="756" y="0"/>
                </a:lnTo>
                <a:lnTo>
                  <a:pt x="867" y="248"/>
                </a:lnTo>
                <a:lnTo>
                  <a:pt x="756" y="493"/>
                </a:lnTo>
                <a:close/>
              </a:path>
            </a:pathLst>
          </a:custGeom>
          <a:solidFill>
            <a:srgbClr val="00B0F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6" name="Google Shape;96;p56"/>
          <p:cNvSpPr/>
          <p:nvPr/>
        </p:nvSpPr>
        <p:spPr>
          <a:xfrm>
            <a:off x="1246188" y="296368"/>
            <a:ext cx="233363" cy="864380"/>
          </a:xfrm>
          <a:custGeom>
            <a:rect b="b" l="l" r="r" t="t"/>
            <a:pathLst>
              <a:path extrusionOk="0" h="493" w="147">
                <a:moveTo>
                  <a:pt x="33" y="0"/>
                </a:moveTo>
                <a:lnTo>
                  <a:pt x="0" y="0"/>
                </a:lnTo>
                <a:lnTo>
                  <a:pt x="114" y="248"/>
                </a:lnTo>
                <a:lnTo>
                  <a:pt x="0" y="493"/>
                </a:lnTo>
                <a:lnTo>
                  <a:pt x="33" y="493"/>
                </a:lnTo>
                <a:lnTo>
                  <a:pt x="147" y="248"/>
                </a:lnTo>
                <a:lnTo>
                  <a:pt x="33" y="0"/>
                </a:lnTo>
                <a:close/>
              </a:path>
            </a:pathLst>
          </a:custGeom>
          <a:solidFill>
            <a:srgbClr val="0B9C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97" name="Google Shape;97;p56"/>
          <p:cNvGrpSpPr/>
          <p:nvPr/>
        </p:nvGrpSpPr>
        <p:grpSpPr>
          <a:xfrm>
            <a:off x="587388" y="515379"/>
            <a:ext cx="358335" cy="426359"/>
            <a:chOff x="3295650" y="230188"/>
            <a:chExt cx="936625" cy="1114426"/>
          </a:xfrm>
        </p:grpSpPr>
        <p:sp>
          <p:nvSpPr>
            <p:cNvPr id="98" name="Google Shape;98;p56"/>
            <p:cNvSpPr/>
            <p:nvPr/>
          </p:nvSpPr>
          <p:spPr>
            <a:xfrm>
              <a:off x="3959225" y="876301"/>
              <a:ext cx="182563" cy="4921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9" name="Google Shape;99;p56"/>
            <p:cNvSpPr/>
            <p:nvPr/>
          </p:nvSpPr>
          <p:spPr>
            <a:xfrm>
              <a:off x="3959225" y="777876"/>
              <a:ext cx="182563" cy="4921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0" name="Google Shape;100;p56"/>
            <p:cNvSpPr/>
            <p:nvPr/>
          </p:nvSpPr>
          <p:spPr>
            <a:xfrm>
              <a:off x="3959225" y="677863"/>
              <a:ext cx="182563" cy="4762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1" name="Google Shape;101;p56"/>
            <p:cNvSpPr/>
            <p:nvPr/>
          </p:nvSpPr>
          <p:spPr>
            <a:xfrm>
              <a:off x="3959225" y="582613"/>
              <a:ext cx="182563" cy="4921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2" name="Google Shape;102;p56"/>
            <p:cNvSpPr/>
            <p:nvPr/>
          </p:nvSpPr>
          <p:spPr>
            <a:xfrm>
              <a:off x="3676650" y="1101726"/>
              <a:ext cx="469900" cy="4762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3" name="Google Shape;103;p56"/>
            <p:cNvSpPr/>
            <p:nvPr/>
          </p:nvSpPr>
          <p:spPr>
            <a:xfrm>
              <a:off x="3676650" y="1198563"/>
              <a:ext cx="469900" cy="4921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4" name="Google Shape;104;p56"/>
            <p:cNvSpPr/>
            <p:nvPr/>
          </p:nvSpPr>
          <p:spPr>
            <a:xfrm>
              <a:off x="3590925" y="482601"/>
              <a:ext cx="641350" cy="862013"/>
            </a:xfrm>
            <a:custGeom>
              <a:rect b="b" l="l" r="r" t="t"/>
              <a:pathLst>
                <a:path extrusionOk="0" h="543" w="404">
                  <a:moveTo>
                    <a:pt x="229" y="0"/>
                  </a:moveTo>
                  <a:lnTo>
                    <a:pt x="229" y="30"/>
                  </a:lnTo>
                  <a:lnTo>
                    <a:pt x="373" y="30"/>
                  </a:lnTo>
                  <a:lnTo>
                    <a:pt x="373" y="513"/>
                  </a:lnTo>
                  <a:lnTo>
                    <a:pt x="33" y="513"/>
                  </a:lnTo>
                  <a:lnTo>
                    <a:pt x="31" y="387"/>
                  </a:lnTo>
                  <a:lnTo>
                    <a:pt x="0" y="387"/>
                  </a:lnTo>
                  <a:lnTo>
                    <a:pt x="0" y="543"/>
                  </a:lnTo>
                  <a:lnTo>
                    <a:pt x="404" y="543"/>
                  </a:lnTo>
                  <a:lnTo>
                    <a:pt x="404" y="0"/>
                  </a:lnTo>
                  <a:lnTo>
                    <a:pt x="229"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5" name="Google Shape;105;p56"/>
            <p:cNvSpPr/>
            <p:nvPr/>
          </p:nvSpPr>
          <p:spPr>
            <a:xfrm>
              <a:off x="3959225" y="989013"/>
              <a:ext cx="182563" cy="4762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6" name="Google Shape;106;p56"/>
            <p:cNvSpPr/>
            <p:nvPr/>
          </p:nvSpPr>
          <p:spPr>
            <a:xfrm>
              <a:off x="3295650" y="230188"/>
              <a:ext cx="639763" cy="852488"/>
            </a:xfrm>
            <a:custGeom>
              <a:rect b="b" l="l" r="r" t="t"/>
              <a:pathLst>
                <a:path extrusionOk="0" h="537" w="403">
                  <a:moveTo>
                    <a:pt x="403" y="0"/>
                  </a:moveTo>
                  <a:lnTo>
                    <a:pt x="0" y="0"/>
                  </a:lnTo>
                  <a:lnTo>
                    <a:pt x="0" y="447"/>
                  </a:lnTo>
                  <a:lnTo>
                    <a:pt x="92" y="537"/>
                  </a:lnTo>
                  <a:lnTo>
                    <a:pt x="403" y="537"/>
                  </a:lnTo>
                  <a:lnTo>
                    <a:pt x="403" y="0"/>
                  </a:lnTo>
                  <a:close/>
                  <a:moveTo>
                    <a:pt x="373" y="508"/>
                  </a:moveTo>
                  <a:lnTo>
                    <a:pt x="108" y="508"/>
                  </a:lnTo>
                  <a:lnTo>
                    <a:pt x="108" y="433"/>
                  </a:lnTo>
                  <a:lnTo>
                    <a:pt x="30" y="433"/>
                  </a:lnTo>
                  <a:lnTo>
                    <a:pt x="30" y="31"/>
                  </a:lnTo>
                  <a:lnTo>
                    <a:pt x="373" y="31"/>
                  </a:lnTo>
                  <a:lnTo>
                    <a:pt x="373" y="508"/>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7" name="Google Shape;107;p56"/>
            <p:cNvSpPr/>
            <p:nvPr/>
          </p:nvSpPr>
          <p:spPr>
            <a:xfrm>
              <a:off x="3441700" y="376238"/>
              <a:ext cx="176213" cy="32385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8" name="Google Shape;108;p56"/>
            <p:cNvSpPr/>
            <p:nvPr/>
          </p:nvSpPr>
          <p:spPr>
            <a:xfrm>
              <a:off x="3411538" y="755651"/>
              <a:ext cx="438150" cy="46038"/>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9" name="Google Shape;109;p56"/>
            <p:cNvSpPr/>
            <p:nvPr/>
          </p:nvSpPr>
          <p:spPr>
            <a:xfrm>
              <a:off x="3670300" y="565151"/>
              <a:ext cx="179388" cy="4445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0" name="Google Shape;110;p56"/>
            <p:cNvSpPr/>
            <p:nvPr/>
          </p:nvSpPr>
          <p:spPr>
            <a:xfrm>
              <a:off x="3670300" y="658813"/>
              <a:ext cx="179388" cy="4127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1" name="Google Shape;111;p56"/>
            <p:cNvSpPr/>
            <p:nvPr/>
          </p:nvSpPr>
          <p:spPr>
            <a:xfrm>
              <a:off x="3670300" y="471488"/>
              <a:ext cx="179388" cy="4445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2" name="Google Shape;112;p56"/>
            <p:cNvSpPr/>
            <p:nvPr/>
          </p:nvSpPr>
          <p:spPr>
            <a:xfrm>
              <a:off x="3670300" y="376238"/>
              <a:ext cx="179388" cy="4127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3" name="Google Shape;113;p56"/>
            <p:cNvSpPr/>
            <p:nvPr/>
          </p:nvSpPr>
          <p:spPr>
            <a:xfrm>
              <a:off x="3411538" y="842963"/>
              <a:ext cx="438150" cy="4445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14" name="Google Shape;114;p56"/>
          <p:cNvSpPr/>
          <p:nvPr/>
        </p:nvSpPr>
        <p:spPr>
          <a:xfrm>
            <a:off x="4619836" y="296368"/>
            <a:ext cx="7560000" cy="864888"/>
          </a:xfrm>
          <a:custGeom>
            <a:rect b="b" l="l" r="r" t="t"/>
            <a:pathLst>
              <a:path extrusionOk="0" h="10000" w="10000">
                <a:moveTo>
                  <a:pt x="10000" y="0"/>
                </a:moveTo>
                <a:lnTo>
                  <a:pt x="0" y="0"/>
                </a:lnTo>
                <a:cubicBezTo>
                  <a:pt x="62" y="1674"/>
                  <a:pt x="124" y="3347"/>
                  <a:pt x="189" y="5021"/>
                </a:cubicBezTo>
                <a:cubicBezTo>
                  <a:pt x="124" y="6679"/>
                  <a:pt x="62" y="8336"/>
                  <a:pt x="0" y="9994"/>
                </a:cubicBezTo>
                <a:lnTo>
                  <a:pt x="9995" y="10000"/>
                </a:lnTo>
                <a:cubicBezTo>
                  <a:pt x="9993" y="8184"/>
                  <a:pt x="9998" y="8051"/>
                  <a:pt x="9998" y="6152"/>
                </a:cubicBezTo>
                <a:cubicBezTo>
                  <a:pt x="9996" y="3296"/>
                  <a:pt x="10001" y="2674"/>
                  <a:pt x="10000" y="0"/>
                </a:cubicBezTo>
                <a:close/>
              </a:path>
            </a:pathLst>
          </a:custGeom>
          <a:solidFill>
            <a:srgbClr val="F2F2F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5" name="Google Shape;115;p56"/>
          <p:cNvSpPr/>
          <p:nvPr/>
        </p:nvSpPr>
        <p:spPr>
          <a:xfrm>
            <a:off x="4511824" y="296368"/>
            <a:ext cx="233363" cy="864380"/>
          </a:xfrm>
          <a:custGeom>
            <a:rect b="b" l="l" r="r" t="t"/>
            <a:pathLst>
              <a:path extrusionOk="0" h="493" w="147">
                <a:moveTo>
                  <a:pt x="33" y="0"/>
                </a:moveTo>
                <a:lnTo>
                  <a:pt x="0" y="0"/>
                </a:lnTo>
                <a:lnTo>
                  <a:pt x="114" y="248"/>
                </a:lnTo>
                <a:lnTo>
                  <a:pt x="0" y="493"/>
                </a:lnTo>
                <a:lnTo>
                  <a:pt x="33" y="493"/>
                </a:lnTo>
                <a:lnTo>
                  <a:pt x="147" y="248"/>
                </a:lnTo>
                <a:lnTo>
                  <a:pt x="33" y="0"/>
                </a:lnTo>
                <a:close/>
              </a:path>
            </a:pathLst>
          </a:custGeom>
          <a:solidFill>
            <a:srgbClr val="F2F2F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6" name="Google Shape;116;p56"/>
          <p:cNvSpPr txBox="1"/>
          <p:nvPr>
            <p:ph idx="1" type="body"/>
          </p:nvPr>
        </p:nvSpPr>
        <p:spPr>
          <a:xfrm>
            <a:off x="454816" y="1233487"/>
            <a:ext cx="11307600" cy="4680000"/>
          </a:xfrm>
          <a:prstGeom prst="rect">
            <a:avLst/>
          </a:prstGeom>
          <a:noFill/>
          <a:ln>
            <a:noFill/>
          </a:ln>
        </p:spPr>
        <p:txBody>
          <a:bodyPr anchorCtr="0" anchor="t" bIns="40050" lIns="80125" spcFirstLastPara="1" rIns="80125" wrap="square" tIns="40050">
            <a:noAutofit/>
          </a:bodyPr>
          <a:lstStyle>
            <a:lvl1pPr indent="-368236" lvl="0" marL="457200" marR="0" algn="just">
              <a:lnSpc>
                <a:spcPct val="140000"/>
              </a:lnSpc>
              <a:spcBef>
                <a:spcPts val="660"/>
              </a:spcBef>
              <a:spcAft>
                <a:spcPts val="0"/>
              </a:spcAft>
              <a:buClr>
                <a:schemeClr val="dk1"/>
              </a:buClr>
              <a:buSzPts val="2199"/>
              <a:buFont typeface="Arial"/>
              <a:buAutoNum type="arabicPeriod"/>
              <a:defRPr>
                <a:latin typeface="Arial"/>
                <a:ea typeface="Arial"/>
                <a:cs typeface="Arial"/>
                <a:sym typeface="Arial"/>
              </a:defRPr>
            </a:lvl1pPr>
            <a:lvl2pPr indent="-355536" lvl="1" marL="914400" algn="l">
              <a:lnSpc>
                <a:spcPct val="140000"/>
              </a:lnSpc>
              <a:spcBef>
                <a:spcPts val="720"/>
              </a:spcBef>
              <a:spcAft>
                <a:spcPts val="0"/>
              </a:spcAft>
              <a:buClr>
                <a:schemeClr val="dk1"/>
              </a:buClr>
              <a:buSzPts val="1999"/>
              <a:buFont typeface="Arial"/>
              <a:buChar char="▫"/>
              <a:defRPr>
                <a:latin typeface="Arial"/>
                <a:ea typeface="Arial"/>
                <a:cs typeface="Arial"/>
                <a:sym typeface="Arial"/>
              </a:defRPr>
            </a:lvl2pPr>
            <a:lvl3pPr indent="-285718"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228600" lvl="4" marL="2286000" algn="l">
              <a:lnSpc>
                <a:spcPct val="140000"/>
              </a:lnSpc>
              <a:spcBef>
                <a:spcPts val="576"/>
              </a:spcBef>
              <a:spcAft>
                <a:spcPts val="0"/>
              </a:spcAft>
              <a:buClr>
                <a:schemeClr val="dk1"/>
              </a:buClr>
              <a:buSzPts val="1399"/>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标题和内容">
  <p:cSld name="7#标题和内容">
    <p:spTree>
      <p:nvGrpSpPr>
        <p:cNvPr id="117" name="Shape 117"/>
        <p:cNvGrpSpPr/>
        <p:nvPr/>
      </p:nvGrpSpPr>
      <p:grpSpPr>
        <a:xfrm>
          <a:off x="0" y="0"/>
          <a:ext cx="0" cy="0"/>
          <a:chOff x="0" y="0"/>
          <a:chExt cx="0" cy="0"/>
        </a:xfrm>
      </p:grpSpPr>
      <p:sp>
        <p:nvSpPr>
          <p:cNvPr id="118" name="Google Shape;118;p57"/>
          <p:cNvSpPr txBox="1"/>
          <p:nvPr>
            <p:ph idx="1" type="body"/>
          </p:nvPr>
        </p:nvSpPr>
        <p:spPr>
          <a:xfrm>
            <a:off x="451877" y="1242453"/>
            <a:ext cx="11306175" cy="4680000"/>
          </a:xfrm>
          <a:prstGeom prst="rect">
            <a:avLst/>
          </a:prstGeom>
          <a:noFill/>
          <a:ln>
            <a:noFill/>
          </a:ln>
        </p:spPr>
        <p:txBody>
          <a:bodyPr anchorCtr="0" anchor="t" bIns="40050" lIns="80125" spcFirstLastPara="1" rIns="80125" wrap="square" tIns="40050">
            <a:noAutofit/>
          </a:bodyPr>
          <a:lstStyle>
            <a:lvl1pPr indent="-298418" lvl="0" marL="457200" algn="just">
              <a:lnSpc>
                <a:spcPct val="140000"/>
              </a:lnSpc>
              <a:spcBef>
                <a:spcPts val="792"/>
              </a:spcBef>
              <a:spcAft>
                <a:spcPts val="0"/>
              </a:spcAft>
              <a:buClr>
                <a:schemeClr val="dk1"/>
              </a:buClr>
              <a:buSzPts val="1100"/>
              <a:buChar char="●"/>
              <a:defRPr>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9" name="Google Shape;119;p57"/>
          <p:cNvSpPr/>
          <p:nvPr/>
        </p:nvSpPr>
        <p:spPr>
          <a:xfrm>
            <a:off x="3113" y="296368"/>
            <a:ext cx="1376363" cy="864380"/>
          </a:xfrm>
          <a:custGeom>
            <a:rect b="b" l="l" r="r" t="t"/>
            <a:pathLst>
              <a:path extrusionOk="0" h="493" w="867">
                <a:moveTo>
                  <a:pt x="756" y="493"/>
                </a:moveTo>
                <a:lnTo>
                  <a:pt x="0" y="493"/>
                </a:lnTo>
                <a:lnTo>
                  <a:pt x="0" y="0"/>
                </a:lnTo>
                <a:lnTo>
                  <a:pt x="756" y="0"/>
                </a:lnTo>
                <a:lnTo>
                  <a:pt x="867" y="248"/>
                </a:lnTo>
                <a:lnTo>
                  <a:pt x="756" y="493"/>
                </a:lnTo>
                <a:close/>
              </a:path>
            </a:pathLst>
          </a:custGeom>
          <a:solidFill>
            <a:srgbClr val="00B0F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0" name="Google Shape;120;p57"/>
          <p:cNvSpPr/>
          <p:nvPr/>
        </p:nvSpPr>
        <p:spPr>
          <a:xfrm>
            <a:off x="1246188" y="296368"/>
            <a:ext cx="233363" cy="864380"/>
          </a:xfrm>
          <a:custGeom>
            <a:rect b="b" l="l" r="r" t="t"/>
            <a:pathLst>
              <a:path extrusionOk="0" h="493" w="147">
                <a:moveTo>
                  <a:pt x="33" y="0"/>
                </a:moveTo>
                <a:lnTo>
                  <a:pt x="0" y="0"/>
                </a:lnTo>
                <a:lnTo>
                  <a:pt x="114" y="248"/>
                </a:lnTo>
                <a:lnTo>
                  <a:pt x="0" y="493"/>
                </a:lnTo>
                <a:lnTo>
                  <a:pt x="33" y="493"/>
                </a:lnTo>
                <a:lnTo>
                  <a:pt x="147" y="248"/>
                </a:lnTo>
                <a:lnTo>
                  <a:pt x="33" y="0"/>
                </a:lnTo>
                <a:close/>
              </a:path>
            </a:pathLst>
          </a:custGeom>
          <a:solidFill>
            <a:srgbClr val="0B9C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121" name="Google Shape;121;p57"/>
          <p:cNvGrpSpPr/>
          <p:nvPr/>
        </p:nvGrpSpPr>
        <p:grpSpPr>
          <a:xfrm>
            <a:off x="587388" y="505779"/>
            <a:ext cx="374708" cy="445558"/>
            <a:chOff x="-1647825" y="2492375"/>
            <a:chExt cx="1947863" cy="2316163"/>
          </a:xfrm>
        </p:grpSpPr>
        <p:sp>
          <p:nvSpPr>
            <p:cNvPr id="122" name="Google Shape;122;p57"/>
            <p:cNvSpPr/>
            <p:nvPr/>
          </p:nvSpPr>
          <p:spPr>
            <a:xfrm>
              <a:off x="-1647825" y="2492375"/>
              <a:ext cx="1947863" cy="2316163"/>
            </a:xfrm>
            <a:custGeom>
              <a:rect b="b" l="l" r="r" t="t"/>
              <a:pathLst>
                <a:path extrusionOk="0" h="3258" w="2739">
                  <a:moveTo>
                    <a:pt x="301" y="181"/>
                  </a:moveTo>
                  <a:cubicBezTo>
                    <a:pt x="235" y="182"/>
                    <a:pt x="182" y="235"/>
                    <a:pt x="182" y="301"/>
                  </a:cubicBezTo>
                  <a:cubicBezTo>
                    <a:pt x="182" y="2955"/>
                    <a:pt x="182" y="2955"/>
                    <a:pt x="182" y="2955"/>
                  </a:cubicBezTo>
                  <a:cubicBezTo>
                    <a:pt x="182" y="3007"/>
                    <a:pt x="215" y="3052"/>
                    <a:pt x="262" y="3068"/>
                  </a:cubicBezTo>
                  <a:cubicBezTo>
                    <a:pt x="863" y="2756"/>
                    <a:pt x="863" y="2756"/>
                    <a:pt x="863" y="2756"/>
                  </a:cubicBezTo>
                  <a:cubicBezTo>
                    <a:pt x="1377" y="3046"/>
                    <a:pt x="1377" y="3046"/>
                    <a:pt x="1377" y="3046"/>
                  </a:cubicBezTo>
                  <a:cubicBezTo>
                    <a:pt x="1950" y="2756"/>
                    <a:pt x="1950" y="2756"/>
                    <a:pt x="1950" y="2756"/>
                  </a:cubicBezTo>
                  <a:cubicBezTo>
                    <a:pt x="2482" y="3066"/>
                    <a:pt x="2482" y="3066"/>
                    <a:pt x="2482" y="3066"/>
                  </a:cubicBezTo>
                  <a:cubicBezTo>
                    <a:pt x="2527" y="3048"/>
                    <a:pt x="2557" y="3004"/>
                    <a:pt x="2557" y="2955"/>
                  </a:cubicBezTo>
                  <a:cubicBezTo>
                    <a:pt x="2557" y="301"/>
                    <a:pt x="2557" y="301"/>
                    <a:pt x="2557" y="301"/>
                  </a:cubicBezTo>
                  <a:cubicBezTo>
                    <a:pt x="2557" y="235"/>
                    <a:pt x="2504" y="182"/>
                    <a:pt x="2438" y="181"/>
                  </a:cubicBezTo>
                  <a:lnTo>
                    <a:pt x="301" y="181"/>
                  </a:lnTo>
                  <a:close/>
                  <a:moveTo>
                    <a:pt x="2449" y="3258"/>
                  </a:moveTo>
                  <a:cubicBezTo>
                    <a:pt x="1944" y="2963"/>
                    <a:pt x="1944" y="2963"/>
                    <a:pt x="1944" y="2963"/>
                  </a:cubicBezTo>
                  <a:cubicBezTo>
                    <a:pt x="1372" y="3252"/>
                    <a:pt x="1372" y="3252"/>
                    <a:pt x="1372" y="3252"/>
                  </a:cubicBezTo>
                  <a:cubicBezTo>
                    <a:pt x="860" y="2963"/>
                    <a:pt x="860" y="2963"/>
                    <a:pt x="860" y="2963"/>
                  </a:cubicBezTo>
                  <a:cubicBezTo>
                    <a:pt x="291" y="3257"/>
                    <a:pt x="291" y="3257"/>
                    <a:pt x="291" y="3257"/>
                  </a:cubicBezTo>
                  <a:cubicBezTo>
                    <a:pt x="264" y="3254"/>
                    <a:pt x="264" y="3254"/>
                    <a:pt x="264" y="3254"/>
                  </a:cubicBezTo>
                  <a:cubicBezTo>
                    <a:pt x="113" y="3235"/>
                    <a:pt x="0" y="3107"/>
                    <a:pt x="0" y="2955"/>
                  </a:cubicBezTo>
                  <a:cubicBezTo>
                    <a:pt x="0" y="301"/>
                    <a:pt x="0" y="301"/>
                    <a:pt x="0" y="301"/>
                  </a:cubicBezTo>
                  <a:cubicBezTo>
                    <a:pt x="0" y="135"/>
                    <a:pt x="135" y="0"/>
                    <a:pt x="301" y="0"/>
                  </a:cubicBezTo>
                  <a:cubicBezTo>
                    <a:pt x="2438" y="0"/>
                    <a:pt x="2438" y="0"/>
                    <a:pt x="2438" y="0"/>
                  </a:cubicBezTo>
                  <a:cubicBezTo>
                    <a:pt x="2604" y="0"/>
                    <a:pt x="2739" y="135"/>
                    <a:pt x="2739" y="301"/>
                  </a:cubicBezTo>
                  <a:cubicBezTo>
                    <a:pt x="2739" y="2955"/>
                    <a:pt x="2739" y="2955"/>
                    <a:pt x="2739" y="2955"/>
                  </a:cubicBezTo>
                  <a:cubicBezTo>
                    <a:pt x="2739" y="3105"/>
                    <a:pt x="2628" y="3233"/>
                    <a:pt x="2480" y="3253"/>
                  </a:cubicBezTo>
                  <a:lnTo>
                    <a:pt x="2449" y="3258"/>
                  </a:lnTo>
                  <a:close/>
                  <a:moveTo>
                    <a:pt x="2449" y="3258"/>
                  </a:moveTo>
                  <a:cubicBezTo>
                    <a:pt x="2449" y="3258"/>
                    <a:pt x="2449" y="3258"/>
                    <a:pt x="2449" y="3258"/>
                  </a:cubicBezTo>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3" name="Google Shape;123;p57"/>
            <p:cNvSpPr/>
            <p:nvPr/>
          </p:nvSpPr>
          <p:spPr>
            <a:xfrm>
              <a:off x="-1155700" y="2941638"/>
              <a:ext cx="963613" cy="893763"/>
            </a:xfrm>
            <a:custGeom>
              <a:rect b="b" l="l" r="r" t="t"/>
              <a:pathLst>
                <a:path extrusionOk="0" h="1256" w="1353">
                  <a:moveTo>
                    <a:pt x="1267" y="182"/>
                  </a:moveTo>
                  <a:cubicBezTo>
                    <a:pt x="87" y="182"/>
                    <a:pt x="87" y="182"/>
                    <a:pt x="87" y="182"/>
                  </a:cubicBezTo>
                  <a:cubicBezTo>
                    <a:pt x="38" y="180"/>
                    <a:pt x="0" y="140"/>
                    <a:pt x="0" y="91"/>
                  </a:cubicBezTo>
                  <a:cubicBezTo>
                    <a:pt x="0" y="42"/>
                    <a:pt x="38" y="2"/>
                    <a:pt x="87" y="0"/>
                  </a:cubicBezTo>
                  <a:cubicBezTo>
                    <a:pt x="1267" y="0"/>
                    <a:pt x="1267" y="0"/>
                    <a:pt x="1267" y="0"/>
                  </a:cubicBezTo>
                  <a:cubicBezTo>
                    <a:pt x="1315" y="2"/>
                    <a:pt x="1353" y="42"/>
                    <a:pt x="1353" y="91"/>
                  </a:cubicBezTo>
                  <a:cubicBezTo>
                    <a:pt x="1353" y="140"/>
                    <a:pt x="1315" y="180"/>
                    <a:pt x="1267" y="182"/>
                  </a:cubicBezTo>
                  <a:moveTo>
                    <a:pt x="1267" y="719"/>
                  </a:moveTo>
                  <a:cubicBezTo>
                    <a:pt x="87" y="719"/>
                    <a:pt x="87" y="719"/>
                    <a:pt x="87" y="719"/>
                  </a:cubicBezTo>
                  <a:cubicBezTo>
                    <a:pt x="38" y="717"/>
                    <a:pt x="0" y="677"/>
                    <a:pt x="0" y="628"/>
                  </a:cubicBezTo>
                  <a:cubicBezTo>
                    <a:pt x="0" y="580"/>
                    <a:pt x="38" y="540"/>
                    <a:pt x="87" y="537"/>
                  </a:cubicBezTo>
                  <a:cubicBezTo>
                    <a:pt x="1267" y="537"/>
                    <a:pt x="1267" y="537"/>
                    <a:pt x="1267" y="537"/>
                  </a:cubicBezTo>
                  <a:cubicBezTo>
                    <a:pt x="1315" y="540"/>
                    <a:pt x="1353" y="580"/>
                    <a:pt x="1353" y="628"/>
                  </a:cubicBezTo>
                  <a:cubicBezTo>
                    <a:pt x="1353" y="677"/>
                    <a:pt x="1315" y="717"/>
                    <a:pt x="1267" y="719"/>
                  </a:cubicBezTo>
                  <a:moveTo>
                    <a:pt x="1267" y="1256"/>
                  </a:moveTo>
                  <a:cubicBezTo>
                    <a:pt x="87" y="1256"/>
                    <a:pt x="87" y="1256"/>
                    <a:pt x="87" y="1256"/>
                  </a:cubicBezTo>
                  <a:cubicBezTo>
                    <a:pt x="39" y="1253"/>
                    <a:pt x="1" y="1213"/>
                    <a:pt x="1" y="1165"/>
                  </a:cubicBezTo>
                  <a:cubicBezTo>
                    <a:pt x="1" y="1117"/>
                    <a:pt x="39" y="1077"/>
                    <a:pt x="87" y="1075"/>
                  </a:cubicBezTo>
                  <a:cubicBezTo>
                    <a:pt x="1267" y="1075"/>
                    <a:pt x="1267" y="1075"/>
                    <a:pt x="1267" y="1075"/>
                  </a:cubicBezTo>
                  <a:cubicBezTo>
                    <a:pt x="1314" y="1077"/>
                    <a:pt x="1352" y="1117"/>
                    <a:pt x="1352" y="1165"/>
                  </a:cubicBezTo>
                  <a:cubicBezTo>
                    <a:pt x="1352" y="1213"/>
                    <a:pt x="1314" y="1253"/>
                    <a:pt x="1267" y="1256"/>
                  </a:cubicBezTo>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24" name="Google Shape;124;p57"/>
          <p:cNvSpPr txBox="1"/>
          <p:nvPr>
            <p:ph type="title"/>
          </p:nvPr>
        </p:nvSpPr>
        <p:spPr>
          <a:xfrm>
            <a:off x="1594800" y="452604"/>
            <a:ext cx="9831600" cy="640800"/>
          </a:xfrm>
          <a:prstGeom prst="rect">
            <a:avLst/>
          </a:prstGeom>
          <a:noFill/>
          <a:ln>
            <a:noFill/>
          </a:ln>
        </p:spPr>
        <p:txBody>
          <a:bodyPr anchorCtr="0" anchor="ctr" bIns="50400" lIns="100800" spcFirstLastPara="1" rIns="100800" wrap="square" tIns="50400">
            <a:noAutofit/>
          </a:bodyPr>
          <a:lstStyle>
            <a:lvl1pPr lvl="0" algn="l">
              <a:lnSpc>
                <a:spcPct val="90000"/>
              </a:lnSpc>
              <a:spcBef>
                <a:spcPts val="0"/>
              </a:spcBef>
              <a:spcAft>
                <a:spcPts val="0"/>
              </a:spcAft>
              <a:buClr>
                <a:schemeClr val="dk1"/>
              </a:buClr>
              <a:buSzPts val="3499"/>
              <a:buFont typeface="Arial"/>
              <a:buNone/>
              <a:defRPr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仅标题">
  <p:cSld name="8#仅标题">
    <p:spTree>
      <p:nvGrpSpPr>
        <p:cNvPr id="125" name="Shape 125"/>
        <p:cNvGrpSpPr/>
        <p:nvPr/>
      </p:nvGrpSpPr>
      <p:grpSpPr>
        <a:xfrm>
          <a:off x="0" y="0"/>
          <a:ext cx="0" cy="0"/>
          <a:chOff x="0" y="0"/>
          <a:chExt cx="0" cy="0"/>
        </a:xfrm>
      </p:grpSpPr>
      <p:sp>
        <p:nvSpPr>
          <p:cNvPr id="126" name="Google Shape;126;p58"/>
          <p:cNvSpPr/>
          <p:nvPr/>
        </p:nvSpPr>
        <p:spPr>
          <a:xfrm>
            <a:off x="3113" y="296368"/>
            <a:ext cx="1376363" cy="864380"/>
          </a:xfrm>
          <a:custGeom>
            <a:rect b="b" l="l" r="r" t="t"/>
            <a:pathLst>
              <a:path extrusionOk="0" h="493" w="867">
                <a:moveTo>
                  <a:pt x="756" y="493"/>
                </a:moveTo>
                <a:lnTo>
                  <a:pt x="0" y="493"/>
                </a:lnTo>
                <a:lnTo>
                  <a:pt x="0" y="0"/>
                </a:lnTo>
                <a:lnTo>
                  <a:pt x="756" y="0"/>
                </a:lnTo>
                <a:lnTo>
                  <a:pt x="867" y="248"/>
                </a:lnTo>
                <a:lnTo>
                  <a:pt x="756" y="493"/>
                </a:lnTo>
                <a:close/>
              </a:path>
            </a:pathLst>
          </a:custGeom>
          <a:solidFill>
            <a:srgbClr val="00B0F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7" name="Google Shape;127;p58"/>
          <p:cNvSpPr/>
          <p:nvPr/>
        </p:nvSpPr>
        <p:spPr>
          <a:xfrm>
            <a:off x="1246188" y="296368"/>
            <a:ext cx="233363" cy="864380"/>
          </a:xfrm>
          <a:custGeom>
            <a:rect b="b" l="l" r="r" t="t"/>
            <a:pathLst>
              <a:path extrusionOk="0" h="493" w="147">
                <a:moveTo>
                  <a:pt x="33" y="0"/>
                </a:moveTo>
                <a:lnTo>
                  <a:pt x="0" y="0"/>
                </a:lnTo>
                <a:lnTo>
                  <a:pt x="114" y="248"/>
                </a:lnTo>
                <a:lnTo>
                  <a:pt x="0" y="493"/>
                </a:lnTo>
                <a:lnTo>
                  <a:pt x="33" y="493"/>
                </a:lnTo>
                <a:lnTo>
                  <a:pt x="147" y="248"/>
                </a:lnTo>
                <a:lnTo>
                  <a:pt x="33" y="0"/>
                </a:lnTo>
                <a:close/>
              </a:path>
            </a:pathLst>
          </a:custGeom>
          <a:solidFill>
            <a:srgbClr val="0B9C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8" name="Google Shape;128;p58"/>
          <p:cNvSpPr/>
          <p:nvPr/>
        </p:nvSpPr>
        <p:spPr>
          <a:xfrm>
            <a:off x="479376" y="474075"/>
            <a:ext cx="508162" cy="508967"/>
          </a:xfrm>
          <a:custGeom>
            <a:rect b="b" l="l" r="r" t="t"/>
            <a:pathLst>
              <a:path extrusionOk="0" h="2867" w="2867">
                <a:moveTo>
                  <a:pt x="1433" y="0"/>
                </a:moveTo>
                <a:cubicBezTo>
                  <a:pt x="643" y="0"/>
                  <a:pt x="0" y="643"/>
                  <a:pt x="0" y="1433"/>
                </a:cubicBezTo>
                <a:cubicBezTo>
                  <a:pt x="0" y="2224"/>
                  <a:pt x="643" y="2867"/>
                  <a:pt x="1433" y="2867"/>
                </a:cubicBezTo>
                <a:cubicBezTo>
                  <a:pt x="2224" y="2867"/>
                  <a:pt x="2867" y="2224"/>
                  <a:pt x="2867" y="1433"/>
                </a:cubicBezTo>
                <a:cubicBezTo>
                  <a:pt x="2867" y="643"/>
                  <a:pt x="2224" y="0"/>
                  <a:pt x="1433" y="0"/>
                </a:cubicBezTo>
                <a:close/>
                <a:moveTo>
                  <a:pt x="1433" y="2662"/>
                </a:moveTo>
                <a:cubicBezTo>
                  <a:pt x="756" y="2662"/>
                  <a:pt x="205" y="2111"/>
                  <a:pt x="205" y="1433"/>
                </a:cubicBezTo>
                <a:cubicBezTo>
                  <a:pt x="205" y="756"/>
                  <a:pt x="756" y="205"/>
                  <a:pt x="1433" y="205"/>
                </a:cubicBezTo>
                <a:cubicBezTo>
                  <a:pt x="2111" y="205"/>
                  <a:pt x="2662" y="756"/>
                  <a:pt x="2662" y="1433"/>
                </a:cubicBezTo>
                <a:cubicBezTo>
                  <a:pt x="2662" y="2111"/>
                  <a:pt x="2111" y="2662"/>
                  <a:pt x="1433" y="2662"/>
                </a:cubicBezTo>
                <a:close/>
                <a:moveTo>
                  <a:pt x="2336" y="2066"/>
                </a:moveTo>
                <a:cubicBezTo>
                  <a:pt x="523" y="2066"/>
                  <a:pt x="523" y="2066"/>
                  <a:pt x="523" y="2066"/>
                </a:cubicBezTo>
                <a:cubicBezTo>
                  <a:pt x="976" y="1432"/>
                  <a:pt x="976" y="1432"/>
                  <a:pt x="976" y="1432"/>
                </a:cubicBezTo>
                <a:cubicBezTo>
                  <a:pt x="1255" y="1810"/>
                  <a:pt x="1255" y="1810"/>
                  <a:pt x="1255" y="1810"/>
                </a:cubicBezTo>
                <a:cubicBezTo>
                  <a:pt x="1792" y="1069"/>
                  <a:pt x="1792" y="1069"/>
                  <a:pt x="1792" y="1069"/>
                </a:cubicBezTo>
                <a:lnTo>
                  <a:pt x="2336" y="2066"/>
                </a:lnTo>
                <a:close/>
                <a:moveTo>
                  <a:pt x="704" y="978"/>
                </a:moveTo>
                <a:cubicBezTo>
                  <a:pt x="704" y="878"/>
                  <a:pt x="786" y="797"/>
                  <a:pt x="886" y="797"/>
                </a:cubicBezTo>
                <a:cubicBezTo>
                  <a:pt x="986" y="797"/>
                  <a:pt x="1067" y="878"/>
                  <a:pt x="1067" y="978"/>
                </a:cubicBezTo>
                <a:cubicBezTo>
                  <a:pt x="1067" y="1079"/>
                  <a:pt x="986" y="1160"/>
                  <a:pt x="886" y="1160"/>
                </a:cubicBezTo>
                <a:cubicBezTo>
                  <a:pt x="786" y="1160"/>
                  <a:pt x="704" y="1079"/>
                  <a:pt x="704" y="978"/>
                </a:cubicBezTo>
                <a:close/>
                <a:moveTo>
                  <a:pt x="704" y="978"/>
                </a:moveTo>
                <a:cubicBezTo>
                  <a:pt x="704" y="978"/>
                  <a:pt x="704" y="978"/>
                  <a:pt x="704" y="978"/>
                </a:cubicBezTo>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9" name="Google Shape;129;p58"/>
          <p:cNvSpPr txBox="1"/>
          <p:nvPr>
            <p:ph type="title"/>
          </p:nvPr>
        </p:nvSpPr>
        <p:spPr>
          <a:xfrm>
            <a:off x="1594800" y="452604"/>
            <a:ext cx="9831600" cy="640800"/>
          </a:xfrm>
          <a:prstGeom prst="rect">
            <a:avLst/>
          </a:prstGeom>
          <a:noFill/>
          <a:ln>
            <a:noFill/>
          </a:ln>
        </p:spPr>
        <p:txBody>
          <a:bodyPr anchorCtr="0" anchor="ctr" bIns="50400" lIns="100800" spcFirstLastPara="1" rIns="100800" wrap="square" tIns="50400">
            <a:noAutofit/>
          </a:bodyPr>
          <a:lstStyle>
            <a:lvl1pPr lvl="0" algn="l">
              <a:lnSpc>
                <a:spcPct val="90000"/>
              </a:lnSpc>
              <a:spcBef>
                <a:spcPts val="0"/>
              </a:spcBef>
              <a:spcAft>
                <a:spcPts val="0"/>
              </a:spcAft>
              <a:buClr>
                <a:schemeClr val="dk1"/>
              </a:buClr>
              <a:buSzPts val="3499"/>
              <a:buFont typeface="Arial"/>
              <a:buNone/>
              <a:defRPr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思考题">
  <p:cSld name="10#思考题">
    <p:spTree>
      <p:nvGrpSpPr>
        <p:cNvPr id="130" name="Shape 130"/>
        <p:cNvGrpSpPr/>
        <p:nvPr/>
      </p:nvGrpSpPr>
      <p:grpSpPr>
        <a:xfrm>
          <a:off x="0" y="0"/>
          <a:ext cx="0" cy="0"/>
          <a:chOff x="0" y="0"/>
          <a:chExt cx="0" cy="0"/>
        </a:xfrm>
      </p:grpSpPr>
      <p:sp>
        <p:nvSpPr>
          <p:cNvPr id="131" name="Google Shape;131;p59"/>
          <p:cNvSpPr txBox="1"/>
          <p:nvPr>
            <p:ph idx="1" type="body"/>
          </p:nvPr>
        </p:nvSpPr>
        <p:spPr>
          <a:xfrm>
            <a:off x="451878" y="1242452"/>
            <a:ext cx="11306175" cy="4680000"/>
          </a:xfrm>
          <a:prstGeom prst="rect">
            <a:avLst/>
          </a:prstGeom>
          <a:noFill/>
          <a:ln>
            <a:noFill/>
          </a:ln>
        </p:spPr>
        <p:txBody>
          <a:bodyPr anchorCtr="0" anchor="t" bIns="40050" lIns="80125" spcFirstLastPara="1" rIns="80125" wrap="square" tIns="40050">
            <a:noAutofit/>
          </a:bodyPr>
          <a:lstStyle>
            <a:lvl1pPr indent="-355600" lvl="0" marL="457200" marR="0" algn="just">
              <a:lnSpc>
                <a:spcPct val="140000"/>
              </a:lnSpc>
              <a:spcBef>
                <a:spcPts val="600"/>
              </a:spcBef>
              <a:spcAft>
                <a:spcPts val="0"/>
              </a:spcAft>
              <a:buClr>
                <a:schemeClr val="dk1"/>
              </a:buClr>
              <a:buSzPts val="2000"/>
              <a:buFont typeface="Arial"/>
              <a:buAutoNum type="arabicPeriod"/>
              <a:defRPr sz="2000">
                <a:latin typeface="Arial"/>
                <a:ea typeface="Arial"/>
                <a:cs typeface="Arial"/>
                <a:sym typeface="Arial"/>
              </a:defRPr>
            </a:lvl1pPr>
            <a:lvl2pPr indent="-342900" lvl="1" marL="914400" algn="just">
              <a:lnSpc>
                <a:spcPct val="140000"/>
              </a:lnSpc>
              <a:spcBef>
                <a:spcPts val="720"/>
              </a:spcBef>
              <a:spcAft>
                <a:spcPts val="0"/>
              </a:spcAft>
              <a:buClr>
                <a:schemeClr val="dk1"/>
              </a:buClr>
              <a:buSzPts val="1800"/>
              <a:buFont typeface="Arial"/>
              <a:buAutoNum type="alphaUcPeriod"/>
              <a:defRPr sz="1800">
                <a:latin typeface="Arial"/>
                <a:ea typeface="Arial"/>
                <a:cs typeface="Arial"/>
                <a:sym typeface="Arial"/>
              </a:defRPr>
            </a:lvl2pPr>
            <a:lvl3pPr indent="-285718"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228600" lvl="4" marL="2286000" algn="l">
              <a:lnSpc>
                <a:spcPct val="140000"/>
              </a:lnSpc>
              <a:spcBef>
                <a:spcPts val="576"/>
              </a:spcBef>
              <a:spcAft>
                <a:spcPts val="0"/>
              </a:spcAft>
              <a:buClr>
                <a:schemeClr val="dk1"/>
              </a:buClr>
              <a:buSzPts val="1399"/>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2" name="Google Shape;132;p59"/>
          <p:cNvSpPr txBox="1"/>
          <p:nvPr/>
        </p:nvSpPr>
        <p:spPr>
          <a:xfrm>
            <a:off x="1595500" y="408779"/>
            <a:ext cx="1665402" cy="639559"/>
          </a:xfrm>
          <a:prstGeom prst="rect">
            <a:avLst/>
          </a:prstGeom>
          <a:noFill/>
          <a:ln>
            <a:noFill/>
          </a:ln>
        </p:spPr>
        <p:txBody>
          <a:bodyPr anchorCtr="0" anchor="t" bIns="49975" lIns="99975" spcFirstLastPara="1" rIns="99975" wrap="square" tIns="49975">
            <a:spAutoFit/>
          </a:bodyPr>
          <a:lstStyle/>
          <a:p>
            <a:pPr indent="0" lvl="0" marL="0" marR="0" rtl="0" algn="l">
              <a:spcBef>
                <a:spcPts val="0"/>
              </a:spcBef>
              <a:spcAft>
                <a:spcPts val="0"/>
              </a:spcAft>
              <a:buNone/>
            </a:pPr>
            <a:r>
              <a:rPr b="1" lang="en-US" sz="3500">
                <a:solidFill>
                  <a:schemeClr val="dk1"/>
                </a:solidFill>
                <a:latin typeface="Arial"/>
                <a:ea typeface="Arial"/>
                <a:cs typeface="Arial"/>
                <a:sym typeface="Arial"/>
              </a:rPr>
              <a:t>Quiz</a:t>
            </a:r>
            <a:endParaRPr b="1" sz="3500">
              <a:solidFill>
                <a:schemeClr val="dk1"/>
              </a:solidFill>
              <a:latin typeface="Arial"/>
              <a:ea typeface="Arial"/>
              <a:cs typeface="Arial"/>
              <a:sym typeface="Arial"/>
            </a:endParaRPr>
          </a:p>
        </p:txBody>
      </p:sp>
      <p:sp>
        <p:nvSpPr>
          <p:cNvPr id="133" name="Google Shape;133;p59"/>
          <p:cNvSpPr/>
          <p:nvPr/>
        </p:nvSpPr>
        <p:spPr>
          <a:xfrm>
            <a:off x="3113" y="296368"/>
            <a:ext cx="1376363" cy="864380"/>
          </a:xfrm>
          <a:custGeom>
            <a:rect b="b" l="l" r="r" t="t"/>
            <a:pathLst>
              <a:path extrusionOk="0" h="493" w="867">
                <a:moveTo>
                  <a:pt x="756" y="493"/>
                </a:moveTo>
                <a:lnTo>
                  <a:pt x="0" y="493"/>
                </a:lnTo>
                <a:lnTo>
                  <a:pt x="0" y="0"/>
                </a:lnTo>
                <a:lnTo>
                  <a:pt x="756" y="0"/>
                </a:lnTo>
                <a:lnTo>
                  <a:pt x="867" y="248"/>
                </a:lnTo>
                <a:lnTo>
                  <a:pt x="756" y="493"/>
                </a:lnTo>
                <a:close/>
              </a:path>
            </a:pathLst>
          </a:custGeom>
          <a:solidFill>
            <a:srgbClr val="00B0F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4" name="Google Shape;134;p59"/>
          <p:cNvSpPr/>
          <p:nvPr/>
        </p:nvSpPr>
        <p:spPr>
          <a:xfrm>
            <a:off x="1246188" y="296368"/>
            <a:ext cx="233363" cy="864380"/>
          </a:xfrm>
          <a:custGeom>
            <a:rect b="b" l="l" r="r" t="t"/>
            <a:pathLst>
              <a:path extrusionOk="0" h="493" w="147">
                <a:moveTo>
                  <a:pt x="33" y="0"/>
                </a:moveTo>
                <a:lnTo>
                  <a:pt x="0" y="0"/>
                </a:lnTo>
                <a:lnTo>
                  <a:pt x="114" y="248"/>
                </a:lnTo>
                <a:lnTo>
                  <a:pt x="0" y="493"/>
                </a:lnTo>
                <a:lnTo>
                  <a:pt x="33" y="493"/>
                </a:lnTo>
                <a:lnTo>
                  <a:pt x="147" y="248"/>
                </a:lnTo>
                <a:lnTo>
                  <a:pt x="33" y="0"/>
                </a:lnTo>
                <a:close/>
              </a:path>
            </a:pathLst>
          </a:custGeom>
          <a:solidFill>
            <a:srgbClr val="0B9C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135" name="Google Shape;135;p59"/>
          <p:cNvGrpSpPr/>
          <p:nvPr/>
        </p:nvGrpSpPr>
        <p:grpSpPr>
          <a:xfrm>
            <a:off x="479376" y="424270"/>
            <a:ext cx="495619" cy="592462"/>
            <a:chOff x="5554662" y="2422526"/>
            <a:chExt cx="690564" cy="825500"/>
          </a:xfrm>
        </p:grpSpPr>
        <p:sp>
          <p:nvSpPr>
            <p:cNvPr id="136" name="Google Shape;136;p59"/>
            <p:cNvSpPr/>
            <p:nvPr/>
          </p:nvSpPr>
          <p:spPr>
            <a:xfrm>
              <a:off x="5554662" y="2487613"/>
              <a:ext cx="258763" cy="760413"/>
            </a:xfrm>
            <a:custGeom>
              <a:rect b="b" l="l" r="r" t="t"/>
              <a:pathLst>
                <a:path extrusionOk="0" h="722" w="245">
                  <a:moveTo>
                    <a:pt x="233" y="722"/>
                  </a:moveTo>
                  <a:cubicBezTo>
                    <a:pt x="240" y="722"/>
                    <a:pt x="245" y="717"/>
                    <a:pt x="245" y="710"/>
                  </a:cubicBezTo>
                  <a:cubicBezTo>
                    <a:pt x="245" y="614"/>
                    <a:pt x="245" y="614"/>
                    <a:pt x="245" y="614"/>
                  </a:cubicBezTo>
                  <a:cubicBezTo>
                    <a:pt x="245" y="605"/>
                    <a:pt x="242" y="574"/>
                    <a:pt x="187" y="559"/>
                  </a:cubicBezTo>
                  <a:cubicBezTo>
                    <a:pt x="128" y="543"/>
                    <a:pt x="94" y="522"/>
                    <a:pt x="93" y="499"/>
                  </a:cubicBezTo>
                  <a:cubicBezTo>
                    <a:pt x="93" y="401"/>
                    <a:pt x="93" y="401"/>
                    <a:pt x="93" y="401"/>
                  </a:cubicBezTo>
                  <a:cubicBezTo>
                    <a:pt x="82" y="398"/>
                    <a:pt x="82" y="398"/>
                    <a:pt x="82" y="398"/>
                  </a:cubicBezTo>
                  <a:cubicBezTo>
                    <a:pt x="64" y="393"/>
                    <a:pt x="45" y="385"/>
                    <a:pt x="38" y="381"/>
                  </a:cubicBezTo>
                  <a:cubicBezTo>
                    <a:pt x="38" y="369"/>
                    <a:pt x="44" y="325"/>
                    <a:pt x="102" y="255"/>
                  </a:cubicBezTo>
                  <a:cubicBezTo>
                    <a:pt x="106" y="250"/>
                    <a:pt x="106" y="250"/>
                    <a:pt x="106" y="250"/>
                  </a:cubicBezTo>
                  <a:cubicBezTo>
                    <a:pt x="105" y="244"/>
                    <a:pt x="105" y="244"/>
                    <a:pt x="105" y="244"/>
                  </a:cubicBezTo>
                  <a:cubicBezTo>
                    <a:pt x="105" y="237"/>
                    <a:pt x="92" y="92"/>
                    <a:pt x="218" y="31"/>
                  </a:cubicBezTo>
                  <a:cubicBezTo>
                    <a:pt x="224" y="28"/>
                    <a:pt x="227" y="21"/>
                    <a:pt x="225" y="15"/>
                  </a:cubicBezTo>
                  <a:cubicBezTo>
                    <a:pt x="222" y="9"/>
                    <a:pt x="222" y="9"/>
                    <a:pt x="222" y="9"/>
                  </a:cubicBezTo>
                  <a:cubicBezTo>
                    <a:pt x="220" y="3"/>
                    <a:pt x="213" y="0"/>
                    <a:pt x="207" y="3"/>
                  </a:cubicBezTo>
                  <a:cubicBezTo>
                    <a:pt x="147" y="31"/>
                    <a:pt x="105" y="81"/>
                    <a:pt x="86" y="148"/>
                  </a:cubicBezTo>
                  <a:cubicBezTo>
                    <a:pt x="74" y="189"/>
                    <a:pt x="74" y="226"/>
                    <a:pt x="75" y="240"/>
                  </a:cubicBezTo>
                  <a:cubicBezTo>
                    <a:pt x="0" y="333"/>
                    <a:pt x="7" y="385"/>
                    <a:pt x="8" y="390"/>
                  </a:cubicBezTo>
                  <a:cubicBezTo>
                    <a:pt x="8" y="391"/>
                    <a:pt x="8" y="391"/>
                    <a:pt x="8" y="391"/>
                  </a:cubicBezTo>
                  <a:cubicBezTo>
                    <a:pt x="8" y="393"/>
                    <a:pt x="8" y="393"/>
                    <a:pt x="8" y="393"/>
                  </a:cubicBezTo>
                  <a:cubicBezTo>
                    <a:pt x="10" y="397"/>
                    <a:pt x="14" y="409"/>
                    <a:pt x="63" y="424"/>
                  </a:cubicBezTo>
                  <a:cubicBezTo>
                    <a:pt x="63" y="500"/>
                    <a:pt x="63" y="500"/>
                    <a:pt x="63" y="500"/>
                  </a:cubicBezTo>
                  <a:cubicBezTo>
                    <a:pt x="65" y="539"/>
                    <a:pt x="104" y="569"/>
                    <a:pt x="179" y="588"/>
                  </a:cubicBezTo>
                  <a:cubicBezTo>
                    <a:pt x="213" y="597"/>
                    <a:pt x="215" y="611"/>
                    <a:pt x="215" y="612"/>
                  </a:cubicBezTo>
                  <a:cubicBezTo>
                    <a:pt x="215" y="614"/>
                    <a:pt x="215" y="614"/>
                    <a:pt x="215" y="614"/>
                  </a:cubicBezTo>
                  <a:cubicBezTo>
                    <a:pt x="215" y="710"/>
                    <a:pt x="215" y="710"/>
                    <a:pt x="215" y="710"/>
                  </a:cubicBezTo>
                  <a:cubicBezTo>
                    <a:pt x="215" y="717"/>
                    <a:pt x="220" y="722"/>
                    <a:pt x="227" y="722"/>
                  </a:cubicBezTo>
                  <a:lnTo>
                    <a:pt x="233" y="722"/>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7" name="Google Shape;137;p59"/>
            <p:cNvSpPr/>
            <p:nvPr/>
          </p:nvSpPr>
          <p:spPr>
            <a:xfrm>
              <a:off x="6029325" y="2752726"/>
              <a:ext cx="169863" cy="495300"/>
            </a:xfrm>
            <a:custGeom>
              <a:rect b="b" l="l" r="r" t="t"/>
              <a:pathLst>
                <a:path extrusionOk="0" h="470" w="162">
                  <a:moveTo>
                    <a:pt x="21" y="470"/>
                  </a:moveTo>
                  <a:cubicBezTo>
                    <a:pt x="28" y="470"/>
                    <a:pt x="33" y="465"/>
                    <a:pt x="33" y="458"/>
                  </a:cubicBezTo>
                  <a:cubicBezTo>
                    <a:pt x="33" y="361"/>
                    <a:pt x="33" y="361"/>
                    <a:pt x="33" y="361"/>
                  </a:cubicBezTo>
                  <a:cubicBezTo>
                    <a:pt x="33" y="360"/>
                    <a:pt x="29" y="262"/>
                    <a:pt x="108" y="168"/>
                  </a:cubicBezTo>
                  <a:cubicBezTo>
                    <a:pt x="137" y="133"/>
                    <a:pt x="157" y="75"/>
                    <a:pt x="162" y="13"/>
                  </a:cubicBezTo>
                  <a:cubicBezTo>
                    <a:pt x="162" y="7"/>
                    <a:pt x="157" y="1"/>
                    <a:pt x="151" y="1"/>
                  </a:cubicBezTo>
                  <a:cubicBezTo>
                    <a:pt x="144" y="0"/>
                    <a:pt x="144" y="0"/>
                    <a:pt x="144" y="0"/>
                  </a:cubicBezTo>
                  <a:cubicBezTo>
                    <a:pt x="138" y="0"/>
                    <a:pt x="132" y="5"/>
                    <a:pt x="131" y="12"/>
                  </a:cubicBezTo>
                  <a:cubicBezTo>
                    <a:pt x="127" y="67"/>
                    <a:pt x="110" y="119"/>
                    <a:pt x="84" y="149"/>
                  </a:cubicBezTo>
                  <a:cubicBezTo>
                    <a:pt x="0" y="249"/>
                    <a:pt x="3" y="353"/>
                    <a:pt x="3" y="362"/>
                  </a:cubicBezTo>
                  <a:cubicBezTo>
                    <a:pt x="3" y="458"/>
                    <a:pt x="3" y="458"/>
                    <a:pt x="3" y="458"/>
                  </a:cubicBezTo>
                  <a:cubicBezTo>
                    <a:pt x="3" y="465"/>
                    <a:pt x="8" y="470"/>
                    <a:pt x="15" y="470"/>
                  </a:cubicBezTo>
                  <a:lnTo>
                    <a:pt x="21" y="47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8" name="Google Shape;138;p59"/>
            <p:cNvSpPr/>
            <p:nvPr/>
          </p:nvSpPr>
          <p:spPr>
            <a:xfrm>
              <a:off x="5851525" y="2489201"/>
              <a:ext cx="325437" cy="406401"/>
            </a:xfrm>
            <a:custGeom>
              <a:rect b="b" l="l" r="r" t="t"/>
              <a:pathLst>
                <a:path extrusionOk="0" h="386" w="309">
                  <a:moveTo>
                    <a:pt x="155" y="386"/>
                  </a:moveTo>
                  <a:cubicBezTo>
                    <a:pt x="170" y="386"/>
                    <a:pt x="184" y="377"/>
                    <a:pt x="189" y="363"/>
                  </a:cubicBezTo>
                  <a:cubicBezTo>
                    <a:pt x="208" y="363"/>
                    <a:pt x="208" y="363"/>
                    <a:pt x="208" y="363"/>
                  </a:cubicBezTo>
                  <a:cubicBezTo>
                    <a:pt x="217" y="363"/>
                    <a:pt x="226" y="360"/>
                    <a:pt x="232" y="353"/>
                  </a:cubicBezTo>
                  <a:cubicBezTo>
                    <a:pt x="238" y="347"/>
                    <a:pt x="242" y="338"/>
                    <a:pt x="242" y="329"/>
                  </a:cubicBezTo>
                  <a:cubicBezTo>
                    <a:pt x="242" y="308"/>
                    <a:pt x="242" y="308"/>
                    <a:pt x="242" y="308"/>
                  </a:cubicBezTo>
                  <a:cubicBezTo>
                    <a:pt x="212" y="308"/>
                    <a:pt x="212" y="308"/>
                    <a:pt x="212" y="308"/>
                  </a:cubicBezTo>
                  <a:cubicBezTo>
                    <a:pt x="212" y="329"/>
                    <a:pt x="212" y="329"/>
                    <a:pt x="212" y="329"/>
                  </a:cubicBezTo>
                  <a:cubicBezTo>
                    <a:pt x="212" y="330"/>
                    <a:pt x="211" y="331"/>
                    <a:pt x="210" y="332"/>
                  </a:cubicBezTo>
                  <a:cubicBezTo>
                    <a:pt x="210" y="332"/>
                    <a:pt x="209" y="333"/>
                    <a:pt x="208" y="333"/>
                  </a:cubicBezTo>
                  <a:cubicBezTo>
                    <a:pt x="162" y="333"/>
                    <a:pt x="162" y="333"/>
                    <a:pt x="162" y="333"/>
                  </a:cubicBezTo>
                  <a:cubicBezTo>
                    <a:pt x="162" y="348"/>
                    <a:pt x="162" y="348"/>
                    <a:pt x="162" y="348"/>
                  </a:cubicBezTo>
                  <a:cubicBezTo>
                    <a:pt x="162" y="352"/>
                    <a:pt x="159" y="356"/>
                    <a:pt x="155" y="356"/>
                  </a:cubicBezTo>
                  <a:cubicBezTo>
                    <a:pt x="150" y="356"/>
                    <a:pt x="147" y="352"/>
                    <a:pt x="147" y="348"/>
                  </a:cubicBezTo>
                  <a:cubicBezTo>
                    <a:pt x="147" y="333"/>
                    <a:pt x="147" y="333"/>
                    <a:pt x="147" y="333"/>
                  </a:cubicBezTo>
                  <a:cubicBezTo>
                    <a:pt x="101" y="333"/>
                    <a:pt x="101" y="333"/>
                    <a:pt x="101" y="333"/>
                  </a:cubicBezTo>
                  <a:cubicBezTo>
                    <a:pt x="99" y="333"/>
                    <a:pt x="98" y="331"/>
                    <a:pt x="98" y="329"/>
                  </a:cubicBezTo>
                  <a:cubicBezTo>
                    <a:pt x="98" y="266"/>
                    <a:pt x="98" y="266"/>
                    <a:pt x="98" y="266"/>
                  </a:cubicBezTo>
                  <a:cubicBezTo>
                    <a:pt x="90" y="262"/>
                    <a:pt x="90" y="262"/>
                    <a:pt x="90" y="262"/>
                  </a:cubicBezTo>
                  <a:cubicBezTo>
                    <a:pt x="53" y="239"/>
                    <a:pt x="30" y="199"/>
                    <a:pt x="30" y="155"/>
                  </a:cubicBezTo>
                  <a:cubicBezTo>
                    <a:pt x="30" y="87"/>
                    <a:pt x="86" y="31"/>
                    <a:pt x="155" y="31"/>
                  </a:cubicBezTo>
                  <a:cubicBezTo>
                    <a:pt x="223" y="31"/>
                    <a:pt x="279" y="87"/>
                    <a:pt x="279" y="155"/>
                  </a:cubicBezTo>
                  <a:cubicBezTo>
                    <a:pt x="279" y="198"/>
                    <a:pt x="258" y="236"/>
                    <a:pt x="222" y="260"/>
                  </a:cubicBezTo>
                  <a:cubicBezTo>
                    <a:pt x="174" y="259"/>
                    <a:pt x="174" y="259"/>
                    <a:pt x="174" y="259"/>
                  </a:cubicBezTo>
                  <a:cubicBezTo>
                    <a:pt x="172" y="259"/>
                    <a:pt x="170" y="258"/>
                    <a:pt x="170" y="255"/>
                  </a:cubicBezTo>
                  <a:cubicBezTo>
                    <a:pt x="170" y="188"/>
                    <a:pt x="170" y="188"/>
                    <a:pt x="170" y="188"/>
                  </a:cubicBezTo>
                  <a:cubicBezTo>
                    <a:pt x="139" y="188"/>
                    <a:pt x="139" y="188"/>
                    <a:pt x="139" y="188"/>
                  </a:cubicBezTo>
                  <a:cubicBezTo>
                    <a:pt x="139" y="255"/>
                    <a:pt x="139" y="255"/>
                    <a:pt x="139" y="255"/>
                  </a:cubicBezTo>
                  <a:cubicBezTo>
                    <a:pt x="139" y="274"/>
                    <a:pt x="155" y="290"/>
                    <a:pt x="174" y="290"/>
                  </a:cubicBezTo>
                  <a:cubicBezTo>
                    <a:pt x="231" y="290"/>
                    <a:pt x="231" y="290"/>
                    <a:pt x="231" y="290"/>
                  </a:cubicBezTo>
                  <a:cubicBezTo>
                    <a:pt x="235" y="288"/>
                    <a:pt x="235" y="288"/>
                    <a:pt x="235" y="288"/>
                  </a:cubicBezTo>
                  <a:cubicBezTo>
                    <a:pt x="281" y="259"/>
                    <a:pt x="309" y="210"/>
                    <a:pt x="309" y="155"/>
                  </a:cubicBezTo>
                  <a:cubicBezTo>
                    <a:pt x="309" y="70"/>
                    <a:pt x="240" y="0"/>
                    <a:pt x="155" y="0"/>
                  </a:cubicBezTo>
                  <a:cubicBezTo>
                    <a:pt x="69" y="0"/>
                    <a:pt x="0" y="70"/>
                    <a:pt x="0" y="155"/>
                  </a:cubicBezTo>
                  <a:cubicBezTo>
                    <a:pt x="0" y="207"/>
                    <a:pt x="25" y="254"/>
                    <a:pt x="67" y="283"/>
                  </a:cubicBezTo>
                  <a:cubicBezTo>
                    <a:pt x="67" y="329"/>
                    <a:pt x="67" y="329"/>
                    <a:pt x="67" y="329"/>
                  </a:cubicBezTo>
                  <a:cubicBezTo>
                    <a:pt x="67" y="348"/>
                    <a:pt x="83" y="363"/>
                    <a:pt x="101" y="363"/>
                  </a:cubicBezTo>
                  <a:cubicBezTo>
                    <a:pt x="120" y="363"/>
                    <a:pt x="120" y="363"/>
                    <a:pt x="120" y="363"/>
                  </a:cubicBezTo>
                  <a:cubicBezTo>
                    <a:pt x="126" y="377"/>
                    <a:pt x="139" y="386"/>
                    <a:pt x="155" y="386"/>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9" name="Google Shape;139;p59"/>
            <p:cNvSpPr/>
            <p:nvPr/>
          </p:nvSpPr>
          <p:spPr>
            <a:xfrm>
              <a:off x="5956300" y="2597151"/>
              <a:ext cx="114300" cy="114300"/>
            </a:xfrm>
            <a:custGeom>
              <a:rect b="b" l="l" r="r" t="t"/>
              <a:pathLst>
                <a:path extrusionOk="0" h="108" w="109">
                  <a:moveTo>
                    <a:pt x="55" y="108"/>
                  </a:moveTo>
                  <a:cubicBezTo>
                    <a:pt x="84" y="108"/>
                    <a:pt x="109" y="84"/>
                    <a:pt x="109" y="54"/>
                  </a:cubicBezTo>
                  <a:cubicBezTo>
                    <a:pt x="109" y="24"/>
                    <a:pt x="84" y="0"/>
                    <a:pt x="55" y="0"/>
                  </a:cubicBezTo>
                  <a:cubicBezTo>
                    <a:pt x="25" y="0"/>
                    <a:pt x="0" y="24"/>
                    <a:pt x="0" y="54"/>
                  </a:cubicBezTo>
                  <a:cubicBezTo>
                    <a:pt x="0" y="84"/>
                    <a:pt x="25" y="108"/>
                    <a:pt x="55" y="108"/>
                  </a:cubicBezTo>
                  <a:close/>
                  <a:moveTo>
                    <a:pt x="55" y="30"/>
                  </a:moveTo>
                  <a:cubicBezTo>
                    <a:pt x="68" y="30"/>
                    <a:pt x="78" y="41"/>
                    <a:pt x="78" y="54"/>
                  </a:cubicBezTo>
                  <a:cubicBezTo>
                    <a:pt x="78" y="67"/>
                    <a:pt x="68" y="78"/>
                    <a:pt x="55" y="78"/>
                  </a:cubicBezTo>
                  <a:cubicBezTo>
                    <a:pt x="41" y="78"/>
                    <a:pt x="31" y="67"/>
                    <a:pt x="31" y="54"/>
                  </a:cubicBezTo>
                  <a:cubicBezTo>
                    <a:pt x="31" y="41"/>
                    <a:pt x="41" y="30"/>
                    <a:pt x="55" y="3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0" name="Google Shape;140;p59"/>
            <p:cNvSpPr/>
            <p:nvPr/>
          </p:nvSpPr>
          <p:spPr>
            <a:xfrm>
              <a:off x="5997575" y="2422526"/>
              <a:ext cx="33338" cy="4762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1" name="Google Shape;141;p59"/>
            <p:cNvSpPr/>
            <p:nvPr/>
          </p:nvSpPr>
          <p:spPr>
            <a:xfrm>
              <a:off x="6132513" y="2479676"/>
              <a:ext cx="57150" cy="55563"/>
            </a:xfrm>
            <a:custGeom>
              <a:rect b="b" l="l" r="r" t="t"/>
              <a:pathLst>
                <a:path extrusionOk="0" h="35" w="36">
                  <a:moveTo>
                    <a:pt x="14" y="35"/>
                  </a:moveTo>
                  <a:lnTo>
                    <a:pt x="36" y="14"/>
                  </a:lnTo>
                  <a:lnTo>
                    <a:pt x="21" y="0"/>
                  </a:lnTo>
                  <a:lnTo>
                    <a:pt x="0" y="21"/>
                  </a:lnTo>
                  <a:lnTo>
                    <a:pt x="14" y="35"/>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2" name="Google Shape;142;p59"/>
            <p:cNvSpPr/>
            <p:nvPr/>
          </p:nvSpPr>
          <p:spPr>
            <a:xfrm>
              <a:off x="6196013" y="2638426"/>
              <a:ext cx="49213" cy="3175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3" name="Google Shape;143;p59"/>
            <p:cNvSpPr/>
            <p:nvPr/>
          </p:nvSpPr>
          <p:spPr>
            <a:xfrm>
              <a:off x="5783263" y="2638426"/>
              <a:ext cx="47625" cy="3175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4" name="Google Shape;144;p59"/>
            <p:cNvSpPr/>
            <p:nvPr/>
          </p:nvSpPr>
          <p:spPr>
            <a:xfrm>
              <a:off x="5840413" y="2479676"/>
              <a:ext cx="55563" cy="55563"/>
            </a:xfrm>
            <a:custGeom>
              <a:rect b="b" l="l" r="r" t="t"/>
              <a:pathLst>
                <a:path extrusionOk="0" h="35" w="35">
                  <a:moveTo>
                    <a:pt x="21" y="35"/>
                  </a:moveTo>
                  <a:lnTo>
                    <a:pt x="35" y="21"/>
                  </a:lnTo>
                  <a:lnTo>
                    <a:pt x="14" y="0"/>
                  </a:lnTo>
                  <a:lnTo>
                    <a:pt x="0" y="14"/>
                  </a:lnTo>
                  <a:lnTo>
                    <a:pt x="21" y="35"/>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5" name="Google Shape;145;p59"/>
            <p:cNvSpPr/>
            <p:nvPr/>
          </p:nvSpPr>
          <p:spPr>
            <a:xfrm>
              <a:off x="5913438" y="2433638"/>
              <a:ext cx="47625" cy="55563"/>
            </a:xfrm>
            <a:custGeom>
              <a:rect b="b" l="l" r="r" t="t"/>
              <a:pathLst>
                <a:path extrusionOk="0" h="35" w="30">
                  <a:moveTo>
                    <a:pt x="11" y="35"/>
                  </a:moveTo>
                  <a:lnTo>
                    <a:pt x="30" y="28"/>
                  </a:lnTo>
                  <a:lnTo>
                    <a:pt x="19" y="0"/>
                  </a:lnTo>
                  <a:lnTo>
                    <a:pt x="0" y="7"/>
                  </a:lnTo>
                  <a:lnTo>
                    <a:pt x="11" y="35"/>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6" name="Google Shape;146;p59"/>
            <p:cNvSpPr/>
            <p:nvPr/>
          </p:nvSpPr>
          <p:spPr>
            <a:xfrm>
              <a:off x="6070600" y="2435226"/>
              <a:ext cx="49213" cy="57150"/>
            </a:xfrm>
            <a:custGeom>
              <a:rect b="b" l="l" r="r" t="t"/>
              <a:pathLst>
                <a:path extrusionOk="0" h="36" w="31">
                  <a:moveTo>
                    <a:pt x="19" y="36"/>
                  </a:moveTo>
                  <a:lnTo>
                    <a:pt x="31" y="8"/>
                  </a:lnTo>
                  <a:lnTo>
                    <a:pt x="12" y="0"/>
                  </a:lnTo>
                  <a:lnTo>
                    <a:pt x="0" y="28"/>
                  </a:lnTo>
                  <a:lnTo>
                    <a:pt x="19" y="36"/>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7" name="Google Shape;147;p59"/>
            <p:cNvSpPr/>
            <p:nvPr/>
          </p:nvSpPr>
          <p:spPr>
            <a:xfrm>
              <a:off x="6176963" y="2554288"/>
              <a:ext cx="57150" cy="47625"/>
            </a:xfrm>
            <a:custGeom>
              <a:rect b="b" l="l" r="r" t="t"/>
              <a:pathLst>
                <a:path extrusionOk="0" h="30" w="36">
                  <a:moveTo>
                    <a:pt x="8" y="30"/>
                  </a:moveTo>
                  <a:lnTo>
                    <a:pt x="36" y="18"/>
                  </a:lnTo>
                  <a:lnTo>
                    <a:pt x="29" y="0"/>
                  </a:lnTo>
                  <a:lnTo>
                    <a:pt x="0" y="11"/>
                  </a:lnTo>
                  <a:lnTo>
                    <a:pt x="8" y="3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8" name="Google Shape;148;p59"/>
            <p:cNvSpPr/>
            <p:nvPr/>
          </p:nvSpPr>
          <p:spPr>
            <a:xfrm>
              <a:off x="5795963" y="2547938"/>
              <a:ext cx="57150" cy="47625"/>
            </a:xfrm>
            <a:custGeom>
              <a:rect b="b" l="l" r="r" t="t"/>
              <a:pathLst>
                <a:path extrusionOk="0" h="30" w="36">
                  <a:moveTo>
                    <a:pt x="28" y="30"/>
                  </a:moveTo>
                  <a:lnTo>
                    <a:pt x="36" y="12"/>
                  </a:lnTo>
                  <a:lnTo>
                    <a:pt x="8" y="0"/>
                  </a:lnTo>
                  <a:lnTo>
                    <a:pt x="0" y="18"/>
                  </a:lnTo>
                  <a:lnTo>
                    <a:pt x="28" y="3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49" name="Google Shape;149;p59"/>
          <p:cNvSpPr/>
          <p:nvPr/>
        </p:nvSpPr>
        <p:spPr>
          <a:xfrm>
            <a:off x="3288528" y="296368"/>
            <a:ext cx="8892000" cy="864888"/>
          </a:xfrm>
          <a:custGeom>
            <a:rect b="b" l="l" r="r" t="t"/>
            <a:pathLst>
              <a:path extrusionOk="0" h="10000" w="10000">
                <a:moveTo>
                  <a:pt x="10000" y="0"/>
                </a:moveTo>
                <a:lnTo>
                  <a:pt x="0" y="0"/>
                </a:lnTo>
                <a:cubicBezTo>
                  <a:pt x="62" y="1674"/>
                  <a:pt x="124" y="3347"/>
                  <a:pt x="189" y="5021"/>
                </a:cubicBezTo>
                <a:cubicBezTo>
                  <a:pt x="124" y="6679"/>
                  <a:pt x="62" y="8336"/>
                  <a:pt x="0" y="9994"/>
                </a:cubicBezTo>
                <a:lnTo>
                  <a:pt x="9995" y="10000"/>
                </a:lnTo>
                <a:cubicBezTo>
                  <a:pt x="9993" y="8184"/>
                  <a:pt x="9998" y="8051"/>
                  <a:pt x="9998" y="6152"/>
                </a:cubicBezTo>
                <a:cubicBezTo>
                  <a:pt x="9996" y="3296"/>
                  <a:pt x="10001" y="2674"/>
                  <a:pt x="10000" y="0"/>
                </a:cubicBezTo>
                <a:close/>
              </a:path>
            </a:pathLst>
          </a:custGeom>
          <a:solidFill>
            <a:srgbClr val="F2F2F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0" name="Google Shape;150;p59"/>
          <p:cNvSpPr/>
          <p:nvPr/>
        </p:nvSpPr>
        <p:spPr>
          <a:xfrm>
            <a:off x="3180516" y="296368"/>
            <a:ext cx="233363" cy="864380"/>
          </a:xfrm>
          <a:custGeom>
            <a:rect b="b" l="l" r="r" t="t"/>
            <a:pathLst>
              <a:path extrusionOk="0" h="493" w="147">
                <a:moveTo>
                  <a:pt x="33" y="0"/>
                </a:moveTo>
                <a:lnTo>
                  <a:pt x="0" y="0"/>
                </a:lnTo>
                <a:lnTo>
                  <a:pt x="114" y="248"/>
                </a:lnTo>
                <a:lnTo>
                  <a:pt x="0" y="493"/>
                </a:lnTo>
                <a:lnTo>
                  <a:pt x="33" y="493"/>
                </a:lnTo>
                <a:lnTo>
                  <a:pt x="147" y="248"/>
                </a:lnTo>
                <a:lnTo>
                  <a:pt x="33" y="0"/>
                </a:lnTo>
                <a:close/>
              </a:path>
            </a:pathLst>
          </a:custGeom>
          <a:solidFill>
            <a:srgbClr val="F2F2F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本章总结">
  <p:cSld name="12#本章总结">
    <p:spTree>
      <p:nvGrpSpPr>
        <p:cNvPr id="151" name="Shape 151"/>
        <p:cNvGrpSpPr/>
        <p:nvPr/>
      </p:nvGrpSpPr>
      <p:grpSpPr>
        <a:xfrm>
          <a:off x="0" y="0"/>
          <a:ext cx="0" cy="0"/>
          <a:chOff x="0" y="0"/>
          <a:chExt cx="0" cy="0"/>
        </a:xfrm>
      </p:grpSpPr>
      <p:sp>
        <p:nvSpPr>
          <p:cNvPr id="152" name="Google Shape;152;p60"/>
          <p:cNvSpPr txBox="1"/>
          <p:nvPr/>
        </p:nvSpPr>
        <p:spPr>
          <a:xfrm>
            <a:off x="1595500" y="408779"/>
            <a:ext cx="2412268" cy="639559"/>
          </a:xfrm>
          <a:prstGeom prst="rect">
            <a:avLst/>
          </a:prstGeom>
          <a:noFill/>
          <a:ln>
            <a:noFill/>
          </a:ln>
        </p:spPr>
        <p:txBody>
          <a:bodyPr anchorCtr="0" anchor="t" bIns="49975" lIns="99975" spcFirstLastPara="1" rIns="99975" wrap="square" tIns="49975">
            <a:spAutoFit/>
          </a:bodyPr>
          <a:lstStyle/>
          <a:p>
            <a:pPr indent="0" lvl="0" marL="0" marR="0" rtl="0" algn="l">
              <a:spcBef>
                <a:spcPts val="0"/>
              </a:spcBef>
              <a:spcAft>
                <a:spcPts val="0"/>
              </a:spcAft>
              <a:buNone/>
            </a:pPr>
            <a:r>
              <a:rPr b="1" lang="en-US" sz="3500">
                <a:solidFill>
                  <a:schemeClr val="dk1"/>
                </a:solidFill>
                <a:latin typeface="Arial"/>
                <a:ea typeface="Arial"/>
                <a:cs typeface="Arial"/>
                <a:sym typeface="Arial"/>
              </a:rPr>
              <a:t>Summary</a:t>
            </a:r>
            <a:endParaRPr b="1" sz="3500">
              <a:solidFill>
                <a:schemeClr val="dk1"/>
              </a:solidFill>
              <a:latin typeface="Arial"/>
              <a:ea typeface="Arial"/>
              <a:cs typeface="Arial"/>
              <a:sym typeface="Arial"/>
            </a:endParaRPr>
          </a:p>
        </p:txBody>
      </p:sp>
      <p:sp>
        <p:nvSpPr>
          <p:cNvPr id="153" name="Google Shape;153;p60"/>
          <p:cNvSpPr/>
          <p:nvPr/>
        </p:nvSpPr>
        <p:spPr>
          <a:xfrm>
            <a:off x="3113" y="296368"/>
            <a:ext cx="1376363" cy="864380"/>
          </a:xfrm>
          <a:custGeom>
            <a:rect b="b" l="l" r="r" t="t"/>
            <a:pathLst>
              <a:path extrusionOk="0" h="493" w="867">
                <a:moveTo>
                  <a:pt x="756" y="493"/>
                </a:moveTo>
                <a:lnTo>
                  <a:pt x="0" y="493"/>
                </a:lnTo>
                <a:lnTo>
                  <a:pt x="0" y="0"/>
                </a:lnTo>
                <a:lnTo>
                  <a:pt x="756" y="0"/>
                </a:lnTo>
                <a:lnTo>
                  <a:pt x="867" y="248"/>
                </a:lnTo>
                <a:lnTo>
                  <a:pt x="756" y="493"/>
                </a:lnTo>
                <a:close/>
              </a:path>
            </a:pathLst>
          </a:custGeom>
          <a:solidFill>
            <a:srgbClr val="00B0F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4" name="Google Shape;154;p60"/>
          <p:cNvSpPr/>
          <p:nvPr/>
        </p:nvSpPr>
        <p:spPr>
          <a:xfrm>
            <a:off x="1246188" y="296368"/>
            <a:ext cx="233363" cy="864380"/>
          </a:xfrm>
          <a:custGeom>
            <a:rect b="b" l="l" r="r" t="t"/>
            <a:pathLst>
              <a:path extrusionOk="0" h="493" w="147">
                <a:moveTo>
                  <a:pt x="33" y="0"/>
                </a:moveTo>
                <a:lnTo>
                  <a:pt x="0" y="0"/>
                </a:lnTo>
                <a:lnTo>
                  <a:pt x="114" y="248"/>
                </a:lnTo>
                <a:lnTo>
                  <a:pt x="0" y="493"/>
                </a:lnTo>
                <a:lnTo>
                  <a:pt x="33" y="493"/>
                </a:lnTo>
                <a:lnTo>
                  <a:pt x="147" y="248"/>
                </a:lnTo>
                <a:lnTo>
                  <a:pt x="33" y="0"/>
                </a:lnTo>
                <a:close/>
              </a:path>
            </a:pathLst>
          </a:custGeom>
          <a:solidFill>
            <a:srgbClr val="0B9C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155" name="Google Shape;155;p60"/>
          <p:cNvGrpSpPr/>
          <p:nvPr/>
        </p:nvGrpSpPr>
        <p:grpSpPr>
          <a:xfrm>
            <a:off x="515380" y="490848"/>
            <a:ext cx="470694" cy="475421"/>
            <a:chOff x="5540375" y="2868613"/>
            <a:chExt cx="1106488" cy="1117600"/>
          </a:xfrm>
        </p:grpSpPr>
        <p:sp>
          <p:nvSpPr>
            <p:cNvPr id="156" name="Google Shape;156;p60"/>
            <p:cNvSpPr/>
            <p:nvPr/>
          </p:nvSpPr>
          <p:spPr>
            <a:xfrm>
              <a:off x="5970588" y="3251201"/>
              <a:ext cx="676275" cy="517525"/>
            </a:xfrm>
            <a:custGeom>
              <a:rect b="b" l="l" r="r" t="t"/>
              <a:pathLst>
                <a:path extrusionOk="0" h="138" w="180">
                  <a:moveTo>
                    <a:pt x="40" y="42"/>
                  </a:moveTo>
                  <a:cubicBezTo>
                    <a:pt x="36" y="39"/>
                    <a:pt x="30" y="38"/>
                    <a:pt x="27" y="42"/>
                  </a:cubicBezTo>
                  <a:cubicBezTo>
                    <a:pt x="3" y="66"/>
                    <a:pt x="3" y="66"/>
                    <a:pt x="3" y="66"/>
                  </a:cubicBezTo>
                  <a:cubicBezTo>
                    <a:pt x="0" y="69"/>
                    <a:pt x="0" y="75"/>
                    <a:pt x="3" y="79"/>
                  </a:cubicBezTo>
                  <a:cubicBezTo>
                    <a:pt x="59" y="135"/>
                    <a:pt x="59" y="135"/>
                    <a:pt x="59" y="135"/>
                  </a:cubicBezTo>
                  <a:cubicBezTo>
                    <a:pt x="63" y="138"/>
                    <a:pt x="69" y="138"/>
                    <a:pt x="72" y="135"/>
                  </a:cubicBezTo>
                  <a:cubicBezTo>
                    <a:pt x="176" y="31"/>
                    <a:pt x="176" y="31"/>
                    <a:pt x="176" y="31"/>
                  </a:cubicBezTo>
                  <a:cubicBezTo>
                    <a:pt x="179" y="27"/>
                    <a:pt x="180" y="21"/>
                    <a:pt x="176" y="18"/>
                  </a:cubicBezTo>
                  <a:cubicBezTo>
                    <a:pt x="162" y="4"/>
                    <a:pt x="162" y="4"/>
                    <a:pt x="162" y="4"/>
                  </a:cubicBezTo>
                  <a:cubicBezTo>
                    <a:pt x="159" y="0"/>
                    <a:pt x="153" y="0"/>
                    <a:pt x="149" y="3"/>
                  </a:cubicBezTo>
                  <a:cubicBezTo>
                    <a:pt x="74" y="66"/>
                    <a:pt x="74" y="66"/>
                    <a:pt x="74" y="66"/>
                  </a:cubicBezTo>
                  <a:cubicBezTo>
                    <a:pt x="70" y="69"/>
                    <a:pt x="64" y="68"/>
                    <a:pt x="60" y="65"/>
                  </a:cubicBezTo>
                  <a:lnTo>
                    <a:pt x="40" y="42"/>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7" name="Google Shape;157;p60"/>
            <p:cNvSpPr/>
            <p:nvPr/>
          </p:nvSpPr>
          <p:spPr>
            <a:xfrm>
              <a:off x="5540375" y="2868613"/>
              <a:ext cx="941388" cy="1117600"/>
            </a:xfrm>
            <a:custGeom>
              <a:rect b="b" l="l" r="r" t="t"/>
              <a:pathLst>
                <a:path extrusionOk="0" h="298" w="251">
                  <a:moveTo>
                    <a:pt x="233" y="279"/>
                  </a:moveTo>
                  <a:cubicBezTo>
                    <a:pt x="19" y="279"/>
                    <a:pt x="19" y="279"/>
                    <a:pt x="19" y="279"/>
                  </a:cubicBezTo>
                  <a:cubicBezTo>
                    <a:pt x="19" y="38"/>
                    <a:pt x="19" y="38"/>
                    <a:pt x="19" y="38"/>
                  </a:cubicBezTo>
                  <a:cubicBezTo>
                    <a:pt x="44" y="38"/>
                    <a:pt x="44" y="38"/>
                    <a:pt x="44" y="38"/>
                  </a:cubicBezTo>
                  <a:cubicBezTo>
                    <a:pt x="44" y="47"/>
                    <a:pt x="44" y="47"/>
                    <a:pt x="44" y="47"/>
                  </a:cubicBezTo>
                  <a:cubicBezTo>
                    <a:pt x="44" y="52"/>
                    <a:pt x="48" y="57"/>
                    <a:pt x="54" y="57"/>
                  </a:cubicBezTo>
                  <a:cubicBezTo>
                    <a:pt x="56" y="57"/>
                    <a:pt x="56" y="57"/>
                    <a:pt x="56" y="57"/>
                  </a:cubicBezTo>
                  <a:cubicBezTo>
                    <a:pt x="61" y="57"/>
                    <a:pt x="65" y="52"/>
                    <a:pt x="65" y="47"/>
                  </a:cubicBezTo>
                  <a:cubicBezTo>
                    <a:pt x="65" y="38"/>
                    <a:pt x="65" y="38"/>
                    <a:pt x="65" y="38"/>
                  </a:cubicBezTo>
                  <a:cubicBezTo>
                    <a:pt x="92" y="38"/>
                    <a:pt x="92" y="38"/>
                    <a:pt x="92" y="38"/>
                  </a:cubicBezTo>
                  <a:cubicBezTo>
                    <a:pt x="92" y="47"/>
                    <a:pt x="92" y="47"/>
                    <a:pt x="92" y="47"/>
                  </a:cubicBezTo>
                  <a:cubicBezTo>
                    <a:pt x="92" y="52"/>
                    <a:pt x="97" y="57"/>
                    <a:pt x="102" y="57"/>
                  </a:cubicBezTo>
                  <a:cubicBezTo>
                    <a:pt x="104" y="57"/>
                    <a:pt x="104" y="57"/>
                    <a:pt x="104" y="57"/>
                  </a:cubicBezTo>
                  <a:cubicBezTo>
                    <a:pt x="109" y="57"/>
                    <a:pt x="113" y="52"/>
                    <a:pt x="113" y="47"/>
                  </a:cubicBezTo>
                  <a:cubicBezTo>
                    <a:pt x="113" y="38"/>
                    <a:pt x="113" y="38"/>
                    <a:pt x="113" y="38"/>
                  </a:cubicBezTo>
                  <a:cubicBezTo>
                    <a:pt x="140" y="38"/>
                    <a:pt x="140" y="38"/>
                    <a:pt x="140" y="38"/>
                  </a:cubicBezTo>
                  <a:cubicBezTo>
                    <a:pt x="140" y="47"/>
                    <a:pt x="140" y="47"/>
                    <a:pt x="140" y="47"/>
                  </a:cubicBezTo>
                  <a:cubicBezTo>
                    <a:pt x="140" y="52"/>
                    <a:pt x="145" y="57"/>
                    <a:pt x="150" y="57"/>
                  </a:cubicBezTo>
                  <a:cubicBezTo>
                    <a:pt x="152" y="57"/>
                    <a:pt x="152" y="57"/>
                    <a:pt x="152" y="57"/>
                  </a:cubicBezTo>
                  <a:cubicBezTo>
                    <a:pt x="157" y="57"/>
                    <a:pt x="161" y="52"/>
                    <a:pt x="161" y="47"/>
                  </a:cubicBezTo>
                  <a:cubicBezTo>
                    <a:pt x="161" y="38"/>
                    <a:pt x="161" y="38"/>
                    <a:pt x="161" y="38"/>
                  </a:cubicBezTo>
                  <a:cubicBezTo>
                    <a:pt x="189" y="38"/>
                    <a:pt x="189" y="38"/>
                    <a:pt x="189" y="38"/>
                  </a:cubicBezTo>
                  <a:cubicBezTo>
                    <a:pt x="189" y="47"/>
                    <a:pt x="189" y="47"/>
                    <a:pt x="189" y="47"/>
                  </a:cubicBezTo>
                  <a:cubicBezTo>
                    <a:pt x="189" y="52"/>
                    <a:pt x="193" y="57"/>
                    <a:pt x="198" y="57"/>
                  </a:cubicBezTo>
                  <a:cubicBezTo>
                    <a:pt x="200" y="57"/>
                    <a:pt x="200" y="57"/>
                    <a:pt x="200" y="57"/>
                  </a:cubicBezTo>
                  <a:cubicBezTo>
                    <a:pt x="205" y="57"/>
                    <a:pt x="210" y="52"/>
                    <a:pt x="210" y="47"/>
                  </a:cubicBezTo>
                  <a:cubicBezTo>
                    <a:pt x="210" y="38"/>
                    <a:pt x="210" y="38"/>
                    <a:pt x="210" y="38"/>
                  </a:cubicBezTo>
                  <a:cubicBezTo>
                    <a:pt x="215" y="38"/>
                    <a:pt x="215" y="38"/>
                    <a:pt x="215" y="38"/>
                  </a:cubicBezTo>
                  <a:cubicBezTo>
                    <a:pt x="233" y="55"/>
                    <a:pt x="233" y="55"/>
                    <a:pt x="233" y="55"/>
                  </a:cubicBezTo>
                  <a:cubicBezTo>
                    <a:pt x="233" y="114"/>
                    <a:pt x="233" y="114"/>
                    <a:pt x="233" y="114"/>
                  </a:cubicBezTo>
                  <a:cubicBezTo>
                    <a:pt x="251" y="98"/>
                    <a:pt x="251" y="98"/>
                    <a:pt x="251" y="98"/>
                  </a:cubicBezTo>
                  <a:cubicBezTo>
                    <a:pt x="251" y="47"/>
                    <a:pt x="251" y="47"/>
                    <a:pt x="251" y="47"/>
                  </a:cubicBezTo>
                  <a:cubicBezTo>
                    <a:pt x="223" y="19"/>
                    <a:pt x="223" y="19"/>
                    <a:pt x="223" y="19"/>
                  </a:cubicBezTo>
                  <a:cubicBezTo>
                    <a:pt x="210" y="19"/>
                    <a:pt x="210" y="19"/>
                    <a:pt x="210" y="19"/>
                  </a:cubicBezTo>
                  <a:cubicBezTo>
                    <a:pt x="210" y="10"/>
                    <a:pt x="210" y="10"/>
                    <a:pt x="210" y="10"/>
                  </a:cubicBezTo>
                  <a:cubicBezTo>
                    <a:pt x="210" y="4"/>
                    <a:pt x="205" y="0"/>
                    <a:pt x="200" y="0"/>
                  </a:cubicBezTo>
                  <a:cubicBezTo>
                    <a:pt x="198" y="0"/>
                    <a:pt x="198" y="0"/>
                    <a:pt x="198" y="0"/>
                  </a:cubicBezTo>
                  <a:cubicBezTo>
                    <a:pt x="193" y="0"/>
                    <a:pt x="189" y="4"/>
                    <a:pt x="189" y="10"/>
                  </a:cubicBezTo>
                  <a:cubicBezTo>
                    <a:pt x="189" y="19"/>
                    <a:pt x="189" y="19"/>
                    <a:pt x="189" y="19"/>
                  </a:cubicBezTo>
                  <a:cubicBezTo>
                    <a:pt x="161" y="19"/>
                    <a:pt x="161" y="19"/>
                    <a:pt x="161" y="19"/>
                  </a:cubicBezTo>
                  <a:cubicBezTo>
                    <a:pt x="161" y="10"/>
                    <a:pt x="161" y="10"/>
                    <a:pt x="161" y="10"/>
                  </a:cubicBezTo>
                  <a:cubicBezTo>
                    <a:pt x="161" y="4"/>
                    <a:pt x="157" y="0"/>
                    <a:pt x="152" y="0"/>
                  </a:cubicBezTo>
                  <a:cubicBezTo>
                    <a:pt x="150" y="0"/>
                    <a:pt x="150" y="0"/>
                    <a:pt x="150" y="0"/>
                  </a:cubicBezTo>
                  <a:cubicBezTo>
                    <a:pt x="145" y="0"/>
                    <a:pt x="140" y="4"/>
                    <a:pt x="140" y="10"/>
                  </a:cubicBezTo>
                  <a:cubicBezTo>
                    <a:pt x="140" y="19"/>
                    <a:pt x="140" y="19"/>
                    <a:pt x="140" y="19"/>
                  </a:cubicBezTo>
                  <a:cubicBezTo>
                    <a:pt x="113" y="19"/>
                    <a:pt x="113" y="19"/>
                    <a:pt x="113" y="19"/>
                  </a:cubicBezTo>
                  <a:cubicBezTo>
                    <a:pt x="113" y="10"/>
                    <a:pt x="113" y="10"/>
                    <a:pt x="113" y="10"/>
                  </a:cubicBezTo>
                  <a:cubicBezTo>
                    <a:pt x="113" y="4"/>
                    <a:pt x="109" y="0"/>
                    <a:pt x="104" y="0"/>
                  </a:cubicBezTo>
                  <a:cubicBezTo>
                    <a:pt x="102" y="0"/>
                    <a:pt x="102" y="0"/>
                    <a:pt x="102" y="0"/>
                  </a:cubicBezTo>
                  <a:cubicBezTo>
                    <a:pt x="97" y="0"/>
                    <a:pt x="92" y="4"/>
                    <a:pt x="92" y="10"/>
                  </a:cubicBezTo>
                  <a:cubicBezTo>
                    <a:pt x="92" y="19"/>
                    <a:pt x="92" y="19"/>
                    <a:pt x="92" y="19"/>
                  </a:cubicBezTo>
                  <a:cubicBezTo>
                    <a:pt x="65" y="19"/>
                    <a:pt x="65" y="19"/>
                    <a:pt x="65" y="19"/>
                  </a:cubicBezTo>
                  <a:cubicBezTo>
                    <a:pt x="65" y="10"/>
                    <a:pt x="65" y="10"/>
                    <a:pt x="65" y="10"/>
                  </a:cubicBezTo>
                  <a:cubicBezTo>
                    <a:pt x="65" y="4"/>
                    <a:pt x="61" y="0"/>
                    <a:pt x="56" y="0"/>
                  </a:cubicBezTo>
                  <a:cubicBezTo>
                    <a:pt x="54" y="0"/>
                    <a:pt x="54" y="0"/>
                    <a:pt x="54" y="0"/>
                  </a:cubicBezTo>
                  <a:cubicBezTo>
                    <a:pt x="48" y="0"/>
                    <a:pt x="44" y="4"/>
                    <a:pt x="44" y="10"/>
                  </a:cubicBezTo>
                  <a:cubicBezTo>
                    <a:pt x="44" y="19"/>
                    <a:pt x="44" y="19"/>
                    <a:pt x="44" y="19"/>
                  </a:cubicBezTo>
                  <a:cubicBezTo>
                    <a:pt x="0" y="19"/>
                    <a:pt x="0" y="19"/>
                    <a:pt x="0" y="19"/>
                  </a:cubicBezTo>
                  <a:cubicBezTo>
                    <a:pt x="0" y="298"/>
                    <a:pt x="0" y="298"/>
                    <a:pt x="0" y="298"/>
                  </a:cubicBezTo>
                  <a:cubicBezTo>
                    <a:pt x="251" y="298"/>
                    <a:pt x="251" y="298"/>
                    <a:pt x="251" y="298"/>
                  </a:cubicBezTo>
                  <a:cubicBezTo>
                    <a:pt x="251" y="199"/>
                    <a:pt x="251" y="199"/>
                    <a:pt x="251" y="199"/>
                  </a:cubicBezTo>
                  <a:cubicBezTo>
                    <a:pt x="233" y="218"/>
                    <a:pt x="233" y="218"/>
                    <a:pt x="233" y="218"/>
                  </a:cubicBezTo>
                  <a:lnTo>
                    <a:pt x="233" y="279"/>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58" name="Google Shape;158;p60"/>
          <p:cNvSpPr txBox="1"/>
          <p:nvPr>
            <p:ph idx="1" type="body"/>
          </p:nvPr>
        </p:nvSpPr>
        <p:spPr>
          <a:xfrm>
            <a:off x="451879" y="1241721"/>
            <a:ext cx="11306174" cy="4680000"/>
          </a:xfrm>
          <a:prstGeom prst="rect">
            <a:avLst/>
          </a:prstGeom>
          <a:noFill/>
          <a:ln>
            <a:noFill/>
          </a:ln>
        </p:spPr>
        <p:txBody>
          <a:bodyPr anchorCtr="0" anchor="t" bIns="40050" lIns="80125" spcFirstLastPara="1" rIns="80125" wrap="square" tIns="40050">
            <a:noAutofit/>
          </a:bodyPr>
          <a:lstStyle>
            <a:lvl1pPr indent="-298418" lvl="0" marL="457200" algn="just">
              <a:lnSpc>
                <a:spcPct val="140000"/>
              </a:lnSpc>
              <a:spcBef>
                <a:spcPts val="792"/>
              </a:spcBef>
              <a:spcAft>
                <a:spcPts val="0"/>
              </a:spcAft>
              <a:buClr>
                <a:schemeClr val="dk1"/>
              </a:buClr>
              <a:buSzPts val="1100"/>
              <a:buChar char="●"/>
              <a:defRPr>
                <a:latin typeface="Arial"/>
                <a:ea typeface="Arial"/>
                <a:cs typeface="Arial"/>
                <a:sym typeface="Arial"/>
              </a:defRPr>
            </a:lvl1pPr>
            <a:lvl2pPr indent="-292068" lvl="1" marL="914400" algn="l">
              <a:lnSpc>
                <a:spcPct val="140000"/>
              </a:lnSpc>
              <a:spcBef>
                <a:spcPts val="720"/>
              </a:spcBef>
              <a:spcAft>
                <a:spcPts val="0"/>
              </a:spcAft>
              <a:buClr>
                <a:schemeClr val="dk1"/>
              </a:buClr>
              <a:buSzPts val="1000"/>
              <a:buChar char="🞐"/>
              <a:defRPr>
                <a:latin typeface="Arial"/>
                <a:ea typeface="Arial"/>
                <a:cs typeface="Arial"/>
                <a:sym typeface="Arial"/>
              </a:defRPr>
            </a:lvl2pPr>
            <a:lvl3pPr indent="-285718" lvl="2" marL="1371600" algn="l">
              <a:lnSpc>
                <a:spcPct val="140000"/>
              </a:lnSpc>
              <a:spcBef>
                <a:spcPts val="648"/>
              </a:spcBef>
              <a:spcAft>
                <a:spcPts val="0"/>
              </a:spcAft>
              <a:buClr>
                <a:schemeClr val="dk1"/>
              </a:buClr>
              <a:buSzPts val="900"/>
              <a:buChar char="■"/>
              <a:defRPr>
                <a:latin typeface="Arial"/>
                <a:ea typeface="Arial"/>
                <a:cs typeface="Arial"/>
                <a:sym typeface="Arial"/>
              </a:defRPr>
            </a:lvl3pPr>
            <a:lvl4pPr indent="-330136" lvl="3" marL="1828800" algn="l">
              <a:lnSpc>
                <a:spcPct val="140000"/>
              </a:lnSpc>
              <a:spcBef>
                <a:spcPts val="576"/>
              </a:spcBef>
              <a:spcAft>
                <a:spcPts val="0"/>
              </a:spcAft>
              <a:buClr>
                <a:schemeClr val="dk1"/>
              </a:buClr>
              <a:buSzPts val="1599"/>
              <a:buChar char="−"/>
              <a:defRPr>
                <a:latin typeface="Arial"/>
                <a:ea typeface="Arial"/>
                <a:cs typeface="Arial"/>
                <a:sym typeface="Arial"/>
              </a:defRPr>
            </a:lvl4pPr>
            <a:lvl5pPr indent="-228600" lvl="4" marL="2286000" algn="l">
              <a:lnSpc>
                <a:spcPct val="140000"/>
              </a:lnSpc>
              <a:spcBef>
                <a:spcPts val="576"/>
              </a:spcBef>
              <a:spcAft>
                <a:spcPts val="0"/>
              </a:spcAft>
              <a:buClr>
                <a:schemeClr val="dk1"/>
              </a:buClr>
              <a:buSzPts val="1399"/>
              <a:buNone/>
              <a:defRPr>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谢谢">
  <p:cSld name="15#谢谢">
    <p:spTree>
      <p:nvGrpSpPr>
        <p:cNvPr id="159" name="Shape 159"/>
        <p:cNvGrpSpPr/>
        <p:nvPr/>
      </p:nvGrpSpPr>
      <p:grpSpPr>
        <a:xfrm>
          <a:off x="0" y="0"/>
          <a:ext cx="0" cy="0"/>
          <a:chOff x="0" y="0"/>
          <a:chExt cx="0" cy="0"/>
        </a:xfrm>
      </p:grpSpPr>
      <p:pic>
        <p:nvPicPr>
          <p:cNvPr descr="D:\201207257配图\培训\shutterstock_242224906.jpg" id="160" name="Google Shape;160;p61"/>
          <p:cNvPicPr preferRelativeResize="0"/>
          <p:nvPr/>
        </p:nvPicPr>
        <p:blipFill rotWithShape="1">
          <a:blip r:embed="rId2">
            <a:alphaModFix/>
          </a:blip>
          <a:srcRect b="10658" l="0" r="0" t="17895"/>
          <a:stretch/>
        </p:blipFill>
        <p:spPr>
          <a:xfrm>
            <a:off x="1549" y="0"/>
            <a:ext cx="12188903" cy="6858000"/>
          </a:xfrm>
          <a:prstGeom prst="rect">
            <a:avLst/>
          </a:prstGeom>
          <a:noFill/>
          <a:ln>
            <a:noFill/>
          </a:ln>
        </p:spPr>
      </p:pic>
      <p:sp>
        <p:nvSpPr>
          <p:cNvPr id="161" name="Google Shape;161;p61"/>
          <p:cNvSpPr/>
          <p:nvPr/>
        </p:nvSpPr>
        <p:spPr>
          <a:xfrm>
            <a:off x="2380" y="0"/>
            <a:ext cx="12187240" cy="6858000"/>
          </a:xfrm>
          <a:prstGeom prst="rect">
            <a:avLst/>
          </a:prstGeom>
          <a:solidFill>
            <a:srgbClr val="003C78">
              <a:alpha val="40000"/>
            </a:srgbClr>
          </a:solidFill>
          <a:ln>
            <a:noFill/>
          </a:ln>
        </p:spPr>
        <p:txBody>
          <a:bodyPr anchorCtr="0" anchor="t" bIns="45700" lIns="91400" spcFirstLastPara="1" rIns="91400" wrap="square" tIns="45700">
            <a:noAutofit/>
          </a:bodyPr>
          <a:lstStyle/>
          <a:p>
            <a:pPr indent="0" lvl="0" marL="0" marR="0" rtl="0" algn="l">
              <a:lnSpc>
                <a:spcPct val="100000"/>
              </a:lnSpc>
              <a:spcBef>
                <a:spcPts val="0"/>
              </a:spcBef>
              <a:spcAft>
                <a:spcPts val="0"/>
              </a:spcAft>
              <a:buClr>
                <a:schemeClr val="dk1"/>
              </a:buClr>
              <a:buSzPts val="1000"/>
              <a:buFont typeface="Arial"/>
              <a:buNone/>
            </a:pPr>
            <a:r>
              <a:t/>
            </a:r>
            <a:endParaRPr b="0" i="0" sz="1000" u="none" cap="none" strike="noStrike">
              <a:solidFill>
                <a:schemeClr val="dk1"/>
              </a:solidFill>
              <a:latin typeface="Arial"/>
              <a:ea typeface="Arial"/>
              <a:cs typeface="Arial"/>
              <a:sym typeface="Arial"/>
            </a:endParaRPr>
          </a:p>
        </p:txBody>
      </p:sp>
      <p:grpSp>
        <p:nvGrpSpPr>
          <p:cNvPr id="162" name="Google Shape;162;p61"/>
          <p:cNvGrpSpPr/>
          <p:nvPr/>
        </p:nvGrpSpPr>
        <p:grpSpPr>
          <a:xfrm>
            <a:off x="4148952" y="2637135"/>
            <a:ext cx="3894096" cy="1598831"/>
            <a:chOff x="4302972" y="2345035"/>
            <a:chExt cx="3895617" cy="1598831"/>
          </a:xfrm>
        </p:grpSpPr>
        <p:sp>
          <p:nvSpPr>
            <p:cNvPr id="163" name="Google Shape;163;p61"/>
            <p:cNvSpPr/>
            <p:nvPr/>
          </p:nvSpPr>
          <p:spPr>
            <a:xfrm>
              <a:off x="4478610" y="2345035"/>
              <a:ext cx="3544342" cy="9230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lang="en-US" sz="5398" cap="none">
                  <a:solidFill>
                    <a:schemeClr val="lt1"/>
                  </a:solidFill>
                  <a:latin typeface="Arial"/>
                  <a:ea typeface="Arial"/>
                  <a:cs typeface="Arial"/>
                  <a:sym typeface="Arial"/>
                </a:rPr>
                <a:t>Thank You</a:t>
              </a:r>
              <a:endParaRPr/>
            </a:p>
          </p:txBody>
        </p:sp>
        <p:sp>
          <p:nvSpPr>
            <p:cNvPr id="164" name="Google Shape;164;p61"/>
            <p:cNvSpPr/>
            <p:nvPr/>
          </p:nvSpPr>
          <p:spPr>
            <a:xfrm>
              <a:off x="4302972" y="3297535"/>
              <a:ext cx="3895617"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lang="en-US" sz="3599" cap="none">
                  <a:solidFill>
                    <a:schemeClr val="lt1"/>
                  </a:solidFill>
                  <a:latin typeface="Arial"/>
                  <a:ea typeface="Arial"/>
                  <a:cs typeface="Arial"/>
                  <a:sym typeface="Arial"/>
                </a:rPr>
                <a:t>www.huawei.com</a:t>
              </a:r>
              <a:endParaRPr b="0" sz="3599" cap="none">
                <a:solidFill>
                  <a:schemeClr val="lt1"/>
                </a:solidFill>
                <a:latin typeface="Arial"/>
                <a:ea typeface="Arial"/>
                <a:cs typeface="Arial"/>
                <a:sym typeface="Arial"/>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修订记录">
  <p:cSld name="1#修订记录">
    <p:spTree>
      <p:nvGrpSpPr>
        <p:cNvPr id="165" name="Shape 165"/>
        <p:cNvGrpSpPr/>
        <p:nvPr/>
      </p:nvGrpSpPr>
      <p:grpSpPr>
        <a:xfrm>
          <a:off x="0" y="0"/>
          <a:ext cx="0" cy="0"/>
          <a:chOff x="0" y="0"/>
          <a:chExt cx="0" cy="0"/>
        </a:xfrm>
      </p:grpSpPr>
      <p:sp>
        <p:nvSpPr>
          <p:cNvPr id="166" name="Google Shape;166;p62"/>
          <p:cNvSpPr/>
          <p:nvPr/>
        </p:nvSpPr>
        <p:spPr>
          <a:xfrm>
            <a:off x="952501" y="368660"/>
            <a:ext cx="4207395" cy="479425"/>
          </a:xfrm>
          <a:prstGeom prst="rect">
            <a:avLst/>
          </a:prstGeom>
          <a:noFill/>
          <a:ln>
            <a:noFill/>
          </a:ln>
        </p:spPr>
        <p:txBody>
          <a:bodyPr anchorCtr="0" anchor="ctr" bIns="39125" lIns="78250" spcFirstLastPara="1" rIns="78250" wrap="square" tIns="39125">
            <a:noAutofit/>
          </a:bodyPr>
          <a:lstStyle/>
          <a:p>
            <a:pPr indent="0" lvl="0" marL="0" marR="0" rtl="0" algn="l">
              <a:lnSpc>
                <a:spcPct val="100000"/>
              </a:lnSpc>
              <a:spcBef>
                <a:spcPts val="0"/>
              </a:spcBef>
              <a:spcAft>
                <a:spcPts val="0"/>
              </a:spcAft>
              <a:buClr>
                <a:schemeClr val="dk1"/>
              </a:buClr>
              <a:buSzPts val="3500"/>
              <a:buFont typeface="Arial"/>
              <a:buNone/>
            </a:pPr>
            <a:r>
              <a:rPr b="1" lang="en-US" sz="3500">
                <a:solidFill>
                  <a:schemeClr val="dk1"/>
                </a:solidFill>
                <a:latin typeface="Arial"/>
                <a:ea typeface="Arial"/>
                <a:cs typeface="Arial"/>
                <a:sym typeface="Arial"/>
              </a:rPr>
              <a:t>Revision Record</a:t>
            </a:r>
            <a:endParaRPr b="1" sz="3500">
              <a:solidFill>
                <a:schemeClr val="dk1"/>
              </a:solidFill>
              <a:latin typeface="Arial"/>
              <a:ea typeface="Arial"/>
              <a:cs typeface="Arial"/>
              <a:sym typeface="Arial"/>
            </a:endParaRPr>
          </a:p>
        </p:txBody>
      </p:sp>
      <p:sp>
        <p:nvSpPr>
          <p:cNvPr id="167" name="Google Shape;167;p62"/>
          <p:cNvSpPr txBox="1"/>
          <p:nvPr/>
        </p:nvSpPr>
        <p:spPr>
          <a:xfrm>
            <a:off x="7487791" y="368660"/>
            <a:ext cx="3996445"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4D4D4D"/>
                </a:solidFill>
                <a:latin typeface="Arial"/>
                <a:ea typeface="Arial"/>
                <a:cs typeface="Arial"/>
                <a:sym typeface="Arial"/>
              </a:rPr>
              <a:t>Do Not Print this Page</a:t>
            </a:r>
            <a:endParaRPr sz="2800">
              <a:solidFill>
                <a:srgbClr val="4D4D4D"/>
              </a:solidFill>
              <a:latin typeface="Arial"/>
              <a:ea typeface="Arial"/>
              <a:cs typeface="Arial"/>
              <a:sym typeface="Arial"/>
            </a:endParaRPr>
          </a:p>
        </p:txBody>
      </p:sp>
      <p:graphicFrame>
        <p:nvGraphicFramePr>
          <p:cNvPr id="168" name="Google Shape;168;p62"/>
          <p:cNvGraphicFramePr/>
          <p:nvPr/>
        </p:nvGraphicFramePr>
        <p:xfrm>
          <a:off x="1007534" y="1232756"/>
          <a:ext cx="3000000" cy="3000000"/>
        </p:xfrm>
        <a:graphic>
          <a:graphicData uri="http://schemas.openxmlformats.org/drawingml/2006/table">
            <a:tbl>
              <a:tblPr>
                <a:noFill/>
                <a:tableStyleId>{5683CEA1-CC7D-4826-9F46-8C253FBE93F4}</a:tableStyleId>
              </a:tblPr>
              <a:tblGrid>
                <a:gridCol w="3059000"/>
                <a:gridCol w="2155450"/>
                <a:gridCol w="2873925"/>
                <a:gridCol w="2376425"/>
              </a:tblGrid>
              <a:tr h="577850">
                <a:tc>
                  <a:txBody>
                    <a:bodyPr/>
                    <a:lstStyle/>
                    <a:p>
                      <a:pPr indent="0" lvl="0" marL="0" marR="0" rtl="0" algn="l">
                        <a:lnSpc>
                          <a:spcPct val="140000"/>
                        </a:lnSpc>
                        <a:spcBef>
                          <a:spcPts val="0"/>
                        </a:spcBef>
                        <a:spcAft>
                          <a:spcPts val="0"/>
                        </a:spcAft>
                        <a:buClr>
                          <a:srgbClr val="808080"/>
                        </a:buClr>
                        <a:buSzPts val="960"/>
                        <a:buFont typeface="Noto Sans Symbols"/>
                        <a:buNone/>
                      </a:pPr>
                      <a:r>
                        <a:rPr b="1" i="0" lang="en-US" sz="1600" u="none" cap="none" strike="noStrike">
                          <a:solidFill>
                            <a:schemeClr val="dk1"/>
                          </a:solidFill>
                          <a:latin typeface="Arial"/>
                          <a:ea typeface="Arial"/>
                          <a:cs typeface="Arial"/>
                          <a:sym typeface="Arial"/>
                        </a:rPr>
                        <a:t>Course Code</a:t>
                      </a:r>
                      <a:endParaRPr b="1" i="0" sz="1600" u="none" cap="none" strike="noStrike">
                        <a:solidFill>
                          <a:schemeClr val="dk1"/>
                        </a:solidFill>
                        <a:latin typeface="Arial"/>
                        <a:ea typeface="Arial"/>
                        <a:cs typeface="Arial"/>
                        <a:sym typeface="Arial"/>
                      </a:endParaRPr>
                    </a:p>
                  </a:txBody>
                  <a:tcPr marT="40050" marB="40050" marR="102700" marL="102700" anchor="ctr" anchorCtr="1">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rPr b="1" i="0" lang="en-US" sz="1600" u="none" cap="none" strike="noStrike">
                          <a:solidFill>
                            <a:schemeClr val="dk1"/>
                          </a:solidFill>
                          <a:latin typeface="Arial"/>
                          <a:ea typeface="Arial"/>
                          <a:cs typeface="Arial"/>
                          <a:sym typeface="Arial"/>
                        </a:rPr>
                        <a:t>Product</a:t>
                      </a:r>
                      <a:endParaRPr b="1" i="0" sz="1600" u="none" cap="none" strike="noStrike">
                        <a:solidFill>
                          <a:schemeClr val="dk1"/>
                        </a:solidFill>
                        <a:latin typeface="Arial"/>
                        <a:ea typeface="Arial"/>
                        <a:cs typeface="Arial"/>
                        <a:sym typeface="Arial"/>
                      </a:endParaRPr>
                    </a:p>
                  </a:txBody>
                  <a:tcPr marT="40050" marB="40050" marR="102700" marL="10270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rPr b="1" i="0" lang="en-US" sz="1600" u="none" cap="none" strike="noStrike">
                          <a:solidFill>
                            <a:schemeClr val="dk1"/>
                          </a:solidFill>
                          <a:latin typeface="Arial"/>
                          <a:ea typeface="Arial"/>
                          <a:cs typeface="Arial"/>
                          <a:sym typeface="Arial"/>
                        </a:rPr>
                        <a:t>Product Version</a:t>
                      </a:r>
                      <a:endParaRPr b="1" i="0" sz="1600" u="none" cap="none" strike="noStrike">
                        <a:solidFill>
                          <a:schemeClr val="dk1"/>
                        </a:solidFill>
                        <a:latin typeface="Arial"/>
                        <a:ea typeface="Arial"/>
                        <a:cs typeface="Arial"/>
                        <a:sym typeface="Arial"/>
                      </a:endParaRPr>
                    </a:p>
                  </a:txBody>
                  <a:tcPr marT="40050" marB="40050" marR="102700" marL="10270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1080"/>
                        <a:buFont typeface="Noto Sans Symbols"/>
                        <a:buNone/>
                      </a:pPr>
                      <a:r>
                        <a:rPr b="1" i="0" lang="en-US" sz="1800" u="none" cap="none" strike="noStrike">
                          <a:solidFill>
                            <a:schemeClr val="dk1"/>
                          </a:solidFill>
                          <a:latin typeface="Arial"/>
                          <a:ea typeface="Arial"/>
                          <a:cs typeface="Arial"/>
                          <a:sym typeface="Arial"/>
                        </a:rPr>
                        <a:t>Course Version</a:t>
                      </a:r>
                      <a:endParaRPr/>
                    </a:p>
                  </a:txBody>
                  <a:tcPr marT="40050" marB="40050" marR="102700" marL="102700" anchor="ctr" anchorCtr="1">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04825">
                <a:tc>
                  <a:txBody>
                    <a:bodyPr/>
                    <a:lstStyle/>
                    <a:p>
                      <a:pPr indent="0" lvl="0" marL="0" marR="0" rtl="0" algn="ctr">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graphicFrame>
        <p:nvGraphicFramePr>
          <p:cNvPr id="169" name="Google Shape;169;p62"/>
          <p:cNvGraphicFramePr/>
          <p:nvPr/>
        </p:nvGraphicFramePr>
        <p:xfrm>
          <a:off x="1007533" y="2529867"/>
          <a:ext cx="3000000" cy="3000000"/>
        </p:xfrm>
        <a:graphic>
          <a:graphicData uri="http://schemas.openxmlformats.org/drawingml/2006/table">
            <a:tbl>
              <a:tblPr>
                <a:noFill/>
                <a:tableStyleId>{5683CEA1-CC7D-4826-9F46-8C253FBE93F4}</a:tableStyleId>
              </a:tblPr>
              <a:tblGrid>
                <a:gridCol w="3085800"/>
                <a:gridCol w="2155925"/>
                <a:gridCol w="2912125"/>
                <a:gridCol w="2310950"/>
              </a:tblGrid>
              <a:tr h="577850">
                <a:tc>
                  <a:txBody>
                    <a:bodyPr/>
                    <a:lstStyle/>
                    <a:p>
                      <a:pPr indent="0" lvl="0" marL="0" marR="0" rtl="0" algn="l">
                        <a:lnSpc>
                          <a:spcPct val="140000"/>
                        </a:lnSpc>
                        <a:spcBef>
                          <a:spcPts val="0"/>
                        </a:spcBef>
                        <a:spcAft>
                          <a:spcPts val="0"/>
                        </a:spcAft>
                        <a:buClr>
                          <a:srgbClr val="808080"/>
                        </a:buClr>
                        <a:buSzPts val="960"/>
                        <a:buFont typeface="Noto Sans Symbols"/>
                        <a:buNone/>
                      </a:pPr>
                      <a:r>
                        <a:rPr b="1" i="0" lang="en-US" sz="1600" u="none" cap="none" strike="noStrike">
                          <a:solidFill>
                            <a:schemeClr val="dk1"/>
                          </a:solidFill>
                          <a:latin typeface="Arial"/>
                          <a:ea typeface="Arial"/>
                          <a:cs typeface="Arial"/>
                          <a:sym typeface="Arial"/>
                        </a:rPr>
                        <a:t>Author/ID</a:t>
                      </a:r>
                      <a:endParaRPr b="1" i="0" sz="1600" u="none" cap="none" strike="noStrike">
                        <a:solidFill>
                          <a:schemeClr val="dk1"/>
                        </a:solidFill>
                        <a:latin typeface="Arial"/>
                        <a:ea typeface="Arial"/>
                        <a:cs typeface="Arial"/>
                        <a:sym typeface="Arial"/>
                      </a:endParaRPr>
                    </a:p>
                  </a:txBody>
                  <a:tcPr marT="40050" marB="40050" marR="102700" marL="102700" anchor="ctr" anchorCtr="1">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rPr b="1" i="0" lang="en-US" sz="1600" u="none" cap="none" strike="noStrike">
                          <a:solidFill>
                            <a:schemeClr val="dk1"/>
                          </a:solidFill>
                          <a:latin typeface="Arial"/>
                          <a:ea typeface="Arial"/>
                          <a:cs typeface="Arial"/>
                          <a:sym typeface="Arial"/>
                        </a:rPr>
                        <a:t>Date</a:t>
                      </a:r>
                      <a:endParaRPr b="1" i="0" sz="1600" u="none" cap="none" strike="noStrike">
                        <a:solidFill>
                          <a:schemeClr val="dk1"/>
                        </a:solidFill>
                        <a:latin typeface="Arial"/>
                        <a:ea typeface="Arial"/>
                        <a:cs typeface="Arial"/>
                        <a:sym typeface="Arial"/>
                      </a:endParaRPr>
                    </a:p>
                  </a:txBody>
                  <a:tcPr marT="40050" marB="40050" marR="102700" marL="10270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rPr b="1" i="0" lang="en-US" sz="1600" u="none" cap="none" strike="noStrike">
                          <a:solidFill>
                            <a:schemeClr val="dk1"/>
                          </a:solidFill>
                          <a:latin typeface="Arial"/>
                          <a:ea typeface="Arial"/>
                          <a:cs typeface="Arial"/>
                          <a:sym typeface="Arial"/>
                        </a:rPr>
                        <a:t>Reviewer/ID</a:t>
                      </a:r>
                      <a:endParaRPr b="1" i="0" sz="1600" u="none" cap="none" strike="noStrike">
                        <a:solidFill>
                          <a:schemeClr val="dk1"/>
                        </a:solidFill>
                        <a:latin typeface="Arial"/>
                        <a:ea typeface="Arial"/>
                        <a:cs typeface="Arial"/>
                        <a:sym typeface="Arial"/>
                      </a:endParaRPr>
                    </a:p>
                  </a:txBody>
                  <a:tcPr marT="40050" marB="40050" marR="102700" marL="102700" anchor="ctr" anchorCtr="1">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rPr b="1" i="0" lang="en-US" sz="1600" u="none" cap="none" strike="noStrike">
                          <a:solidFill>
                            <a:schemeClr val="dk1"/>
                          </a:solidFill>
                          <a:latin typeface="Arial"/>
                          <a:ea typeface="Arial"/>
                          <a:cs typeface="Arial"/>
                          <a:sym typeface="Arial"/>
                        </a:rPr>
                        <a:t>New/ Update</a:t>
                      </a:r>
                      <a:endParaRPr b="1" i="0" sz="1600" u="none" cap="none" strike="noStrike">
                        <a:solidFill>
                          <a:schemeClr val="dk1"/>
                        </a:solidFill>
                        <a:latin typeface="Arial"/>
                        <a:ea typeface="Arial"/>
                        <a:cs typeface="Arial"/>
                        <a:sym typeface="Arial"/>
                      </a:endParaRPr>
                    </a:p>
                  </a:txBody>
                  <a:tcPr marT="40050" marB="40050" marR="102700" marL="102700" anchor="ctr" anchorCtr="1">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04825">
                <a:tc>
                  <a:txBody>
                    <a:bodyPr/>
                    <a:lstStyle/>
                    <a:p>
                      <a:pPr indent="0" lvl="0" marL="0" marR="0" rtl="0" algn="ctr">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88950">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88950">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88950">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88950">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88950">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08080"/>
                        </a:buClr>
                        <a:buSzPts val="960"/>
                        <a:buFont typeface="Noto Sans Symbols"/>
                        <a:buNone/>
                      </a:pPr>
                      <a:r>
                        <a:t/>
                      </a:r>
                      <a:endParaRPr b="0" i="0" sz="1600" u="none" cap="none" strike="noStrike">
                        <a:solidFill>
                          <a:schemeClr val="dk1"/>
                        </a:solidFill>
                        <a:latin typeface="Arial"/>
                        <a:ea typeface="Arial"/>
                        <a:cs typeface="Arial"/>
                        <a:sym typeface="Arial"/>
                      </a:endParaRPr>
                    </a:p>
                  </a:txBody>
                  <a:tcPr marT="39125" marB="39125" marR="104350" marL="1043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170" name="Google Shape;170;p62"/>
          <p:cNvSpPr txBox="1"/>
          <p:nvPr>
            <p:ph idx="1" type="body"/>
          </p:nvPr>
        </p:nvSpPr>
        <p:spPr>
          <a:xfrm>
            <a:off x="1007535" y="1803960"/>
            <a:ext cx="3024237" cy="504887"/>
          </a:xfrm>
          <a:prstGeom prst="rect">
            <a:avLst/>
          </a:prstGeom>
          <a:noFill/>
          <a:ln>
            <a:noFill/>
          </a:ln>
        </p:spPr>
        <p:txBody>
          <a:bodyPr anchorCtr="0" anchor="ctr" bIns="40050" lIns="80125" spcFirstLastPara="1" rIns="80125" wrap="square" tIns="40050">
            <a:noAutofit/>
          </a:bodyPr>
          <a:lstStyle>
            <a:lvl1pPr indent="-228600" lvl="0" marL="457200" marR="0" algn="ctr">
              <a:lnSpc>
                <a:spcPct val="100000"/>
              </a:lnSpc>
              <a:spcBef>
                <a:spcPts val="480"/>
              </a:spcBef>
              <a:spcAft>
                <a:spcPts val="0"/>
              </a:spcAft>
              <a:buClr>
                <a:srgbClr val="808080"/>
              </a:buClr>
              <a:buSzPts val="960"/>
              <a:buFont typeface="Noto Sans Symbols"/>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1" name="Google Shape;171;p62"/>
          <p:cNvSpPr txBox="1"/>
          <p:nvPr>
            <p:ph idx="2" type="body"/>
          </p:nvPr>
        </p:nvSpPr>
        <p:spPr>
          <a:xfrm>
            <a:off x="4079776" y="1803960"/>
            <a:ext cx="2110008" cy="504887"/>
          </a:xfrm>
          <a:prstGeom prst="rect">
            <a:avLst/>
          </a:prstGeom>
          <a:noFill/>
          <a:ln>
            <a:noFill/>
          </a:ln>
        </p:spPr>
        <p:txBody>
          <a:bodyPr anchorCtr="0" anchor="ctr" bIns="40050" lIns="80125" spcFirstLastPara="1" rIns="80125" wrap="square" tIns="40050">
            <a:noAutofit/>
          </a:bodyPr>
          <a:lstStyle>
            <a:lvl1pPr indent="-228600" lvl="0" marL="457200" marR="0" algn="ctr">
              <a:lnSpc>
                <a:spcPct val="100000"/>
              </a:lnSpc>
              <a:spcBef>
                <a:spcPts val="480"/>
              </a:spcBef>
              <a:spcAft>
                <a:spcPts val="0"/>
              </a:spcAft>
              <a:buClr>
                <a:srgbClr val="808080"/>
              </a:buClr>
              <a:buSzPts val="960"/>
              <a:buFont typeface="Noto Sans Symbols"/>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2" name="Google Shape;172;p62"/>
          <p:cNvSpPr txBox="1"/>
          <p:nvPr>
            <p:ph idx="3" type="body"/>
          </p:nvPr>
        </p:nvSpPr>
        <p:spPr>
          <a:xfrm>
            <a:off x="6239934" y="1803960"/>
            <a:ext cx="2844398" cy="504887"/>
          </a:xfrm>
          <a:prstGeom prst="rect">
            <a:avLst/>
          </a:prstGeom>
          <a:noFill/>
          <a:ln>
            <a:noFill/>
          </a:ln>
        </p:spPr>
        <p:txBody>
          <a:bodyPr anchorCtr="0" anchor="ctr" bIns="40050" lIns="80125" spcFirstLastPara="1" rIns="80125" wrap="square" tIns="40050">
            <a:noAutofit/>
          </a:bodyPr>
          <a:lstStyle>
            <a:lvl1pPr indent="-228600" lvl="0" marL="457200" marR="0" algn="ctr">
              <a:lnSpc>
                <a:spcPct val="100000"/>
              </a:lnSpc>
              <a:spcBef>
                <a:spcPts val="480"/>
              </a:spcBef>
              <a:spcAft>
                <a:spcPts val="0"/>
              </a:spcAft>
              <a:buClr>
                <a:srgbClr val="808080"/>
              </a:buClr>
              <a:buSzPts val="960"/>
              <a:buFont typeface="Noto Sans Symbols"/>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3" name="Google Shape;173;p62"/>
          <p:cNvSpPr txBox="1"/>
          <p:nvPr>
            <p:ph idx="4" type="body"/>
          </p:nvPr>
        </p:nvSpPr>
        <p:spPr>
          <a:xfrm>
            <a:off x="9084332" y="1803960"/>
            <a:ext cx="2388001" cy="504887"/>
          </a:xfrm>
          <a:prstGeom prst="rect">
            <a:avLst/>
          </a:prstGeom>
          <a:noFill/>
          <a:ln>
            <a:noFill/>
          </a:ln>
        </p:spPr>
        <p:txBody>
          <a:bodyPr anchorCtr="0" anchor="ctr" bIns="40050" lIns="80125" spcFirstLastPara="1" rIns="80125" wrap="square" tIns="40050">
            <a:noAutofit/>
          </a:bodyPr>
          <a:lstStyle>
            <a:lvl1pPr indent="-228600" lvl="0" marL="457200" marR="0" algn="ctr">
              <a:lnSpc>
                <a:spcPct val="100000"/>
              </a:lnSpc>
              <a:spcBef>
                <a:spcPts val="480"/>
              </a:spcBef>
              <a:spcAft>
                <a:spcPts val="0"/>
              </a:spcAft>
              <a:buClr>
                <a:srgbClr val="808080"/>
              </a:buClr>
              <a:buSzPts val="960"/>
              <a:buFont typeface="Noto Sans Symbols"/>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4" name="Google Shape;174;p62"/>
          <p:cNvSpPr txBox="1"/>
          <p:nvPr>
            <p:ph idx="5" type="body"/>
          </p:nvPr>
        </p:nvSpPr>
        <p:spPr>
          <a:xfrm>
            <a:off x="1007533" y="3089025"/>
            <a:ext cx="3071784" cy="504887"/>
          </a:xfrm>
          <a:prstGeom prst="rect">
            <a:avLst/>
          </a:prstGeom>
          <a:noFill/>
          <a:ln>
            <a:noFill/>
          </a:ln>
        </p:spPr>
        <p:txBody>
          <a:bodyPr anchorCtr="0" anchor="ctr" bIns="40050" lIns="80125" spcFirstLastPara="1" rIns="80125" wrap="square" tIns="40050">
            <a:noAutofit/>
          </a:bodyPr>
          <a:lstStyle>
            <a:lvl1pPr indent="-228600" lvl="0" marL="457200" marR="0" algn="ctr">
              <a:lnSpc>
                <a:spcPct val="100000"/>
              </a:lnSpc>
              <a:spcBef>
                <a:spcPts val="480"/>
              </a:spcBef>
              <a:spcAft>
                <a:spcPts val="0"/>
              </a:spcAft>
              <a:buClr>
                <a:srgbClr val="808080"/>
              </a:buClr>
              <a:buSzPts val="960"/>
              <a:buFont typeface="Noto Sans Symbols"/>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5" name="Google Shape;175;p62"/>
          <p:cNvSpPr txBox="1"/>
          <p:nvPr>
            <p:ph idx="6" type="body"/>
          </p:nvPr>
        </p:nvSpPr>
        <p:spPr>
          <a:xfrm>
            <a:off x="4079776" y="3089025"/>
            <a:ext cx="2160157" cy="504887"/>
          </a:xfrm>
          <a:prstGeom prst="rect">
            <a:avLst/>
          </a:prstGeom>
          <a:noFill/>
          <a:ln>
            <a:noFill/>
          </a:ln>
        </p:spPr>
        <p:txBody>
          <a:bodyPr anchorCtr="0" anchor="ctr" bIns="40050" lIns="80125" spcFirstLastPara="1" rIns="80125" wrap="square" tIns="40050">
            <a:noAutofit/>
          </a:bodyPr>
          <a:lstStyle>
            <a:lvl1pPr indent="-228600" lvl="0" marL="457200" algn="ctr">
              <a:lnSpc>
                <a:spcPct val="100000"/>
              </a:lnSpc>
              <a:spcBef>
                <a:spcPts val="792"/>
              </a:spcBef>
              <a:spcAft>
                <a:spcPts val="0"/>
              </a:spcAft>
              <a:buClr>
                <a:schemeClr val="dk1"/>
              </a:buClr>
              <a:buSzPts val="800"/>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6" name="Google Shape;176;p62"/>
          <p:cNvSpPr txBox="1"/>
          <p:nvPr>
            <p:ph idx="7" type="body"/>
          </p:nvPr>
        </p:nvSpPr>
        <p:spPr>
          <a:xfrm>
            <a:off x="6239933" y="3089025"/>
            <a:ext cx="2928408" cy="504887"/>
          </a:xfrm>
          <a:prstGeom prst="rect">
            <a:avLst/>
          </a:prstGeom>
          <a:noFill/>
          <a:ln>
            <a:noFill/>
          </a:ln>
        </p:spPr>
        <p:txBody>
          <a:bodyPr anchorCtr="0" anchor="ctr" bIns="40050" lIns="80125" spcFirstLastPara="1" rIns="80125" wrap="square" tIns="40050">
            <a:noAutofit/>
          </a:bodyPr>
          <a:lstStyle>
            <a:lvl1pPr indent="-228600" lvl="0" marL="457200" marR="0" algn="ctr">
              <a:lnSpc>
                <a:spcPct val="100000"/>
              </a:lnSpc>
              <a:spcBef>
                <a:spcPts val="480"/>
              </a:spcBef>
              <a:spcAft>
                <a:spcPts val="0"/>
              </a:spcAft>
              <a:buClr>
                <a:srgbClr val="808080"/>
              </a:buClr>
              <a:buSzPts val="960"/>
              <a:buFont typeface="Noto Sans Symbols"/>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7" name="Google Shape;177;p62"/>
          <p:cNvSpPr txBox="1"/>
          <p:nvPr>
            <p:ph idx="8" type="body"/>
          </p:nvPr>
        </p:nvSpPr>
        <p:spPr>
          <a:xfrm>
            <a:off x="9168341" y="3089025"/>
            <a:ext cx="2303992" cy="504887"/>
          </a:xfrm>
          <a:prstGeom prst="rect">
            <a:avLst/>
          </a:prstGeom>
          <a:noFill/>
          <a:ln>
            <a:noFill/>
          </a:ln>
        </p:spPr>
        <p:txBody>
          <a:bodyPr anchorCtr="0" anchor="ctr" bIns="40050" lIns="80125" spcFirstLastPara="1" rIns="80125" wrap="square" tIns="40050">
            <a:noAutofit/>
          </a:bodyPr>
          <a:lstStyle>
            <a:lvl1pPr indent="-228600" lvl="0" marL="457200" algn="ctr">
              <a:lnSpc>
                <a:spcPct val="100000"/>
              </a:lnSpc>
              <a:spcBef>
                <a:spcPts val="792"/>
              </a:spcBef>
              <a:spcAft>
                <a:spcPts val="0"/>
              </a:spcAft>
              <a:buClr>
                <a:schemeClr val="dk1"/>
              </a:buClr>
              <a:buSzPts val="800"/>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8" name="Google Shape;178;p62"/>
          <p:cNvSpPr txBox="1"/>
          <p:nvPr>
            <p:ph idx="9" type="body"/>
          </p:nvPr>
        </p:nvSpPr>
        <p:spPr>
          <a:xfrm>
            <a:off x="1019436" y="3608189"/>
            <a:ext cx="3071784" cy="504887"/>
          </a:xfrm>
          <a:prstGeom prst="rect">
            <a:avLst/>
          </a:prstGeom>
          <a:noFill/>
          <a:ln>
            <a:noFill/>
          </a:ln>
        </p:spPr>
        <p:txBody>
          <a:bodyPr anchorCtr="0" anchor="ctr" bIns="40050" lIns="80125" spcFirstLastPara="1" rIns="80125" wrap="square" tIns="40050">
            <a:noAutofit/>
          </a:bodyPr>
          <a:lstStyle>
            <a:lvl1pPr indent="-228600" lvl="0" marL="457200" marR="0" algn="ctr">
              <a:lnSpc>
                <a:spcPct val="100000"/>
              </a:lnSpc>
              <a:spcBef>
                <a:spcPts val="480"/>
              </a:spcBef>
              <a:spcAft>
                <a:spcPts val="0"/>
              </a:spcAft>
              <a:buClr>
                <a:srgbClr val="808080"/>
              </a:buClr>
              <a:buSzPts val="960"/>
              <a:buFont typeface="Noto Sans Symbols"/>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9" name="Google Shape;179;p62"/>
          <p:cNvSpPr txBox="1"/>
          <p:nvPr>
            <p:ph idx="13" type="body"/>
          </p:nvPr>
        </p:nvSpPr>
        <p:spPr>
          <a:xfrm>
            <a:off x="4091679" y="3608189"/>
            <a:ext cx="2160157" cy="504887"/>
          </a:xfrm>
          <a:prstGeom prst="rect">
            <a:avLst/>
          </a:prstGeom>
          <a:noFill/>
          <a:ln>
            <a:noFill/>
          </a:ln>
        </p:spPr>
        <p:txBody>
          <a:bodyPr anchorCtr="0" anchor="ctr" bIns="40050" lIns="80125" spcFirstLastPara="1" rIns="80125" wrap="square" tIns="40050">
            <a:noAutofit/>
          </a:bodyPr>
          <a:lstStyle>
            <a:lvl1pPr indent="-228600" lvl="0" marL="457200" algn="ctr">
              <a:lnSpc>
                <a:spcPct val="100000"/>
              </a:lnSpc>
              <a:spcBef>
                <a:spcPts val="792"/>
              </a:spcBef>
              <a:spcAft>
                <a:spcPts val="0"/>
              </a:spcAft>
              <a:buClr>
                <a:schemeClr val="dk1"/>
              </a:buClr>
              <a:buSzPts val="800"/>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0" name="Google Shape;180;p62"/>
          <p:cNvSpPr txBox="1"/>
          <p:nvPr>
            <p:ph idx="14" type="body"/>
          </p:nvPr>
        </p:nvSpPr>
        <p:spPr>
          <a:xfrm>
            <a:off x="6251836" y="3608189"/>
            <a:ext cx="2928408" cy="504887"/>
          </a:xfrm>
          <a:prstGeom prst="rect">
            <a:avLst/>
          </a:prstGeom>
          <a:noFill/>
          <a:ln>
            <a:noFill/>
          </a:ln>
        </p:spPr>
        <p:txBody>
          <a:bodyPr anchorCtr="0" anchor="ctr" bIns="40050" lIns="80125" spcFirstLastPara="1" rIns="80125" wrap="square" tIns="40050">
            <a:noAutofit/>
          </a:bodyPr>
          <a:lstStyle>
            <a:lvl1pPr indent="-228600" lvl="0" marL="457200" marR="0" algn="ctr">
              <a:lnSpc>
                <a:spcPct val="100000"/>
              </a:lnSpc>
              <a:spcBef>
                <a:spcPts val="480"/>
              </a:spcBef>
              <a:spcAft>
                <a:spcPts val="0"/>
              </a:spcAft>
              <a:buClr>
                <a:srgbClr val="808080"/>
              </a:buClr>
              <a:buSzPts val="960"/>
              <a:buFont typeface="Noto Sans Symbols"/>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1" name="Google Shape;181;p62"/>
          <p:cNvSpPr txBox="1"/>
          <p:nvPr>
            <p:ph idx="15" type="body"/>
          </p:nvPr>
        </p:nvSpPr>
        <p:spPr>
          <a:xfrm>
            <a:off x="9180244" y="3608189"/>
            <a:ext cx="2303992" cy="504887"/>
          </a:xfrm>
          <a:prstGeom prst="rect">
            <a:avLst/>
          </a:prstGeom>
          <a:noFill/>
          <a:ln>
            <a:noFill/>
          </a:ln>
        </p:spPr>
        <p:txBody>
          <a:bodyPr anchorCtr="0" anchor="ctr" bIns="40050" lIns="80125" spcFirstLastPara="1" rIns="80125" wrap="square" tIns="40050">
            <a:noAutofit/>
          </a:bodyPr>
          <a:lstStyle>
            <a:lvl1pPr indent="-228600" lvl="0" marL="457200" algn="ctr">
              <a:lnSpc>
                <a:spcPct val="100000"/>
              </a:lnSpc>
              <a:spcBef>
                <a:spcPts val="792"/>
              </a:spcBef>
              <a:spcAft>
                <a:spcPts val="0"/>
              </a:spcAft>
              <a:buClr>
                <a:schemeClr val="dk1"/>
              </a:buClr>
              <a:buSzPts val="800"/>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2" name="Google Shape;182;p62"/>
          <p:cNvSpPr txBox="1"/>
          <p:nvPr>
            <p:ph idx="16" type="body"/>
          </p:nvPr>
        </p:nvSpPr>
        <p:spPr>
          <a:xfrm>
            <a:off x="995796" y="4077072"/>
            <a:ext cx="3071784" cy="504887"/>
          </a:xfrm>
          <a:prstGeom prst="rect">
            <a:avLst/>
          </a:prstGeom>
          <a:noFill/>
          <a:ln>
            <a:noFill/>
          </a:ln>
        </p:spPr>
        <p:txBody>
          <a:bodyPr anchorCtr="0" anchor="ctr" bIns="40050" lIns="80125" spcFirstLastPara="1" rIns="80125" wrap="square" tIns="40050">
            <a:noAutofit/>
          </a:bodyPr>
          <a:lstStyle>
            <a:lvl1pPr indent="-228600" lvl="0" marL="457200" marR="0" algn="ctr">
              <a:lnSpc>
                <a:spcPct val="100000"/>
              </a:lnSpc>
              <a:spcBef>
                <a:spcPts val="480"/>
              </a:spcBef>
              <a:spcAft>
                <a:spcPts val="0"/>
              </a:spcAft>
              <a:buClr>
                <a:srgbClr val="808080"/>
              </a:buClr>
              <a:buSzPts val="960"/>
              <a:buFont typeface="Noto Sans Symbols"/>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3" name="Google Shape;183;p62"/>
          <p:cNvSpPr txBox="1"/>
          <p:nvPr>
            <p:ph idx="17" type="body"/>
          </p:nvPr>
        </p:nvSpPr>
        <p:spPr>
          <a:xfrm>
            <a:off x="4068039" y="4077072"/>
            <a:ext cx="2160157" cy="504887"/>
          </a:xfrm>
          <a:prstGeom prst="rect">
            <a:avLst/>
          </a:prstGeom>
          <a:noFill/>
          <a:ln>
            <a:noFill/>
          </a:ln>
        </p:spPr>
        <p:txBody>
          <a:bodyPr anchorCtr="0" anchor="ctr" bIns="40050" lIns="80125" spcFirstLastPara="1" rIns="80125" wrap="square" tIns="40050">
            <a:noAutofit/>
          </a:bodyPr>
          <a:lstStyle>
            <a:lvl1pPr indent="-228600" lvl="0" marL="457200" algn="ctr">
              <a:lnSpc>
                <a:spcPct val="100000"/>
              </a:lnSpc>
              <a:spcBef>
                <a:spcPts val="792"/>
              </a:spcBef>
              <a:spcAft>
                <a:spcPts val="0"/>
              </a:spcAft>
              <a:buClr>
                <a:schemeClr val="dk1"/>
              </a:buClr>
              <a:buSzPts val="800"/>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4" name="Google Shape;184;p62"/>
          <p:cNvSpPr txBox="1"/>
          <p:nvPr>
            <p:ph idx="18" type="body"/>
          </p:nvPr>
        </p:nvSpPr>
        <p:spPr>
          <a:xfrm>
            <a:off x="6228196" y="4077072"/>
            <a:ext cx="2928408" cy="504887"/>
          </a:xfrm>
          <a:prstGeom prst="rect">
            <a:avLst/>
          </a:prstGeom>
          <a:noFill/>
          <a:ln>
            <a:noFill/>
          </a:ln>
        </p:spPr>
        <p:txBody>
          <a:bodyPr anchorCtr="0" anchor="ctr" bIns="40050" lIns="80125" spcFirstLastPara="1" rIns="80125" wrap="square" tIns="40050">
            <a:noAutofit/>
          </a:bodyPr>
          <a:lstStyle>
            <a:lvl1pPr indent="-228600" lvl="0" marL="457200" marR="0" algn="ctr">
              <a:lnSpc>
                <a:spcPct val="100000"/>
              </a:lnSpc>
              <a:spcBef>
                <a:spcPts val="480"/>
              </a:spcBef>
              <a:spcAft>
                <a:spcPts val="0"/>
              </a:spcAft>
              <a:buClr>
                <a:srgbClr val="808080"/>
              </a:buClr>
              <a:buSzPts val="960"/>
              <a:buFont typeface="Noto Sans Symbols"/>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5" name="Google Shape;185;p62"/>
          <p:cNvSpPr txBox="1"/>
          <p:nvPr>
            <p:ph idx="19" type="body"/>
          </p:nvPr>
        </p:nvSpPr>
        <p:spPr>
          <a:xfrm>
            <a:off x="9156604" y="4077072"/>
            <a:ext cx="2303992" cy="504887"/>
          </a:xfrm>
          <a:prstGeom prst="rect">
            <a:avLst/>
          </a:prstGeom>
          <a:noFill/>
          <a:ln>
            <a:noFill/>
          </a:ln>
        </p:spPr>
        <p:txBody>
          <a:bodyPr anchorCtr="0" anchor="ctr" bIns="40050" lIns="80125" spcFirstLastPara="1" rIns="80125" wrap="square" tIns="40050">
            <a:noAutofit/>
          </a:bodyPr>
          <a:lstStyle>
            <a:lvl1pPr indent="-228600" lvl="0" marL="457200" algn="ctr">
              <a:lnSpc>
                <a:spcPct val="100000"/>
              </a:lnSpc>
              <a:spcBef>
                <a:spcPts val="792"/>
              </a:spcBef>
              <a:spcAft>
                <a:spcPts val="0"/>
              </a:spcAft>
              <a:buClr>
                <a:schemeClr val="dk1"/>
              </a:buClr>
              <a:buSzPts val="800"/>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6" name="Google Shape;186;p62"/>
          <p:cNvSpPr txBox="1"/>
          <p:nvPr>
            <p:ph idx="20" type="body"/>
          </p:nvPr>
        </p:nvSpPr>
        <p:spPr>
          <a:xfrm>
            <a:off x="1019436" y="4581128"/>
            <a:ext cx="3071784" cy="504887"/>
          </a:xfrm>
          <a:prstGeom prst="rect">
            <a:avLst/>
          </a:prstGeom>
          <a:noFill/>
          <a:ln>
            <a:noFill/>
          </a:ln>
        </p:spPr>
        <p:txBody>
          <a:bodyPr anchorCtr="0" anchor="ctr" bIns="40050" lIns="80125" spcFirstLastPara="1" rIns="80125" wrap="square" tIns="40050">
            <a:noAutofit/>
          </a:bodyPr>
          <a:lstStyle>
            <a:lvl1pPr indent="-228600" lvl="0" marL="457200" marR="0" algn="ctr">
              <a:lnSpc>
                <a:spcPct val="100000"/>
              </a:lnSpc>
              <a:spcBef>
                <a:spcPts val="480"/>
              </a:spcBef>
              <a:spcAft>
                <a:spcPts val="0"/>
              </a:spcAft>
              <a:buClr>
                <a:srgbClr val="808080"/>
              </a:buClr>
              <a:buSzPts val="960"/>
              <a:buFont typeface="Noto Sans Symbols"/>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7" name="Google Shape;187;p62"/>
          <p:cNvSpPr txBox="1"/>
          <p:nvPr>
            <p:ph idx="21" type="body"/>
          </p:nvPr>
        </p:nvSpPr>
        <p:spPr>
          <a:xfrm>
            <a:off x="4091679" y="4581128"/>
            <a:ext cx="2160157" cy="504887"/>
          </a:xfrm>
          <a:prstGeom prst="rect">
            <a:avLst/>
          </a:prstGeom>
          <a:noFill/>
          <a:ln>
            <a:noFill/>
          </a:ln>
        </p:spPr>
        <p:txBody>
          <a:bodyPr anchorCtr="0" anchor="ctr" bIns="40050" lIns="80125" spcFirstLastPara="1" rIns="80125" wrap="square" tIns="40050">
            <a:noAutofit/>
          </a:bodyPr>
          <a:lstStyle>
            <a:lvl1pPr indent="-228600" lvl="0" marL="457200" algn="ctr">
              <a:lnSpc>
                <a:spcPct val="100000"/>
              </a:lnSpc>
              <a:spcBef>
                <a:spcPts val="792"/>
              </a:spcBef>
              <a:spcAft>
                <a:spcPts val="0"/>
              </a:spcAft>
              <a:buClr>
                <a:schemeClr val="dk1"/>
              </a:buClr>
              <a:buSzPts val="800"/>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8" name="Google Shape;188;p62"/>
          <p:cNvSpPr txBox="1"/>
          <p:nvPr>
            <p:ph idx="22" type="body"/>
          </p:nvPr>
        </p:nvSpPr>
        <p:spPr>
          <a:xfrm>
            <a:off x="6251836" y="4581128"/>
            <a:ext cx="2928408" cy="504887"/>
          </a:xfrm>
          <a:prstGeom prst="rect">
            <a:avLst/>
          </a:prstGeom>
          <a:noFill/>
          <a:ln>
            <a:noFill/>
          </a:ln>
        </p:spPr>
        <p:txBody>
          <a:bodyPr anchorCtr="0" anchor="ctr" bIns="40050" lIns="80125" spcFirstLastPara="1" rIns="80125" wrap="square" tIns="40050">
            <a:noAutofit/>
          </a:bodyPr>
          <a:lstStyle>
            <a:lvl1pPr indent="-228600" lvl="0" marL="457200" marR="0" algn="ctr">
              <a:lnSpc>
                <a:spcPct val="100000"/>
              </a:lnSpc>
              <a:spcBef>
                <a:spcPts val="480"/>
              </a:spcBef>
              <a:spcAft>
                <a:spcPts val="0"/>
              </a:spcAft>
              <a:buClr>
                <a:srgbClr val="808080"/>
              </a:buClr>
              <a:buSzPts val="960"/>
              <a:buFont typeface="Noto Sans Symbols"/>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9" name="Google Shape;189;p62"/>
          <p:cNvSpPr txBox="1"/>
          <p:nvPr>
            <p:ph idx="23" type="body"/>
          </p:nvPr>
        </p:nvSpPr>
        <p:spPr>
          <a:xfrm>
            <a:off x="9180244" y="4581128"/>
            <a:ext cx="2303992" cy="504887"/>
          </a:xfrm>
          <a:prstGeom prst="rect">
            <a:avLst/>
          </a:prstGeom>
          <a:noFill/>
          <a:ln>
            <a:noFill/>
          </a:ln>
        </p:spPr>
        <p:txBody>
          <a:bodyPr anchorCtr="0" anchor="ctr" bIns="40050" lIns="80125" spcFirstLastPara="1" rIns="80125" wrap="square" tIns="40050">
            <a:noAutofit/>
          </a:bodyPr>
          <a:lstStyle>
            <a:lvl1pPr indent="-228600" lvl="0" marL="457200" algn="ctr">
              <a:lnSpc>
                <a:spcPct val="100000"/>
              </a:lnSpc>
              <a:spcBef>
                <a:spcPts val="792"/>
              </a:spcBef>
              <a:spcAft>
                <a:spcPts val="0"/>
              </a:spcAft>
              <a:buClr>
                <a:schemeClr val="dk1"/>
              </a:buClr>
              <a:buSzPts val="800"/>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0" name="Google Shape;190;p62"/>
          <p:cNvSpPr txBox="1"/>
          <p:nvPr>
            <p:ph idx="24" type="body"/>
          </p:nvPr>
        </p:nvSpPr>
        <p:spPr>
          <a:xfrm>
            <a:off x="995796" y="5049180"/>
            <a:ext cx="3071784" cy="504887"/>
          </a:xfrm>
          <a:prstGeom prst="rect">
            <a:avLst/>
          </a:prstGeom>
          <a:noFill/>
          <a:ln>
            <a:noFill/>
          </a:ln>
        </p:spPr>
        <p:txBody>
          <a:bodyPr anchorCtr="0" anchor="ctr" bIns="40050" lIns="80125" spcFirstLastPara="1" rIns="80125" wrap="square" tIns="40050">
            <a:noAutofit/>
          </a:bodyPr>
          <a:lstStyle>
            <a:lvl1pPr indent="-228600" lvl="0" marL="457200" marR="0" algn="ctr">
              <a:lnSpc>
                <a:spcPct val="100000"/>
              </a:lnSpc>
              <a:spcBef>
                <a:spcPts val="480"/>
              </a:spcBef>
              <a:spcAft>
                <a:spcPts val="0"/>
              </a:spcAft>
              <a:buClr>
                <a:srgbClr val="808080"/>
              </a:buClr>
              <a:buSzPts val="960"/>
              <a:buFont typeface="Noto Sans Symbols"/>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1" name="Google Shape;191;p62"/>
          <p:cNvSpPr txBox="1"/>
          <p:nvPr>
            <p:ph idx="25" type="body"/>
          </p:nvPr>
        </p:nvSpPr>
        <p:spPr>
          <a:xfrm>
            <a:off x="4068039" y="5049180"/>
            <a:ext cx="2160157" cy="504887"/>
          </a:xfrm>
          <a:prstGeom prst="rect">
            <a:avLst/>
          </a:prstGeom>
          <a:noFill/>
          <a:ln>
            <a:noFill/>
          </a:ln>
        </p:spPr>
        <p:txBody>
          <a:bodyPr anchorCtr="0" anchor="ctr" bIns="40050" lIns="80125" spcFirstLastPara="1" rIns="80125" wrap="square" tIns="40050">
            <a:noAutofit/>
          </a:bodyPr>
          <a:lstStyle>
            <a:lvl1pPr indent="-228600" lvl="0" marL="457200" algn="ctr">
              <a:lnSpc>
                <a:spcPct val="100000"/>
              </a:lnSpc>
              <a:spcBef>
                <a:spcPts val="792"/>
              </a:spcBef>
              <a:spcAft>
                <a:spcPts val="0"/>
              </a:spcAft>
              <a:buClr>
                <a:schemeClr val="dk1"/>
              </a:buClr>
              <a:buSzPts val="800"/>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2" name="Google Shape;192;p62"/>
          <p:cNvSpPr txBox="1"/>
          <p:nvPr>
            <p:ph idx="26" type="body"/>
          </p:nvPr>
        </p:nvSpPr>
        <p:spPr>
          <a:xfrm>
            <a:off x="6228196" y="5049180"/>
            <a:ext cx="2928408" cy="504887"/>
          </a:xfrm>
          <a:prstGeom prst="rect">
            <a:avLst/>
          </a:prstGeom>
          <a:noFill/>
          <a:ln>
            <a:noFill/>
          </a:ln>
        </p:spPr>
        <p:txBody>
          <a:bodyPr anchorCtr="0" anchor="ctr" bIns="40050" lIns="80125" spcFirstLastPara="1" rIns="80125" wrap="square" tIns="40050">
            <a:noAutofit/>
          </a:bodyPr>
          <a:lstStyle>
            <a:lvl1pPr indent="-228600" lvl="0" marL="457200" marR="0" algn="ctr">
              <a:lnSpc>
                <a:spcPct val="100000"/>
              </a:lnSpc>
              <a:spcBef>
                <a:spcPts val="480"/>
              </a:spcBef>
              <a:spcAft>
                <a:spcPts val="0"/>
              </a:spcAft>
              <a:buClr>
                <a:srgbClr val="808080"/>
              </a:buClr>
              <a:buSzPts val="960"/>
              <a:buFont typeface="Noto Sans Symbols"/>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3" name="Google Shape;193;p62"/>
          <p:cNvSpPr txBox="1"/>
          <p:nvPr>
            <p:ph idx="27" type="body"/>
          </p:nvPr>
        </p:nvSpPr>
        <p:spPr>
          <a:xfrm>
            <a:off x="9156604" y="5049180"/>
            <a:ext cx="2303992" cy="504887"/>
          </a:xfrm>
          <a:prstGeom prst="rect">
            <a:avLst/>
          </a:prstGeom>
          <a:noFill/>
          <a:ln>
            <a:noFill/>
          </a:ln>
        </p:spPr>
        <p:txBody>
          <a:bodyPr anchorCtr="0" anchor="ctr" bIns="40050" lIns="80125" spcFirstLastPara="1" rIns="80125" wrap="square" tIns="40050">
            <a:noAutofit/>
          </a:bodyPr>
          <a:lstStyle>
            <a:lvl1pPr indent="-228600" lvl="0" marL="457200" algn="ctr">
              <a:lnSpc>
                <a:spcPct val="100000"/>
              </a:lnSpc>
              <a:spcBef>
                <a:spcPts val="792"/>
              </a:spcBef>
              <a:spcAft>
                <a:spcPts val="0"/>
              </a:spcAft>
              <a:buClr>
                <a:schemeClr val="dk1"/>
              </a:buClr>
              <a:buSzPts val="800"/>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4" name="Google Shape;194;p62"/>
          <p:cNvSpPr txBox="1"/>
          <p:nvPr>
            <p:ph idx="28" type="body"/>
          </p:nvPr>
        </p:nvSpPr>
        <p:spPr>
          <a:xfrm>
            <a:off x="1019436" y="5553236"/>
            <a:ext cx="3071784" cy="504887"/>
          </a:xfrm>
          <a:prstGeom prst="rect">
            <a:avLst/>
          </a:prstGeom>
          <a:noFill/>
          <a:ln>
            <a:noFill/>
          </a:ln>
        </p:spPr>
        <p:txBody>
          <a:bodyPr anchorCtr="0" anchor="ctr" bIns="40050" lIns="80125" spcFirstLastPara="1" rIns="80125" wrap="square" tIns="40050">
            <a:noAutofit/>
          </a:bodyPr>
          <a:lstStyle>
            <a:lvl1pPr indent="-228600" lvl="0" marL="457200" marR="0" algn="ctr">
              <a:lnSpc>
                <a:spcPct val="100000"/>
              </a:lnSpc>
              <a:spcBef>
                <a:spcPts val="480"/>
              </a:spcBef>
              <a:spcAft>
                <a:spcPts val="0"/>
              </a:spcAft>
              <a:buClr>
                <a:srgbClr val="808080"/>
              </a:buClr>
              <a:buSzPts val="960"/>
              <a:buFont typeface="Noto Sans Symbols"/>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5" name="Google Shape;195;p62"/>
          <p:cNvSpPr txBox="1"/>
          <p:nvPr>
            <p:ph idx="29" type="body"/>
          </p:nvPr>
        </p:nvSpPr>
        <p:spPr>
          <a:xfrm>
            <a:off x="4091679" y="5553236"/>
            <a:ext cx="2160157" cy="504887"/>
          </a:xfrm>
          <a:prstGeom prst="rect">
            <a:avLst/>
          </a:prstGeom>
          <a:noFill/>
          <a:ln>
            <a:noFill/>
          </a:ln>
        </p:spPr>
        <p:txBody>
          <a:bodyPr anchorCtr="0" anchor="ctr" bIns="40050" lIns="80125" spcFirstLastPara="1" rIns="80125" wrap="square" tIns="40050">
            <a:noAutofit/>
          </a:bodyPr>
          <a:lstStyle>
            <a:lvl1pPr indent="-228600" lvl="0" marL="457200" algn="ctr">
              <a:lnSpc>
                <a:spcPct val="100000"/>
              </a:lnSpc>
              <a:spcBef>
                <a:spcPts val="792"/>
              </a:spcBef>
              <a:spcAft>
                <a:spcPts val="0"/>
              </a:spcAft>
              <a:buClr>
                <a:schemeClr val="dk1"/>
              </a:buClr>
              <a:buSzPts val="800"/>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6" name="Google Shape;196;p62"/>
          <p:cNvSpPr txBox="1"/>
          <p:nvPr>
            <p:ph idx="30" type="body"/>
          </p:nvPr>
        </p:nvSpPr>
        <p:spPr>
          <a:xfrm>
            <a:off x="6251836" y="5553236"/>
            <a:ext cx="2928408" cy="504887"/>
          </a:xfrm>
          <a:prstGeom prst="rect">
            <a:avLst/>
          </a:prstGeom>
          <a:noFill/>
          <a:ln>
            <a:noFill/>
          </a:ln>
        </p:spPr>
        <p:txBody>
          <a:bodyPr anchorCtr="0" anchor="ctr" bIns="40050" lIns="80125" spcFirstLastPara="1" rIns="80125" wrap="square" tIns="40050">
            <a:noAutofit/>
          </a:bodyPr>
          <a:lstStyle>
            <a:lvl1pPr indent="-228600" lvl="0" marL="457200" marR="0" algn="ctr">
              <a:lnSpc>
                <a:spcPct val="100000"/>
              </a:lnSpc>
              <a:spcBef>
                <a:spcPts val="480"/>
              </a:spcBef>
              <a:spcAft>
                <a:spcPts val="0"/>
              </a:spcAft>
              <a:buClr>
                <a:srgbClr val="808080"/>
              </a:buClr>
              <a:buSzPts val="960"/>
              <a:buFont typeface="Noto Sans Symbols"/>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7" name="Google Shape;197;p62"/>
          <p:cNvSpPr txBox="1"/>
          <p:nvPr>
            <p:ph idx="31" type="body"/>
          </p:nvPr>
        </p:nvSpPr>
        <p:spPr>
          <a:xfrm>
            <a:off x="9180244" y="5553236"/>
            <a:ext cx="2303992" cy="504887"/>
          </a:xfrm>
          <a:prstGeom prst="rect">
            <a:avLst/>
          </a:prstGeom>
          <a:noFill/>
          <a:ln>
            <a:noFill/>
          </a:ln>
        </p:spPr>
        <p:txBody>
          <a:bodyPr anchorCtr="0" anchor="ctr" bIns="40050" lIns="80125" spcFirstLastPara="1" rIns="80125" wrap="square" tIns="40050">
            <a:noAutofit/>
          </a:bodyPr>
          <a:lstStyle>
            <a:lvl1pPr indent="-228600" lvl="0" marL="457200" algn="ctr">
              <a:lnSpc>
                <a:spcPct val="100000"/>
              </a:lnSpc>
              <a:spcBef>
                <a:spcPts val="792"/>
              </a:spcBef>
              <a:spcAft>
                <a:spcPts val="0"/>
              </a:spcAft>
              <a:buClr>
                <a:schemeClr val="dk1"/>
              </a:buClr>
              <a:buSzPts val="800"/>
              <a:buNone/>
              <a:defRPr sz="1600">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本节概述和学习目标(可选)">
  <p:cSld name="6#本节概述和学习目标(可选)">
    <p:spTree>
      <p:nvGrpSpPr>
        <p:cNvPr id="198" name="Shape 198"/>
        <p:cNvGrpSpPr/>
        <p:nvPr/>
      </p:nvGrpSpPr>
      <p:grpSpPr>
        <a:xfrm>
          <a:off x="0" y="0"/>
          <a:ext cx="0" cy="0"/>
          <a:chOff x="0" y="0"/>
          <a:chExt cx="0" cy="0"/>
        </a:xfrm>
      </p:grpSpPr>
      <p:sp>
        <p:nvSpPr>
          <p:cNvPr id="199" name="Google Shape;199;p63"/>
          <p:cNvSpPr txBox="1"/>
          <p:nvPr>
            <p:ph idx="1" type="body"/>
          </p:nvPr>
        </p:nvSpPr>
        <p:spPr>
          <a:xfrm>
            <a:off x="451878" y="1242452"/>
            <a:ext cx="11306175" cy="4680000"/>
          </a:xfrm>
          <a:prstGeom prst="rect">
            <a:avLst/>
          </a:prstGeom>
          <a:noFill/>
          <a:ln>
            <a:noFill/>
          </a:ln>
        </p:spPr>
        <p:txBody>
          <a:bodyPr anchorCtr="0" anchor="t" bIns="40050" lIns="80125" spcFirstLastPara="1" rIns="80125" wrap="square" tIns="40050">
            <a:noAutofit/>
          </a:bodyPr>
          <a:lstStyle>
            <a:lvl1pPr indent="-298418" lvl="0" marL="457200" algn="just">
              <a:lnSpc>
                <a:spcPct val="140000"/>
              </a:lnSpc>
              <a:spcBef>
                <a:spcPts val="792"/>
              </a:spcBef>
              <a:spcAft>
                <a:spcPts val="0"/>
              </a:spcAft>
              <a:buClr>
                <a:schemeClr val="dk1"/>
              </a:buClr>
              <a:buSzPts val="1100"/>
              <a:buChar char="●"/>
              <a:defRPr>
                <a:latin typeface="Arial"/>
                <a:ea typeface="Arial"/>
                <a:cs typeface="Arial"/>
                <a:sym typeface="Arial"/>
              </a:defRPr>
            </a:lvl1pPr>
            <a:lvl2pPr indent="-292068" lvl="1" marL="914400" algn="just">
              <a:lnSpc>
                <a:spcPct val="140000"/>
              </a:lnSpc>
              <a:spcBef>
                <a:spcPts val="720"/>
              </a:spcBef>
              <a:spcAft>
                <a:spcPts val="0"/>
              </a:spcAft>
              <a:buClr>
                <a:schemeClr val="dk1"/>
              </a:buClr>
              <a:buSzPts val="1000"/>
              <a:buChar char="🞐"/>
              <a:defRPr>
                <a:latin typeface="Arial"/>
                <a:ea typeface="Arial"/>
                <a:cs typeface="Arial"/>
                <a:sym typeface="Arial"/>
              </a:defRPr>
            </a:lvl2pPr>
            <a:lvl3pPr indent="-285718" lvl="2" marL="1371600" algn="just">
              <a:lnSpc>
                <a:spcPct val="140000"/>
              </a:lnSpc>
              <a:spcBef>
                <a:spcPts val="648"/>
              </a:spcBef>
              <a:spcAft>
                <a:spcPts val="0"/>
              </a:spcAft>
              <a:buClr>
                <a:schemeClr val="dk1"/>
              </a:buClr>
              <a:buSzPts val="900"/>
              <a:buChar char="■"/>
              <a:defRPr>
                <a:latin typeface="Arial"/>
                <a:ea typeface="Arial"/>
                <a:cs typeface="Arial"/>
                <a:sym typeface="Arial"/>
              </a:defRPr>
            </a:lvl3pPr>
            <a:lvl4pPr indent="-330136" lvl="3" marL="1828800" algn="just">
              <a:lnSpc>
                <a:spcPct val="140000"/>
              </a:lnSpc>
              <a:spcBef>
                <a:spcPts val="576"/>
              </a:spcBef>
              <a:spcAft>
                <a:spcPts val="0"/>
              </a:spcAft>
              <a:buClr>
                <a:schemeClr val="dk1"/>
              </a:buClr>
              <a:buSzPts val="1599"/>
              <a:buChar char="−"/>
              <a:defRPr>
                <a:latin typeface="Arial"/>
                <a:ea typeface="Arial"/>
                <a:cs typeface="Arial"/>
                <a:sym typeface="Arial"/>
              </a:defRPr>
            </a:lvl4pPr>
            <a:lvl5pPr indent="-317436" lvl="4" marL="2286000" algn="just">
              <a:lnSpc>
                <a:spcPct val="140000"/>
              </a:lnSpc>
              <a:spcBef>
                <a:spcPts val="576"/>
              </a:spcBef>
              <a:spcAft>
                <a:spcPts val="0"/>
              </a:spcAft>
              <a:buClr>
                <a:schemeClr val="dk1"/>
              </a:buClr>
              <a:buSzPts val="1399"/>
              <a:buChar char="~"/>
              <a:defRPr>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0" name="Google Shape;200;p63"/>
          <p:cNvSpPr txBox="1"/>
          <p:nvPr/>
        </p:nvSpPr>
        <p:spPr>
          <a:xfrm>
            <a:off x="1595500" y="408779"/>
            <a:ext cx="9829738" cy="639559"/>
          </a:xfrm>
          <a:prstGeom prst="rect">
            <a:avLst/>
          </a:prstGeom>
          <a:noFill/>
          <a:ln>
            <a:noFill/>
          </a:ln>
        </p:spPr>
        <p:txBody>
          <a:bodyPr anchorCtr="0" anchor="t" bIns="49975" lIns="99975" spcFirstLastPara="1" rIns="99975" wrap="square" tIns="49975">
            <a:spAutoFit/>
          </a:bodyPr>
          <a:lstStyle/>
          <a:p>
            <a:pPr indent="0" lvl="0" marL="0" marR="0" rtl="0" algn="l">
              <a:spcBef>
                <a:spcPts val="0"/>
              </a:spcBef>
              <a:spcAft>
                <a:spcPts val="0"/>
              </a:spcAft>
              <a:buNone/>
            </a:pPr>
            <a:r>
              <a:rPr b="1" lang="en-US" sz="3500">
                <a:solidFill>
                  <a:schemeClr val="dk1"/>
                </a:solidFill>
                <a:latin typeface="Arial"/>
                <a:ea typeface="Arial"/>
                <a:cs typeface="Arial"/>
                <a:sym typeface="Arial"/>
              </a:rPr>
              <a:t>Overview and Objectives</a:t>
            </a:r>
            <a:endParaRPr b="1" sz="3500">
              <a:solidFill>
                <a:schemeClr val="dk1"/>
              </a:solidFill>
              <a:latin typeface="Arial"/>
              <a:ea typeface="Arial"/>
              <a:cs typeface="Arial"/>
              <a:sym typeface="Arial"/>
            </a:endParaRPr>
          </a:p>
        </p:txBody>
      </p:sp>
      <p:sp>
        <p:nvSpPr>
          <p:cNvPr id="201" name="Google Shape;201;p63"/>
          <p:cNvSpPr/>
          <p:nvPr/>
        </p:nvSpPr>
        <p:spPr>
          <a:xfrm>
            <a:off x="3113" y="296368"/>
            <a:ext cx="1376363" cy="864380"/>
          </a:xfrm>
          <a:custGeom>
            <a:rect b="b" l="l" r="r" t="t"/>
            <a:pathLst>
              <a:path extrusionOk="0" h="493" w="867">
                <a:moveTo>
                  <a:pt x="756" y="493"/>
                </a:moveTo>
                <a:lnTo>
                  <a:pt x="0" y="493"/>
                </a:lnTo>
                <a:lnTo>
                  <a:pt x="0" y="0"/>
                </a:lnTo>
                <a:lnTo>
                  <a:pt x="756" y="0"/>
                </a:lnTo>
                <a:lnTo>
                  <a:pt x="867" y="248"/>
                </a:lnTo>
                <a:lnTo>
                  <a:pt x="756" y="493"/>
                </a:lnTo>
                <a:close/>
              </a:path>
            </a:pathLst>
          </a:custGeom>
          <a:solidFill>
            <a:srgbClr val="00B0F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2" name="Google Shape;202;p63"/>
          <p:cNvSpPr/>
          <p:nvPr/>
        </p:nvSpPr>
        <p:spPr>
          <a:xfrm>
            <a:off x="1246188" y="296368"/>
            <a:ext cx="233363" cy="864380"/>
          </a:xfrm>
          <a:custGeom>
            <a:rect b="b" l="l" r="r" t="t"/>
            <a:pathLst>
              <a:path extrusionOk="0" h="493" w="147">
                <a:moveTo>
                  <a:pt x="33" y="0"/>
                </a:moveTo>
                <a:lnTo>
                  <a:pt x="0" y="0"/>
                </a:lnTo>
                <a:lnTo>
                  <a:pt x="114" y="248"/>
                </a:lnTo>
                <a:lnTo>
                  <a:pt x="0" y="493"/>
                </a:lnTo>
                <a:lnTo>
                  <a:pt x="33" y="493"/>
                </a:lnTo>
                <a:lnTo>
                  <a:pt x="147" y="248"/>
                </a:lnTo>
                <a:lnTo>
                  <a:pt x="33" y="0"/>
                </a:lnTo>
                <a:close/>
              </a:path>
            </a:pathLst>
          </a:custGeom>
          <a:solidFill>
            <a:srgbClr val="0B9C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203" name="Google Shape;203;p63"/>
          <p:cNvGrpSpPr/>
          <p:nvPr/>
        </p:nvGrpSpPr>
        <p:grpSpPr>
          <a:xfrm>
            <a:off x="587388" y="505779"/>
            <a:ext cx="374708" cy="445558"/>
            <a:chOff x="-1647825" y="2492375"/>
            <a:chExt cx="1947863" cy="2316163"/>
          </a:xfrm>
        </p:grpSpPr>
        <p:sp>
          <p:nvSpPr>
            <p:cNvPr id="204" name="Google Shape;204;p63"/>
            <p:cNvSpPr/>
            <p:nvPr/>
          </p:nvSpPr>
          <p:spPr>
            <a:xfrm>
              <a:off x="-1647825" y="2492375"/>
              <a:ext cx="1947863" cy="2316163"/>
            </a:xfrm>
            <a:custGeom>
              <a:rect b="b" l="l" r="r" t="t"/>
              <a:pathLst>
                <a:path extrusionOk="0" h="3258" w="2739">
                  <a:moveTo>
                    <a:pt x="301" y="181"/>
                  </a:moveTo>
                  <a:cubicBezTo>
                    <a:pt x="235" y="182"/>
                    <a:pt x="182" y="235"/>
                    <a:pt x="182" y="301"/>
                  </a:cubicBezTo>
                  <a:cubicBezTo>
                    <a:pt x="182" y="2955"/>
                    <a:pt x="182" y="2955"/>
                    <a:pt x="182" y="2955"/>
                  </a:cubicBezTo>
                  <a:cubicBezTo>
                    <a:pt x="182" y="3007"/>
                    <a:pt x="215" y="3052"/>
                    <a:pt x="262" y="3068"/>
                  </a:cubicBezTo>
                  <a:cubicBezTo>
                    <a:pt x="863" y="2756"/>
                    <a:pt x="863" y="2756"/>
                    <a:pt x="863" y="2756"/>
                  </a:cubicBezTo>
                  <a:cubicBezTo>
                    <a:pt x="1377" y="3046"/>
                    <a:pt x="1377" y="3046"/>
                    <a:pt x="1377" y="3046"/>
                  </a:cubicBezTo>
                  <a:cubicBezTo>
                    <a:pt x="1950" y="2756"/>
                    <a:pt x="1950" y="2756"/>
                    <a:pt x="1950" y="2756"/>
                  </a:cubicBezTo>
                  <a:cubicBezTo>
                    <a:pt x="2482" y="3066"/>
                    <a:pt x="2482" y="3066"/>
                    <a:pt x="2482" y="3066"/>
                  </a:cubicBezTo>
                  <a:cubicBezTo>
                    <a:pt x="2527" y="3048"/>
                    <a:pt x="2557" y="3004"/>
                    <a:pt x="2557" y="2955"/>
                  </a:cubicBezTo>
                  <a:cubicBezTo>
                    <a:pt x="2557" y="301"/>
                    <a:pt x="2557" y="301"/>
                    <a:pt x="2557" y="301"/>
                  </a:cubicBezTo>
                  <a:cubicBezTo>
                    <a:pt x="2557" y="235"/>
                    <a:pt x="2504" y="182"/>
                    <a:pt x="2438" y="181"/>
                  </a:cubicBezTo>
                  <a:lnTo>
                    <a:pt x="301" y="181"/>
                  </a:lnTo>
                  <a:close/>
                  <a:moveTo>
                    <a:pt x="2449" y="3258"/>
                  </a:moveTo>
                  <a:cubicBezTo>
                    <a:pt x="1944" y="2963"/>
                    <a:pt x="1944" y="2963"/>
                    <a:pt x="1944" y="2963"/>
                  </a:cubicBezTo>
                  <a:cubicBezTo>
                    <a:pt x="1372" y="3252"/>
                    <a:pt x="1372" y="3252"/>
                    <a:pt x="1372" y="3252"/>
                  </a:cubicBezTo>
                  <a:cubicBezTo>
                    <a:pt x="860" y="2963"/>
                    <a:pt x="860" y="2963"/>
                    <a:pt x="860" y="2963"/>
                  </a:cubicBezTo>
                  <a:cubicBezTo>
                    <a:pt x="291" y="3257"/>
                    <a:pt x="291" y="3257"/>
                    <a:pt x="291" y="3257"/>
                  </a:cubicBezTo>
                  <a:cubicBezTo>
                    <a:pt x="264" y="3254"/>
                    <a:pt x="264" y="3254"/>
                    <a:pt x="264" y="3254"/>
                  </a:cubicBezTo>
                  <a:cubicBezTo>
                    <a:pt x="113" y="3235"/>
                    <a:pt x="0" y="3107"/>
                    <a:pt x="0" y="2955"/>
                  </a:cubicBezTo>
                  <a:cubicBezTo>
                    <a:pt x="0" y="301"/>
                    <a:pt x="0" y="301"/>
                    <a:pt x="0" y="301"/>
                  </a:cubicBezTo>
                  <a:cubicBezTo>
                    <a:pt x="0" y="135"/>
                    <a:pt x="135" y="0"/>
                    <a:pt x="301" y="0"/>
                  </a:cubicBezTo>
                  <a:cubicBezTo>
                    <a:pt x="2438" y="0"/>
                    <a:pt x="2438" y="0"/>
                    <a:pt x="2438" y="0"/>
                  </a:cubicBezTo>
                  <a:cubicBezTo>
                    <a:pt x="2604" y="0"/>
                    <a:pt x="2739" y="135"/>
                    <a:pt x="2739" y="301"/>
                  </a:cubicBezTo>
                  <a:cubicBezTo>
                    <a:pt x="2739" y="2955"/>
                    <a:pt x="2739" y="2955"/>
                    <a:pt x="2739" y="2955"/>
                  </a:cubicBezTo>
                  <a:cubicBezTo>
                    <a:pt x="2739" y="3105"/>
                    <a:pt x="2628" y="3233"/>
                    <a:pt x="2480" y="3253"/>
                  </a:cubicBezTo>
                  <a:lnTo>
                    <a:pt x="2449" y="3258"/>
                  </a:lnTo>
                  <a:close/>
                  <a:moveTo>
                    <a:pt x="2449" y="3258"/>
                  </a:moveTo>
                  <a:cubicBezTo>
                    <a:pt x="2449" y="3258"/>
                    <a:pt x="2449" y="3258"/>
                    <a:pt x="2449" y="3258"/>
                  </a:cubicBezTo>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5" name="Google Shape;205;p63"/>
            <p:cNvSpPr/>
            <p:nvPr/>
          </p:nvSpPr>
          <p:spPr>
            <a:xfrm>
              <a:off x="-1155700" y="2941638"/>
              <a:ext cx="963613" cy="893763"/>
            </a:xfrm>
            <a:custGeom>
              <a:rect b="b" l="l" r="r" t="t"/>
              <a:pathLst>
                <a:path extrusionOk="0" h="1256" w="1353">
                  <a:moveTo>
                    <a:pt x="1267" y="182"/>
                  </a:moveTo>
                  <a:cubicBezTo>
                    <a:pt x="87" y="182"/>
                    <a:pt x="87" y="182"/>
                    <a:pt x="87" y="182"/>
                  </a:cubicBezTo>
                  <a:cubicBezTo>
                    <a:pt x="38" y="180"/>
                    <a:pt x="0" y="140"/>
                    <a:pt x="0" y="91"/>
                  </a:cubicBezTo>
                  <a:cubicBezTo>
                    <a:pt x="0" y="42"/>
                    <a:pt x="38" y="2"/>
                    <a:pt x="87" y="0"/>
                  </a:cubicBezTo>
                  <a:cubicBezTo>
                    <a:pt x="1267" y="0"/>
                    <a:pt x="1267" y="0"/>
                    <a:pt x="1267" y="0"/>
                  </a:cubicBezTo>
                  <a:cubicBezTo>
                    <a:pt x="1315" y="2"/>
                    <a:pt x="1353" y="42"/>
                    <a:pt x="1353" y="91"/>
                  </a:cubicBezTo>
                  <a:cubicBezTo>
                    <a:pt x="1353" y="140"/>
                    <a:pt x="1315" y="180"/>
                    <a:pt x="1267" y="182"/>
                  </a:cubicBezTo>
                  <a:moveTo>
                    <a:pt x="1267" y="719"/>
                  </a:moveTo>
                  <a:cubicBezTo>
                    <a:pt x="87" y="719"/>
                    <a:pt x="87" y="719"/>
                    <a:pt x="87" y="719"/>
                  </a:cubicBezTo>
                  <a:cubicBezTo>
                    <a:pt x="38" y="717"/>
                    <a:pt x="0" y="677"/>
                    <a:pt x="0" y="628"/>
                  </a:cubicBezTo>
                  <a:cubicBezTo>
                    <a:pt x="0" y="580"/>
                    <a:pt x="38" y="540"/>
                    <a:pt x="87" y="537"/>
                  </a:cubicBezTo>
                  <a:cubicBezTo>
                    <a:pt x="1267" y="537"/>
                    <a:pt x="1267" y="537"/>
                    <a:pt x="1267" y="537"/>
                  </a:cubicBezTo>
                  <a:cubicBezTo>
                    <a:pt x="1315" y="540"/>
                    <a:pt x="1353" y="580"/>
                    <a:pt x="1353" y="628"/>
                  </a:cubicBezTo>
                  <a:cubicBezTo>
                    <a:pt x="1353" y="677"/>
                    <a:pt x="1315" y="717"/>
                    <a:pt x="1267" y="719"/>
                  </a:cubicBezTo>
                  <a:moveTo>
                    <a:pt x="1267" y="1256"/>
                  </a:moveTo>
                  <a:cubicBezTo>
                    <a:pt x="87" y="1256"/>
                    <a:pt x="87" y="1256"/>
                    <a:pt x="87" y="1256"/>
                  </a:cubicBezTo>
                  <a:cubicBezTo>
                    <a:pt x="39" y="1253"/>
                    <a:pt x="1" y="1213"/>
                    <a:pt x="1" y="1165"/>
                  </a:cubicBezTo>
                  <a:cubicBezTo>
                    <a:pt x="1" y="1117"/>
                    <a:pt x="39" y="1077"/>
                    <a:pt x="87" y="1075"/>
                  </a:cubicBezTo>
                  <a:cubicBezTo>
                    <a:pt x="1267" y="1075"/>
                    <a:pt x="1267" y="1075"/>
                    <a:pt x="1267" y="1075"/>
                  </a:cubicBezTo>
                  <a:cubicBezTo>
                    <a:pt x="1314" y="1077"/>
                    <a:pt x="1352" y="1117"/>
                    <a:pt x="1352" y="1165"/>
                  </a:cubicBezTo>
                  <a:cubicBezTo>
                    <a:pt x="1352" y="1213"/>
                    <a:pt x="1314" y="1253"/>
                    <a:pt x="1267" y="1256"/>
                  </a:cubicBezTo>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全白背景" showMasterSp="0">
  <p:cSld name="9#全白背景">
    <p:spTree>
      <p:nvGrpSpPr>
        <p:cNvPr id="206" name="Shape 206"/>
        <p:cNvGrpSpPr/>
        <p:nvPr/>
      </p:nvGrpSpPr>
      <p:grpSpPr>
        <a:xfrm>
          <a:off x="0" y="0"/>
          <a:ext cx="0" cy="0"/>
          <a:chOff x="0" y="0"/>
          <a:chExt cx="0" cy="0"/>
        </a:xfrm>
      </p:grpSpPr>
      <p:grpSp>
        <p:nvGrpSpPr>
          <p:cNvPr id="207" name="Google Shape;207;p64"/>
          <p:cNvGrpSpPr/>
          <p:nvPr/>
        </p:nvGrpSpPr>
        <p:grpSpPr>
          <a:xfrm>
            <a:off x="12162528" y="4653136"/>
            <a:ext cx="638734" cy="1729234"/>
            <a:chOff x="12162528" y="4653136"/>
            <a:chExt cx="638734" cy="1729234"/>
          </a:xfrm>
        </p:grpSpPr>
        <p:sp>
          <p:nvSpPr>
            <p:cNvPr id="208" name="Google Shape;208;p64"/>
            <p:cNvSpPr/>
            <p:nvPr/>
          </p:nvSpPr>
          <p:spPr>
            <a:xfrm>
              <a:off x="12212029" y="4653136"/>
              <a:ext cx="539729" cy="288726"/>
            </a:xfrm>
            <a:prstGeom prst="rect">
              <a:avLst/>
            </a:prstGeom>
            <a:solidFill>
              <a:srgbClr val="00B0F0"/>
            </a:solidFill>
            <a:ln>
              <a:noFill/>
            </a:ln>
          </p:spPr>
          <p:txBody>
            <a:bodyPr anchorCtr="0" anchor="ctr" bIns="45700" lIns="91425" spcFirstLastPara="1" rIns="91425" wrap="square" tIns="45700">
              <a:noAutofit/>
            </a:bodyPr>
            <a:lstStyle/>
            <a:p>
              <a:pPr indent="-285613" lvl="0" marL="342763" marR="0" rtl="0" algn="ctr">
                <a:spcBef>
                  <a:spcPts val="0"/>
                </a:spcBef>
                <a:spcAft>
                  <a:spcPts val="0"/>
                </a:spcAft>
                <a:buClr>
                  <a:schemeClr val="dk1"/>
                </a:buClr>
                <a:buSzPts val="900"/>
                <a:buFont typeface="Arial"/>
                <a:buNone/>
              </a:pPr>
              <a:r>
                <a:t/>
              </a:r>
              <a:endParaRPr sz="900">
                <a:solidFill>
                  <a:schemeClr val="dk1"/>
                </a:solidFill>
                <a:latin typeface="Arial"/>
                <a:ea typeface="Arial"/>
                <a:cs typeface="Arial"/>
                <a:sym typeface="Arial"/>
              </a:endParaRPr>
            </a:p>
          </p:txBody>
        </p:sp>
        <p:sp>
          <p:nvSpPr>
            <p:cNvPr id="209" name="Google Shape;209;p64"/>
            <p:cNvSpPr/>
            <p:nvPr/>
          </p:nvSpPr>
          <p:spPr>
            <a:xfrm>
              <a:off x="12212029" y="4941964"/>
              <a:ext cx="539729" cy="288000"/>
            </a:xfrm>
            <a:prstGeom prst="rect">
              <a:avLst/>
            </a:prstGeom>
            <a:solidFill>
              <a:srgbClr val="A6D2FF"/>
            </a:solidFill>
            <a:ln>
              <a:noFill/>
            </a:ln>
          </p:spPr>
          <p:txBody>
            <a:bodyPr anchorCtr="0" anchor="ctr" bIns="45700" lIns="91425" spcFirstLastPara="1" rIns="91425" wrap="square" tIns="45700">
              <a:noAutofit/>
            </a:bodyPr>
            <a:lstStyle/>
            <a:p>
              <a:pPr indent="-285613" lvl="0" marL="342763" marR="0" rtl="0" algn="ctr">
                <a:spcBef>
                  <a:spcPts val="0"/>
                </a:spcBef>
                <a:spcAft>
                  <a:spcPts val="0"/>
                </a:spcAft>
                <a:buClr>
                  <a:schemeClr val="dk1"/>
                </a:buClr>
                <a:buSzPts val="900"/>
                <a:buFont typeface="Arial"/>
                <a:buNone/>
              </a:pPr>
              <a:r>
                <a:t/>
              </a:r>
              <a:endParaRPr sz="900">
                <a:solidFill>
                  <a:schemeClr val="dk1"/>
                </a:solidFill>
                <a:latin typeface="Arial"/>
                <a:ea typeface="Arial"/>
                <a:cs typeface="Arial"/>
                <a:sym typeface="Arial"/>
              </a:endParaRPr>
            </a:p>
          </p:txBody>
        </p:sp>
        <p:sp>
          <p:nvSpPr>
            <p:cNvPr id="210" name="Google Shape;210;p64"/>
            <p:cNvSpPr/>
            <p:nvPr/>
          </p:nvSpPr>
          <p:spPr>
            <a:xfrm>
              <a:off x="12212029" y="5230066"/>
              <a:ext cx="539729" cy="288000"/>
            </a:xfrm>
            <a:prstGeom prst="rect">
              <a:avLst/>
            </a:prstGeom>
            <a:solidFill>
              <a:srgbClr val="D8D8D8"/>
            </a:solidFill>
            <a:ln>
              <a:noFill/>
            </a:ln>
          </p:spPr>
          <p:txBody>
            <a:bodyPr anchorCtr="0" anchor="ctr" bIns="45700" lIns="91425" spcFirstLastPara="1" rIns="91425" wrap="square" tIns="45700">
              <a:noAutofit/>
            </a:bodyPr>
            <a:lstStyle/>
            <a:p>
              <a:pPr indent="-285613" lvl="0" marL="342763" marR="0" rtl="0" algn="ctr">
                <a:spcBef>
                  <a:spcPts val="0"/>
                </a:spcBef>
                <a:spcAft>
                  <a:spcPts val="0"/>
                </a:spcAft>
                <a:buClr>
                  <a:schemeClr val="dk1"/>
                </a:buClr>
                <a:buSzPts val="900"/>
                <a:buFont typeface="Arial"/>
                <a:buNone/>
              </a:pPr>
              <a:r>
                <a:t/>
              </a:r>
              <a:endParaRPr sz="900">
                <a:solidFill>
                  <a:schemeClr val="dk1"/>
                </a:solidFill>
                <a:latin typeface="Arial"/>
                <a:ea typeface="Arial"/>
                <a:cs typeface="Arial"/>
                <a:sym typeface="Arial"/>
              </a:endParaRPr>
            </a:p>
          </p:txBody>
        </p:sp>
        <p:sp>
          <p:nvSpPr>
            <p:cNvPr id="211" name="Google Shape;211;p64"/>
            <p:cNvSpPr/>
            <p:nvPr/>
          </p:nvSpPr>
          <p:spPr>
            <a:xfrm>
              <a:off x="12212029" y="5518168"/>
              <a:ext cx="539729" cy="288000"/>
            </a:xfrm>
            <a:prstGeom prst="rect">
              <a:avLst/>
            </a:prstGeom>
            <a:solidFill>
              <a:srgbClr val="C00000"/>
            </a:solidFill>
            <a:ln>
              <a:noFill/>
            </a:ln>
          </p:spPr>
          <p:txBody>
            <a:bodyPr anchorCtr="0" anchor="ctr" bIns="45700" lIns="91425" spcFirstLastPara="1" rIns="91425" wrap="square" tIns="45700">
              <a:noAutofit/>
            </a:bodyPr>
            <a:lstStyle/>
            <a:p>
              <a:pPr indent="-285613" lvl="0" marL="342763" marR="0" rtl="0" algn="ctr">
                <a:spcBef>
                  <a:spcPts val="0"/>
                </a:spcBef>
                <a:spcAft>
                  <a:spcPts val="0"/>
                </a:spcAft>
                <a:buClr>
                  <a:schemeClr val="dk1"/>
                </a:buClr>
                <a:buSzPts val="900"/>
                <a:buFont typeface="Arial"/>
                <a:buNone/>
              </a:pPr>
              <a:r>
                <a:t/>
              </a:r>
              <a:endParaRPr sz="900">
                <a:solidFill>
                  <a:schemeClr val="dk1"/>
                </a:solidFill>
                <a:latin typeface="Arial"/>
                <a:ea typeface="Arial"/>
                <a:cs typeface="Arial"/>
                <a:sym typeface="Arial"/>
              </a:endParaRPr>
            </a:p>
          </p:txBody>
        </p:sp>
        <p:sp>
          <p:nvSpPr>
            <p:cNvPr id="212" name="Google Shape;212;p64"/>
            <p:cNvSpPr/>
            <p:nvPr/>
          </p:nvSpPr>
          <p:spPr>
            <a:xfrm>
              <a:off x="12212029" y="5806270"/>
              <a:ext cx="539729" cy="288000"/>
            </a:xfrm>
            <a:prstGeom prst="rect">
              <a:avLst/>
            </a:prstGeom>
            <a:solidFill>
              <a:srgbClr val="FFFFCC"/>
            </a:solidFill>
            <a:ln>
              <a:noFill/>
            </a:ln>
          </p:spPr>
          <p:txBody>
            <a:bodyPr anchorCtr="0" anchor="ctr" bIns="45700" lIns="91425" spcFirstLastPara="1" rIns="91425" wrap="square" tIns="45700">
              <a:noAutofit/>
            </a:bodyPr>
            <a:lstStyle/>
            <a:p>
              <a:pPr indent="-285613" lvl="0" marL="342763" marR="0" rtl="0" algn="ctr">
                <a:spcBef>
                  <a:spcPts val="0"/>
                </a:spcBef>
                <a:spcAft>
                  <a:spcPts val="0"/>
                </a:spcAft>
                <a:buClr>
                  <a:schemeClr val="dk1"/>
                </a:buClr>
                <a:buSzPts val="900"/>
                <a:buFont typeface="Arial"/>
                <a:buNone/>
              </a:pPr>
              <a:r>
                <a:t/>
              </a:r>
              <a:endParaRPr sz="900">
                <a:solidFill>
                  <a:schemeClr val="dk1"/>
                </a:solidFill>
                <a:latin typeface="Arial"/>
                <a:ea typeface="Arial"/>
                <a:cs typeface="Arial"/>
                <a:sym typeface="Arial"/>
              </a:endParaRPr>
            </a:p>
          </p:txBody>
        </p:sp>
        <p:sp>
          <p:nvSpPr>
            <p:cNvPr id="213" name="Google Shape;213;p64"/>
            <p:cNvSpPr/>
            <p:nvPr/>
          </p:nvSpPr>
          <p:spPr>
            <a:xfrm>
              <a:off x="12212029" y="6094370"/>
              <a:ext cx="539729" cy="288000"/>
            </a:xfrm>
            <a:prstGeom prst="rect">
              <a:avLst/>
            </a:prstGeom>
            <a:solidFill>
              <a:srgbClr val="FFC000"/>
            </a:solidFill>
            <a:ln>
              <a:noFill/>
            </a:ln>
          </p:spPr>
          <p:txBody>
            <a:bodyPr anchorCtr="0" anchor="ctr" bIns="45700" lIns="91425" spcFirstLastPara="1" rIns="91425" wrap="square" tIns="45700">
              <a:noAutofit/>
            </a:bodyPr>
            <a:lstStyle/>
            <a:p>
              <a:pPr indent="-285613" lvl="0" marL="342763" marR="0" rtl="0" algn="ctr">
                <a:spcBef>
                  <a:spcPts val="0"/>
                </a:spcBef>
                <a:spcAft>
                  <a:spcPts val="0"/>
                </a:spcAft>
                <a:buClr>
                  <a:schemeClr val="dk1"/>
                </a:buClr>
                <a:buSzPts val="900"/>
                <a:buFont typeface="Arial"/>
                <a:buNone/>
              </a:pPr>
              <a:r>
                <a:t/>
              </a:r>
              <a:endParaRPr sz="900">
                <a:solidFill>
                  <a:schemeClr val="dk1"/>
                </a:solidFill>
                <a:latin typeface="Arial"/>
                <a:ea typeface="Arial"/>
                <a:cs typeface="Arial"/>
                <a:sym typeface="Arial"/>
              </a:endParaRPr>
            </a:p>
          </p:txBody>
        </p:sp>
        <p:sp>
          <p:nvSpPr>
            <p:cNvPr id="214" name="Google Shape;214;p64"/>
            <p:cNvSpPr txBox="1"/>
            <p:nvPr/>
          </p:nvSpPr>
          <p:spPr>
            <a:xfrm>
              <a:off x="12162528" y="4683920"/>
              <a:ext cx="638734" cy="227159"/>
            </a:xfrm>
            <a:prstGeom prst="rect">
              <a:avLst/>
            </a:prstGeom>
            <a:noFill/>
            <a:ln>
              <a:noFill/>
            </a:ln>
          </p:spPr>
          <p:txBody>
            <a:bodyPr anchorCtr="0" anchor="ctr" bIns="43875" lIns="87750" spcFirstLastPara="1" rIns="87750" wrap="square" tIns="43875">
              <a:spAutoFit/>
            </a:bodyPr>
            <a:lstStyle/>
            <a:p>
              <a:pPr indent="0" lvl="0" marL="0" marR="0" rtl="0" algn="ctr">
                <a:spcBef>
                  <a:spcPts val="0"/>
                </a:spcBef>
                <a:spcAft>
                  <a:spcPts val="0"/>
                </a:spcAft>
                <a:buNone/>
              </a:pPr>
              <a:r>
                <a:rPr lang="en-US" sz="900">
                  <a:solidFill>
                    <a:schemeClr val="lt1"/>
                  </a:solidFill>
                  <a:latin typeface="Arial"/>
                  <a:ea typeface="Arial"/>
                  <a:cs typeface="Arial"/>
                  <a:sym typeface="Arial"/>
                </a:rPr>
                <a:t>表格表头</a:t>
              </a:r>
              <a:endParaRPr/>
            </a:p>
          </p:txBody>
        </p:sp>
        <p:sp>
          <p:nvSpPr>
            <p:cNvPr id="215" name="Google Shape;215;p64"/>
            <p:cNvSpPr txBox="1"/>
            <p:nvPr/>
          </p:nvSpPr>
          <p:spPr>
            <a:xfrm>
              <a:off x="12162528" y="4972385"/>
              <a:ext cx="638734" cy="227159"/>
            </a:xfrm>
            <a:prstGeom prst="rect">
              <a:avLst/>
            </a:prstGeom>
            <a:noFill/>
            <a:ln>
              <a:noFill/>
            </a:ln>
          </p:spPr>
          <p:txBody>
            <a:bodyPr anchorCtr="0" anchor="ctr" bIns="43875" lIns="87750" spcFirstLastPara="1" rIns="87750" wrap="square" tIns="43875">
              <a:spAutoFit/>
            </a:bodyPr>
            <a:lstStyle/>
            <a:p>
              <a:pPr indent="0" lvl="0" marL="0" marR="0" rtl="0" algn="ctr">
                <a:spcBef>
                  <a:spcPts val="0"/>
                </a:spcBef>
                <a:spcAft>
                  <a:spcPts val="0"/>
                </a:spcAft>
                <a:buNone/>
              </a:pPr>
              <a:r>
                <a:rPr lang="en-US" sz="900">
                  <a:solidFill>
                    <a:schemeClr val="dk1"/>
                  </a:solidFill>
                  <a:latin typeface="Arial"/>
                  <a:ea typeface="Arial"/>
                  <a:cs typeface="Arial"/>
                  <a:sym typeface="Arial"/>
                </a:rPr>
                <a:t>表格边框</a:t>
              </a:r>
              <a:endParaRPr/>
            </a:p>
          </p:txBody>
        </p:sp>
        <p:sp>
          <p:nvSpPr>
            <p:cNvPr id="216" name="Google Shape;216;p64"/>
            <p:cNvSpPr txBox="1"/>
            <p:nvPr/>
          </p:nvSpPr>
          <p:spPr>
            <a:xfrm>
              <a:off x="12162528" y="5260487"/>
              <a:ext cx="638734" cy="227159"/>
            </a:xfrm>
            <a:prstGeom prst="rect">
              <a:avLst/>
            </a:prstGeom>
            <a:noFill/>
            <a:ln>
              <a:noFill/>
            </a:ln>
          </p:spPr>
          <p:txBody>
            <a:bodyPr anchorCtr="0" anchor="ctr" bIns="43875" lIns="87750" spcFirstLastPara="1" rIns="87750" wrap="square" tIns="43875">
              <a:spAutoFit/>
            </a:bodyPr>
            <a:lstStyle/>
            <a:p>
              <a:pPr indent="0" lvl="0" marL="0" marR="0" rtl="0" algn="ctr">
                <a:spcBef>
                  <a:spcPts val="0"/>
                </a:spcBef>
                <a:spcAft>
                  <a:spcPts val="0"/>
                </a:spcAft>
                <a:buNone/>
              </a:pPr>
              <a:r>
                <a:rPr lang="en-US" sz="900">
                  <a:solidFill>
                    <a:schemeClr val="dk1"/>
                  </a:solidFill>
                  <a:latin typeface="Arial"/>
                  <a:ea typeface="Arial"/>
                  <a:cs typeface="Arial"/>
                  <a:sym typeface="Arial"/>
                </a:rPr>
                <a:t>导航灰底</a:t>
              </a:r>
              <a:endParaRPr/>
            </a:p>
          </p:txBody>
        </p:sp>
        <p:sp>
          <p:nvSpPr>
            <p:cNvPr id="217" name="Google Shape;217;p64"/>
            <p:cNvSpPr txBox="1"/>
            <p:nvPr/>
          </p:nvSpPr>
          <p:spPr>
            <a:xfrm>
              <a:off x="12220212" y="5548589"/>
              <a:ext cx="523364" cy="227159"/>
            </a:xfrm>
            <a:prstGeom prst="rect">
              <a:avLst/>
            </a:prstGeom>
            <a:noFill/>
            <a:ln>
              <a:noFill/>
            </a:ln>
          </p:spPr>
          <p:txBody>
            <a:bodyPr anchorCtr="0" anchor="ctr" bIns="43875" lIns="87750" spcFirstLastPara="1" rIns="87750" wrap="square" tIns="43875">
              <a:spAutoFit/>
            </a:bodyPr>
            <a:lstStyle/>
            <a:p>
              <a:pPr indent="0" lvl="0" marL="0" marR="0" rtl="0" algn="ctr">
                <a:spcBef>
                  <a:spcPts val="0"/>
                </a:spcBef>
                <a:spcAft>
                  <a:spcPts val="0"/>
                </a:spcAft>
                <a:buNone/>
              </a:pPr>
              <a:r>
                <a:rPr lang="en-US" sz="900">
                  <a:solidFill>
                    <a:schemeClr val="lt1"/>
                  </a:solidFill>
                  <a:latin typeface="Arial"/>
                  <a:ea typeface="Arial"/>
                  <a:cs typeface="Arial"/>
                  <a:sym typeface="Arial"/>
                </a:rPr>
                <a:t>华为红</a:t>
              </a:r>
              <a:endParaRPr/>
            </a:p>
          </p:txBody>
        </p:sp>
        <p:sp>
          <p:nvSpPr>
            <p:cNvPr id="218" name="Google Shape;218;p64"/>
            <p:cNvSpPr txBox="1"/>
            <p:nvPr/>
          </p:nvSpPr>
          <p:spPr>
            <a:xfrm>
              <a:off x="12162528" y="5836691"/>
              <a:ext cx="638734" cy="227159"/>
            </a:xfrm>
            <a:prstGeom prst="rect">
              <a:avLst/>
            </a:prstGeom>
            <a:noFill/>
            <a:ln>
              <a:noFill/>
            </a:ln>
          </p:spPr>
          <p:txBody>
            <a:bodyPr anchorCtr="0" anchor="ctr" bIns="43875" lIns="87750" spcFirstLastPara="1" rIns="87750" wrap="square" tIns="43875">
              <a:spAutoFit/>
            </a:bodyPr>
            <a:lstStyle/>
            <a:p>
              <a:pPr indent="0" lvl="0" marL="0" marR="0" rtl="0" algn="ctr">
                <a:spcBef>
                  <a:spcPts val="0"/>
                </a:spcBef>
                <a:spcAft>
                  <a:spcPts val="0"/>
                </a:spcAft>
                <a:buNone/>
              </a:pPr>
              <a:r>
                <a:rPr lang="en-US" sz="900">
                  <a:solidFill>
                    <a:schemeClr val="dk1"/>
                  </a:solidFill>
                  <a:latin typeface="Arial"/>
                  <a:ea typeface="Arial"/>
                  <a:cs typeface="Arial"/>
                  <a:sym typeface="Arial"/>
                </a:rPr>
                <a:t>文字底色</a:t>
              </a:r>
              <a:endParaRPr/>
            </a:p>
          </p:txBody>
        </p:sp>
        <p:sp>
          <p:nvSpPr>
            <p:cNvPr id="219" name="Google Shape;219;p64"/>
            <p:cNvSpPr txBox="1"/>
            <p:nvPr/>
          </p:nvSpPr>
          <p:spPr>
            <a:xfrm>
              <a:off x="12162528" y="6124791"/>
              <a:ext cx="638734" cy="227159"/>
            </a:xfrm>
            <a:prstGeom prst="rect">
              <a:avLst/>
            </a:prstGeom>
            <a:noFill/>
            <a:ln>
              <a:noFill/>
            </a:ln>
          </p:spPr>
          <p:txBody>
            <a:bodyPr anchorCtr="0" anchor="ctr" bIns="43875" lIns="87750" spcFirstLastPara="1" rIns="87750" wrap="square" tIns="43875">
              <a:spAutoFit/>
            </a:bodyPr>
            <a:lstStyle/>
            <a:p>
              <a:pPr indent="0" lvl="0" marL="0" marR="0" rtl="0" algn="ctr">
                <a:spcBef>
                  <a:spcPts val="0"/>
                </a:spcBef>
                <a:spcAft>
                  <a:spcPts val="0"/>
                </a:spcAft>
                <a:buNone/>
              </a:pPr>
              <a:r>
                <a:rPr lang="en-US" sz="900">
                  <a:solidFill>
                    <a:schemeClr val="dk1"/>
                  </a:solidFill>
                  <a:latin typeface="Arial"/>
                  <a:ea typeface="Arial"/>
                  <a:cs typeface="Arial"/>
                  <a:sym typeface="Arial"/>
                </a:rPr>
                <a:t>文字边框</a:t>
              </a: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本节小结(可选)">
  <p:cSld name="11#本节小结(可选)">
    <p:spTree>
      <p:nvGrpSpPr>
        <p:cNvPr id="220" name="Shape 220"/>
        <p:cNvGrpSpPr/>
        <p:nvPr/>
      </p:nvGrpSpPr>
      <p:grpSpPr>
        <a:xfrm>
          <a:off x="0" y="0"/>
          <a:ext cx="0" cy="0"/>
          <a:chOff x="0" y="0"/>
          <a:chExt cx="0" cy="0"/>
        </a:xfrm>
      </p:grpSpPr>
      <p:sp>
        <p:nvSpPr>
          <p:cNvPr id="221" name="Google Shape;221;p65"/>
          <p:cNvSpPr txBox="1"/>
          <p:nvPr>
            <p:ph idx="1" type="body"/>
          </p:nvPr>
        </p:nvSpPr>
        <p:spPr>
          <a:xfrm>
            <a:off x="451878" y="1242452"/>
            <a:ext cx="11306175" cy="4680000"/>
          </a:xfrm>
          <a:prstGeom prst="rect">
            <a:avLst/>
          </a:prstGeom>
          <a:noFill/>
          <a:ln>
            <a:noFill/>
          </a:ln>
        </p:spPr>
        <p:txBody>
          <a:bodyPr anchorCtr="0" anchor="t" bIns="40050" lIns="80125" spcFirstLastPara="1" rIns="80125" wrap="square" tIns="40050">
            <a:noAutofit/>
          </a:bodyPr>
          <a:lstStyle>
            <a:lvl1pPr indent="-298418" lvl="0" marL="457200" algn="just">
              <a:lnSpc>
                <a:spcPct val="140000"/>
              </a:lnSpc>
              <a:spcBef>
                <a:spcPts val="792"/>
              </a:spcBef>
              <a:spcAft>
                <a:spcPts val="0"/>
              </a:spcAft>
              <a:buClr>
                <a:schemeClr val="dk1"/>
              </a:buClr>
              <a:buSzPts val="1100"/>
              <a:buChar char="●"/>
              <a:defRPr>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228600" lvl="4" marL="2286000" algn="l">
              <a:lnSpc>
                <a:spcPct val="140000"/>
              </a:lnSpc>
              <a:spcBef>
                <a:spcPts val="576"/>
              </a:spcBef>
              <a:spcAft>
                <a:spcPts val="0"/>
              </a:spcAft>
              <a:buClr>
                <a:schemeClr val="dk1"/>
              </a:buClr>
              <a:buSzPts val="1399"/>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2" name="Google Shape;222;p65"/>
          <p:cNvSpPr txBox="1"/>
          <p:nvPr/>
        </p:nvSpPr>
        <p:spPr>
          <a:xfrm>
            <a:off x="1595500" y="408779"/>
            <a:ext cx="4248472" cy="639559"/>
          </a:xfrm>
          <a:prstGeom prst="rect">
            <a:avLst/>
          </a:prstGeom>
          <a:noFill/>
          <a:ln>
            <a:noFill/>
          </a:ln>
        </p:spPr>
        <p:txBody>
          <a:bodyPr anchorCtr="0" anchor="t" bIns="49975" lIns="99975" spcFirstLastPara="1" rIns="99975" wrap="square" tIns="49975">
            <a:spAutoFit/>
          </a:bodyPr>
          <a:lstStyle/>
          <a:p>
            <a:pPr indent="0" lvl="0" marL="0" marR="0" rtl="0" algn="l">
              <a:spcBef>
                <a:spcPts val="0"/>
              </a:spcBef>
              <a:spcAft>
                <a:spcPts val="0"/>
              </a:spcAft>
              <a:buNone/>
            </a:pPr>
            <a:r>
              <a:rPr b="1" lang="en-US" sz="3500">
                <a:solidFill>
                  <a:schemeClr val="dk1"/>
                </a:solidFill>
                <a:latin typeface="Arial"/>
                <a:ea typeface="Arial"/>
                <a:cs typeface="Arial"/>
                <a:sym typeface="Arial"/>
              </a:rPr>
              <a:t>Section Summary</a:t>
            </a:r>
            <a:endParaRPr b="1" sz="3500">
              <a:solidFill>
                <a:schemeClr val="dk1"/>
              </a:solidFill>
              <a:latin typeface="Arial"/>
              <a:ea typeface="Arial"/>
              <a:cs typeface="Arial"/>
              <a:sym typeface="Arial"/>
            </a:endParaRPr>
          </a:p>
        </p:txBody>
      </p:sp>
      <p:sp>
        <p:nvSpPr>
          <p:cNvPr id="223" name="Google Shape;223;p65"/>
          <p:cNvSpPr/>
          <p:nvPr/>
        </p:nvSpPr>
        <p:spPr>
          <a:xfrm>
            <a:off x="3113" y="296368"/>
            <a:ext cx="1376363" cy="864380"/>
          </a:xfrm>
          <a:custGeom>
            <a:rect b="b" l="l" r="r" t="t"/>
            <a:pathLst>
              <a:path extrusionOk="0" h="493" w="867">
                <a:moveTo>
                  <a:pt x="756" y="493"/>
                </a:moveTo>
                <a:lnTo>
                  <a:pt x="0" y="493"/>
                </a:lnTo>
                <a:lnTo>
                  <a:pt x="0" y="0"/>
                </a:lnTo>
                <a:lnTo>
                  <a:pt x="756" y="0"/>
                </a:lnTo>
                <a:lnTo>
                  <a:pt x="867" y="248"/>
                </a:lnTo>
                <a:lnTo>
                  <a:pt x="756" y="493"/>
                </a:lnTo>
                <a:close/>
              </a:path>
            </a:pathLst>
          </a:custGeom>
          <a:solidFill>
            <a:srgbClr val="00B0F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4" name="Google Shape;224;p65"/>
          <p:cNvSpPr/>
          <p:nvPr/>
        </p:nvSpPr>
        <p:spPr>
          <a:xfrm>
            <a:off x="1246188" y="296368"/>
            <a:ext cx="233363" cy="864380"/>
          </a:xfrm>
          <a:custGeom>
            <a:rect b="b" l="l" r="r" t="t"/>
            <a:pathLst>
              <a:path extrusionOk="0" h="493" w="147">
                <a:moveTo>
                  <a:pt x="33" y="0"/>
                </a:moveTo>
                <a:lnTo>
                  <a:pt x="0" y="0"/>
                </a:lnTo>
                <a:lnTo>
                  <a:pt x="114" y="248"/>
                </a:lnTo>
                <a:lnTo>
                  <a:pt x="0" y="493"/>
                </a:lnTo>
                <a:lnTo>
                  <a:pt x="33" y="493"/>
                </a:lnTo>
                <a:lnTo>
                  <a:pt x="147" y="248"/>
                </a:lnTo>
                <a:lnTo>
                  <a:pt x="33" y="0"/>
                </a:lnTo>
                <a:close/>
              </a:path>
            </a:pathLst>
          </a:custGeom>
          <a:solidFill>
            <a:srgbClr val="0B9C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225" name="Google Shape;225;p65"/>
          <p:cNvGrpSpPr/>
          <p:nvPr/>
        </p:nvGrpSpPr>
        <p:grpSpPr>
          <a:xfrm>
            <a:off x="515380" y="490848"/>
            <a:ext cx="470694" cy="475421"/>
            <a:chOff x="5540375" y="2868613"/>
            <a:chExt cx="1106488" cy="1117600"/>
          </a:xfrm>
        </p:grpSpPr>
        <p:sp>
          <p:nvSpPr>
            <p:cNvPr id="226" name="Google Shape;226;p65"/>
            <p:cNvSpPr/>
            <p:nvPr/>
          </p:nvSpPr>
          <p:spPr>
            <a:xfrm>
              <a:off x="5970588" y="3251201"/>
              <a:ext cx="676275" cy="517525"/>
            </a:xfrm>
            <a:custGeom>
              <a:rect b="b" l="l" r="r" t="t"/>
              <a:pathLst>
                <a:path extrusionOk="0" h="138" w="180">
                  <a:moveTo>
                    <a:pt x="40" y="42"/>
                  </a:moveTo>
                  <a:cubicBezTo>
                    <a:pt x="36" y="39"/>
                    <a:pt x="30" y="38"/>
                    <a:pt x="27" y="42"/>
                  </a:cubicBezTo>
                  <a:cubicBezTo>
                    <a:pt x="3" y="66"/>
                    <a:pt x="3" y="66"/>
                    <a:pt x="3" y="66"/>
                  </a:cubicBezTo>
                  <a:cubicBezTo>
                    <a:pt x="0" y="69"/>
                    <a:pt x="0" y="75"/>
                    <a:pt x="3" y="79"/>
                  </a:cubicBezTo>
                  <a:cubicBezTo>
                    <a:pt x="59" y="135"/>
                    <a:pt x="59" y="135"/>
                    <a:pt x="59" y="135"/>
                  </a:cubicBezTo>
                  <a:cubicBezTo>
                    <a:pt x="63" y="138"/>
                    <a:pt x="69" y="138"/>
                    <a:pt x="72" y="135"/>
                  </a:cubicBezTo>
                  <a:cubicBezTo>
                    <a:pt x="176" y="31"/>
                    <a:pt x="176" y="31"/>
                    <a:pt x="176" y="31"/>
                  </a:cubicBezTo>
                  <a:cubicBezTo>
                    <a:pt x="179" y="27"/>
                    <a:pt x="180" y="21"/>
                    <a:pt x="176" y="18"/>
                  </a:cubicBezTo>
                  <a:cubicBezTo>
                    <a:pt x="162" y="4"/>
                    <a:pt x="162" y="4"/>
                    <a:pt x="162" y="4"/>
                  </a:cubicBezTo>
                  <a:cubicBezTo>
                    <a:pt x="159" y="0"/>
                    <a:pt x="153" y="0"/>
                    <a:pt x="149" y="3"/>
                  </a:cubicBezTo>
                  <a:cubicBezTo>
                    <a:pt x="74" y="66"/>
                    <a:pt x="74" y="66"/>
                    <a:pt x="74" y="66"/>
                  </a:cubicBezTo>
                  <a:cubicBezTo>
                    <a:pt x="70" y="69"/>
                    <a:pt x="64" y="68"/>
                    <a:pt x="60" y="65"/>
                  </a:cubicBezTo>
                  <a:lnTo>
                    <a:pt x="40" y="42"/>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7" name="Google Shape;227;p65"/>
            <p:cNvSpPr/>
            <p:nvPr/>
          </p:nvSpPr>
          <p:spPr>
            <a:xfrm>
              <a:off x="5540375" y="2868613"/>
              <a:ext cx="941388" cy="1117600"/>
            </a:xfrm>
            <a:custGeom>
              <a:rect b="b" l="l" r="r" t="t"/>
              <a:pathLst>
                <a:path extrusionOk="0" h="298" w="251">
                  <a:moveTo>
                    <a:pt x="233" y="279"/>
                  </a:moveTo>
                  <a:cubicBezTo>
                    <a:pt x="19" y="279"/>
                    <a:pt x="19" y="279"/>
                    <a:pt x="19" y="279"/>
                  </a:cubicBezTo>
                  <a:cubicBezTo>
                    <a:pt x="19" y="38"/>
                    <a:pt x="19" y="38"/>
                    <a:pt x="19" y="38"/>
                  </a:cubicBezTo>
                  <a:cubicBezTo>
                    <a:pt x="44" y="38"/>
                    <a:pt x="44" y="38"/>
                    <a:pt x="44" y="38"/>
                  </a:cubicBezTo>
                  <a:cubicBezTo>
                    <a:pt x="44" y="47"/>
                    <a:pt x="44" y="47"/>
                    <a:pt x="44" y="47"/>
                  </a:cubicBezTo>
                  <a:cubicBezTo>
                    <a:pt x="44" y="52"/>
                    <a:pt x="48" y="57"/>
                    <a:pt x="54" y="57"/>
                  </a:cubicBezTo>
                  <a:cubicBezTo>
                    <a:pt x="56" y="57"/>
                    <a:pt x="56" y="57"/>
                    <a:pt x="56" y="57"/>
                  </a:cubicBezTo>
                  <a:cubicBezTo>
                    <a:pt x="61" y="57"/>
                    <a:pt x="65" y="52"/>
                    <a:pt x="65" y="47"/>
                  </a:cubicBezTo>
                  <a:cubicBezTo>
                    <a:pt x="65" y="38"/>
                    <a:pt x="65" y="38"/>
                    <a:pt x="65" y="38"/>
                  </a:cubicBezTo>
                  <a:cubicBezTo>
                    <a:pt x="92" y="38"/>
                    <a:pt x="92" y="38"/>
                    <a:pt x="92" y="38"/>
                  </a:cubicBezTo>
                  <a:cubicBezTo>
                    <a:pt x="92" y="47"/>
                    <a:pt x="92" y="47"/>
                    <a:pt x="92" y="47"/>
                  </a:cubicBezTo>
                  <a:cubicBezTo>
                    <a:pt x="92" y="52"/>
                    <a:pt x="97" y="57"/>
                    <a:pt x="102" y="57"/>
                  </a:cubicBezTo>
                  <a:cubicBezTo>
                    <a:pt x="104" y="57"/>
                    <a:pt x="104" y="57"/>
                    <a:pt x="104" y="57"/>
                  </a:cubicBezTo>
                  <a:cubicBezTo>
                    <a:pt x="109" y="57"/>
                    <a:pt x="113" y="52"/>
                    <a:pt x="113" y="47"/>
                  </a:cubicBezTo>
                  <a:cubicBezTo>
                    <a:pt x="113" y="38"/>
                    <a:pt x="113" y="38"/>
                    <a:pt x="113" y="38"/>
                  </a:cubicBezTo>
                  <a:cubicBezTo>
                    <a:pt x="140" y="38"/>
                    <a:pt x="140" y="38"/>
                    <a:pt x="140" y="38"/>
                  </a:cubicBezTo>
                  <a:cubicBezTo>
                    <a:pt x="140" y="47"/>
                    <a:pt x="140" y="47"/>
                    <a:pt x="140" y="47"/>
                  </a:cubicBezTo>
                  <a:cubicBezTo>
                    <a:pt x="140" y="52"/>
                    <a:pt x="145" y="57"/>
                    <a:pt x="150" y="57"/>
                  </a:cubicBezTo>
                  <a:cubicBezTo>
                    <a:pt x="152" y="57"/>
                    <a:pt x="152" y="57"/>
                    <a:pt x="152" y="57"/>
                  </a:cubicBezTo>
                  <a:cubicBezTo>
                    <a:pt x="157" y="57"/>
                    <a:pt x="161" y="52"/>
                    <a:pt x="161" y="47"/>
                  </a:cubicBezTo>
                  <a:cubicBezTo>
                    <a:pt x="161" y="38"/>
                    <a:pt x="161" y="38"/>
                    <a:pt x="161" y="38"/>
                  </a:cubicBezTo>
                  <a:cubicBezTo>
                    <a:pt x="189" y="38"/>
                    <a:pt x="189" y="38"/>
                    <a:pt x="189" y="38"/>
                  </a:cubicBezTo>
                  <a:cubicBezTo>
                    <a:pt x="189" y="47"/>
                    <a:pt x="189" y="47"/>
                    <a:pt x="189" y="47"/>
                  </a:cubicBezTo>
                  <a:cubicBezTo>
                    <a:pt x="189" y="52"/>
                    <a:pt x="193" y="57"/>
                    <a:pt x="198" y="57"/>
                  </a:cubicBezTo>
                  <a:cubicBezTo>
                    <a:pt x="200" y="57"/>
                    <a:pt x="200" y="57"/>
                    <a:pt x="200" y="57"/>
                  </a:cubicBezTo>
                  <a:cubicBezTo>
                    <a:pt x="205" y="57"/>
                    <a:pt x="210" y="52"/>
                    <a:pt x="210" y="47"/>
                  </a:cubicBezTo>
                  <a:cubicBezTo>
                    <a:pt x="210" y="38"/>
                    <a:pt x="210" y="38"/>
                    <a:pt x="210" y="38"/>
                  </a:cubicBezTo>
                  <a:cubicBezTo>
                    <a:pt x="215" y="38"/>
                    <a:pt x="215" y="38"/>
                    <a:pt x="215" y="38"/>
                  </a:cubicBezTo>
                  <a:cubicBezTo>
                    <a:pt x="233" y="55"/>
                    <a:pt x="233" y="55"/>
                    <a:pt x="233" y="55"/>
                  </a:cubicBezTo>
                  <a:cubicBezTo>
                    <a:pt x="233" y="114"/>
                    <a:pt x="233" y="114"/>
                    <a:pt x="233" y="114"/>
                  </a:cubicBezTo>
                  <a:cubicBezTo>
                    <a:pt x="251" y="98"/>
                    <a:pt x="251" y="98"/>
                    <a:pt x="251" y="98"/>
                  </a:cubicBezTo>
                  <a:cubicBezTo>
                    <a:pt x="251" y="47"/>
                    <a:pt x="251" y="47"/>
                    <a:pt x="251" y="47"/>
                  </a:cubicBezTo>
                  <a:cubicBezTo>
                    <a:pt x="223" y="19"/>
                    <a:pt x="223" y="19"/>
                    <a:pt x="223" y="19"/>
                  </a:cubicBezTo>
                  <a:cubicBezTo>
                    <a:pt x="210" y="19"/>
                    <a:pt x="210" y="19"/>
                    <a:pt x="210" y="19"/>
                  </a:cubicBezTo>
                  <a:cubicBezTo>
                    <a:pt x="210" y="10"/>
                    <a:pt x="210" y="10"/>
                    <a:pt x="210" y="10"/>
                  </a:cubicBezTo>
                  <a:cubicBezTo>
                    <a:pt x="210" y="4"/>
                    <a:pt x="205" y="0"/>
                    <a:pt x="200" y="0"/>
                  </a:cubicBezTo>
                  <a:cubicBezTo>
                    <a:pt x="198" y="0"/>
                    <a:pt x="198" y="0"/>
                    <a:pt x="198" y="0"/>
                  </a:cubicBezTo>
                  <a:cubicBezTo>
                    <a:pt x="193" y="0"/>
                    <a:pt x="189" y="4"/>
                    <a:pt x="189" y="10"/>
                  </a:cubicBezTo>
                  <a:cubicBezTo>
                    <a:pt x="189" y="19"/>
                    <a:pt x="189" y="19"/>
                    <a:pt x="189" y="19"/>
                  </a:cubicBezTo>
                  <a:cubicBezTo>
                    <a:pt x="161" y="19"/>
                    <a:pt x="161" y="19"/>
                    <a:pt x="161" y="19"/>
                  </a:cubicBezTo>
                  <a:cubicBezTo>
                    <a:pt x="161" y="10"/>
                    <a:pt x="161" y="10"/>
                    <a:pt x="161" y="10"/>
                  </a:cubicBezTo>
                  <a:cubicBezTo>
                    <a:pt x="161" y="4"/>
                    <a:pt x="157" y="0"/>
                    <a:pt x="152" y="0"/>
                  </a:cubicBezTo>
                  <a:cubicBezTo>
                    <a:pt x="150" y="0"/>
                    <a:pt x="150" y="0"/>
                    <a:pt x="150" y="0"/>
                  </a:cubicBezTo>
                  <a:cubicBezTo>
                    <a:pt x="145" y="0"/>
                    <a:pt x="140" y="4"/>
                    <a:pt x="140" y="10"/>
                  </a:cubicBezTo>
                  <a:cubicBezTo>
                    <a:pt x="140" y="19"/>
                    <a:pt x="140" y="19"/>
                    <a:pt x="140" y="19"/>
                  </a:cubicBezTo>
                  <a:cubicBezTo>
                    <a:pt x="113" y="19"/>
                    <a:pt x="113" y="19"/>
                    <a:pt x="113" y="19"/>
                  </a:cubicBezTo>
                  <a:cubicBezTo>
                    <a:pt x="113" y="10"/>
                    <a:pt x="113" y="10"/>
                    <a:pt x="113" y="10"/>
                  </a:cubicBezTo>
                  <a:cubicBezTo>
                    <a:pt x="113" y="4"/>
                    <a:pt x="109" y="0"/>
                    <a:pt x="104" y="0"/>
                  </a:cubicBezTo>
                  <a:cubicBezTo>
                    <a:pt x="102" y="0"/>
                    <a:pt x="102" y="0"/>
                    <a:pt x="102" y="0"/>
                  </a:cubicBezTo>
                  <a:cubicBezTo>
                    <a:pt x="97" y="0"/>
                    <a:pt x="92" y="4"/>
                    <a:pt x="92" y="10"/>
                  </a:cubicBezTo>
                  <a:cubicBezTo>
                    <a:pt x="92" y="19"/>
                    <a:pt x="92" y="19"/>
                    <a:pt x="92" y="19"/>
                  </a:cubicBezTo>
                  <a:cubicBezTo>
                    <a:pt x="65" y="19"/>
                    <a:pt x="65" y="19"/>
                    <a:pt x="65" y="19"/>
                  </a:cubicBezTo>
                  <a:cubicBezTo>
                    <a:pt x="65" y="10"/>
                    <a:pt x="65" y="10"/>
                    <a:pt x="65" y="10"/>
                  </a:cubicBezTo>
                  <a:cubicBezTo>
                    <a:pt x="65" y="4"/>
                    <a:pt x="61" y="0"/>
                    <a:pt x="56" y="0"/>
                  </a:cubicBezTo>
                  <a:cubicBezTo>
                    <a:pt x="54" y="0"/>
                    <a:pt x="54" y="0"/>
                    <a:pt x="54" y="0"/>
                  </a:cubicBezTo>
                  <a:cubicBezTo>
                    <a:pt x="48" y="0"/>
                    <a:pt x="44" y="4"/>
                    <a:pt x="44" y="10"/>
                  </a:cubicBezTo>
                  <a:cubicBezTo>
                    <a:pt x="44" y="19"/>
                    <a:pt x="44" y="19"/>
                    <a:pt x="44" y="19"/>
                  </a:cubicBezTo>
                  <a:cubicBezTo>
                    <a:pt x="0" y="19"/>
                    <a:pt x="0" y="19"/>
                    <a:pt x="0" y="19"/>
                  </a:cubicBezTo>
                  <a:cubicBezTo>
                    <a:pt x="0" y="298"/>
                    <a:pt x="0" y="298"/>
                    <a:pt x="0" y="298"/>
                  </a:cubicBezTo>
                  <a:cubicBezTo>
                    <a:pt x="251" y="298"/>
                    <a:pt x="251" y="298"/>
                    <a:pt x="251" y="298"/>
                  </a:cubicBezTo>
                  <a:cubicBezTo>
                    <a:pt x="251" y="199"/>
                    <a:pt x="251" y="199"/>
                    <a:pt x="251" y="199"/>
                  </a:cubicBezTo>
                  <a:cubicBezTo>
                    <a:pt x="233" y="218"/>
                    <a:pt x="233" y="218"/>
                    <a:pt x="233" y="218"/>
                  </a:cubicBezTo>
                  <a:lnTo>
                    <a:pt x="233" y="279"/>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更多信息(可选)">
  <p:cSld name="13#更多信息(可选)">
    <p:spTree>
      <p:nvGrpSpPr>
        <p:cNvPr id="228" name="Shape 228"/>
        <p:cNvGrpSpPr/>
        <p:nvPr/>
      </p:nvGrpSpPr>
      <p:grpSpPr>
        <a:xfrm>
          <a:off x="0" y="0"/>
          <a:ext cx="0" cy="0"/>
          <a:chOff x="0" y="0"/>
          <a:chExt cx="0" cy="0"/>
        </a:xfrm>
      </p:grpSpPr>
      <p:sp>
        <p:nvSpPr>
          <p:cNvPr id="229" name="Google Shape;229;p66"/>
          <p:cNvSpPr txBox="1"/>
          <p:nvPr>
            <p:ph idx="1" type="body"/>
          </p:nvPr>
        </p:nvSpPr>
        <p:spPr>
          <a:xfrm>
            <a:off x="451878" y="1242452"/>
            <a:ext cx="11306175" cy="4680000"/>
          </a:xfrm>
          <a:prstGeom prst="rect">
            <a:avLst/>
          </a:prstGeom>
          <a:noFill/>
          <a:ln>
            <a:noFill/>
          </a:ln>
        </p:spPr>
        <p:txBody>
          <a:bodyPr anchorCtr="0" anchor="t" bIns="40050" lIns="80125" spcFirstLastPara="1" rIns="80125" wrap="square" tIns="40050">
            <a:noAutofit/>
          </a:bodyPr>
          <a:lstStyle>
            <a:lvl1pPr indent="-298418" lvl="0" marL="457200" algn="just">
              <a:lnSpc>
                <a:spcPct val="140000"/>
              </a:lnSpc>
              <a:spcBef>
                <a:spcPts val="792"/>
              </a:spcBef>
              <a:spcAft>
                <a:spcPts val="0"/>
              </a:spcAft>
              <a:buClr>
                <a:schemeClr val="dk1"/>
              </a:buClr>
              <a:buSzPts val="1100"/>
              <a:buChar char="●"/>
              <a:defRPr>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228600" lvl="4" marL="2286000" algn="l">
              <a:lnSpc>
                <a:spcPct val="140000"/>
              </a:lnSpc>
              <a:spcBef>
                <a:spcPts val="576"/>
              </a:spcBef>
              <a:spcAft>
                <a:spcPts val="0"/>
              </a:spcAft>
              <a:buClr>
                <a:schemeClr val="dk1"/>
              </a:buClr>
              <a:buSzPts val="1399"/>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0" name="Google Shape;230;p66"/>
          <p:cNvSpPr txBox="1"/>
          <p:nvPr/>
        </p:nvSpPr>
        <p:spPr>
          <a:xfrm>
            <a:off x="1595500" y="408779"/>
            <a:ext cx="5040560" cy="639559"/>
          </a:xfrm>
          <a:prstGeom prst="rect">
            <a:avLst/>
          </a:prstGeom>
          <a:noFill/>
          <a:ln>
            <a:noFill/>
          </a:ln>
        </p:spPr>
        <p:txBody>
          <a:bodyPr anchorCtr="0" anchor="t" bIns="49975" lIns="99975" spcFirstLastPara="1" rIns="99975" wrap="square" tIns="49975">
            <a:spAutoFit/>
          </a:bodyPr>
          <a:lstStyle/>
          <a:p>
            <a:pPr indent="0" lvl="0" marL="0" marR="0" rtl="0" algn="l">
              <a:spcBef>
                <a:spcPts val="0"/>
              </a:spcBef>
              <a:spcAft>
                <a:spcPts val="0"/>
              </a:spcAft>
              <a:buNone/>
            </a:pPr>
            <a:r>
              <a:rPr b="1" lang="en-US" sz="3500">
                <a:solidFill>
                  <a:schemeClr val="dk1"/>
                </a:solidFill>
                <a:latin typeface="Arial"/>
                <a:ea typeface="Arial"/>
                <a:cs typeface="Arial"/>
                <a:sym typeface="Arial"/>
              </a:rPr>
              <a:t>More Information</a:t>
            </a:r>
            <a:endParaRPr b="1" sz="3500">
              <a:solidFill>
                <a:schemeClr val="dk1"/>
              </a:solidFill>
              <a:latin typeface="Arial"/>
              <a:ea typeface="Arial"/>
              <a:cs typeface="Arial"/>
              <a:sym typeface="Arial"/>
            </a:endParaRPr>
          </a:p>
        </p:txBody>
      </p:sp>
      <p:sp>
        <p:nvSpPr>
          <p:cNvPr id="231" name="Google Shape;231;p66"/>
          <p:cNvSpPr/>
          <p:nvPr/>
        </p:nvSpPr>
        <p:spPr>
          <a:xfrm>
            <a:off x="3113" y="296368"/>
            <a:ext cx="1376363" cy="864380"/>
          </a:xfrm>
          <a:custGeom>
            <a:rect b="b" l="l" r="r" t="t"/>
            <a:pathLst>
              <a:path extrusionOk="0" h="493" w="867">
                <a:moveTo>
                  <a:pt x="756" y="493"/>
                </a:moveTo>
                <a:lnTo>
                  <a:pt x="0" y="493"/>
                </a:lnTo>
                <a:lnTo>
                  <a:pt x="0" y="0"/>
                </a:lnTo>
                <a:lnTo>
                  <a:pt x="756" y="0"/>
                </a:lnTo>
                <a:lnTo>
                  <a:pt x="867" y="248"/>
                </a:lnTo>
                <a:lnTo>
                  <a:pt x="756" y="493"/>
                </a:lnTo>
                <a:close/>
              </a:path>
            </a:pathLst>
          </a:custGeom>
          <a:solidFill>
            <a:srgbClr val="00B0F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2" name="Google Shape;232;p66"/>
          <p:cNvSpPr/>
          <p:nvPr/>
        </p:nvSpPr>
        <p:spPr>
          <a:xfrm>
            <a:off x="1246188" y="296368"/>
            <a:ext cx="233363" cy="864380"/>
          </a:xfrm>
          <a:custGeom>
            <a:rect b="b" l="l" r="r" t="t"/>
            <a:pathLst>
              <a:path extrusionOk="0" h="493" w="147">
                <a:moveTo>
                  <a:pt x="33" y="0"/>
                </a:moveTo>
                <a:lnTo>
                  <a:pt x="0" y="0"/>
                </a:lnTo>
                <a:lnTo>
                  <a:pt x="114" y="248"/>
                </a:lnTo>
                <a:lnTo>
                  <a:pt x="0" y="493"/>
                </a:lnTo>
                <a:lnTo>
                  <a:pt x="33" y="493"/>
                </a:lnTo>
                <a:lnTo>
                  <a:pt x="147" y="248"/>
                </a:lnTo>
                <a:lnTo>
                  <a:pt x="33" y="0"/>
                </a:lnTo>
                <a:close/>
              </a:path>
            </a:pathLst>
          </a:custGeom>
          <a:solidFill>
            <a:srgbClr val="0B9C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233" name="Google Shape;233;p66"/>
          <p:cNvGrpSpPr/>
          <p:nvPr/>
        </p:nvGrpSpPr>
        <p:grpSpPr>
          <a:xfrm>
            <a:off x="479376" y="480268"/>
            <a:ext cx="496581" cy="496581"/>
            <a:chOff x="4485904" y="3429000"/>
            <a:chExt cx="2003425" cy="2003425"/>
          </a:xfrm>
        </p:grpSpPr>
        <p:sp>
          <p:nvSpPr>
            <p:cNvPr id="234" name="Google Shape;234;p66"/>
            <p:cNvSpPr/>
            <p:nvPr/>
          </p:nvSpPr>
          <p:spPr>
            <a:xfrm>
              <a:off x="4485904" y="3429000"/>
              <a:ext cx="2003425" cy="2003425"/>
            </a:xfrm>
            <a:custGeom>
              <a:rect b="b" l="l" r="r" t="t"/>
              <a:pathLst>
                <a:path extrusionOk="0" h="1338" w="1338">
                  <a:moveTo>
                    <a:pt x="669" y="0"/>
                  </a:moveTo>
                  <a:cubicBezTo>
                    <a:pt x="1039" y="0"/>
                    <a:pt x="1338" y="299"/>
                    <a:pt x="1338" y="669"/>
                  </a:cubicBezTo>
                  <a:cubicBezTo>
                    <a:pt x="1338" y="1039"/>
                    <a:pt x="1039" y="1338"/>
                    <a:pt x="669" y="1338"/>
                  </a:cubicBezTo>
                  <a:cubicBezTo>
                    <a:pt x="299" y="1338"/>
                    <a:pt x="0" y="1039"/>
                    <a:pt x="0" y="669"/>
                  </a:cubicBezTo>
                  <a:cubicBezTo>
                    <a:pt x="0" y="299"/>
                    <a:pt x="299" y="0"/>
                    <a:pt x="669" y="0"/>
                  </a:cubicBezTo>
                  <a:close/>
                  <a:moveTo>
                    <a:pt x="669" y="92"/>
                  </a:moveTo>
                  <a:cubicBezTo>
                    <a:pt x="988" y="92"/>
                    <a:pt x="1246" y="350"/>
                    <a:pt x="1246" y="669"/>
                  </a:cubicBezTo>
                  <a:cubicBezTo>
                    <a:pt x="1246" y="988"/>
                    <a:pt x="988" y="1246"/>
                    <a:pt x="669" y="1246"/>
                  </a:cubicBezTo>
                  <a:cubicBezTo>
                    <a:pt x="350" y="1246"/>
                    <a:pt x="92" y="988"/>
                    <a:pt x="92" y="669"/>
                  </a:cubicBezTo>
                  <a:cubicBezTo>
                    <a:pt x="92" y="350"/>
                    <a:pt x="350" y="92"/>
                    <a:pt x="669" y="92"/>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5" name="Google Shape;235;p66"/>
            <p:cNvSpPr/>
            <p:nvPr/>
          </p:nvSpPr>
          <p:spPr>
            <a:xfrm>
              <a:off x="4978029" y="4324350"/>
              <a:ext cx="212725" cy="212725"/>
            </a:xfrm>
            <a:custGeom>
              <a:rect b="b" l="l" r="r" t="t"/>
              <a:pathLst>
                <a:path extrusionOk="0" h="142" w="142">
                  <a:moveTo>
                    <a:pt x="0" y="72"/>
                  </a:moveTo>
                  <a:cubicBezTo>
                    <a:pt x="0" y="70"/>
                    <a:pt x="0" y="70"/>
                    <a:pt x="0" y="70"/>
                  </a:cubicBezTo>
                  <a:cubicBezTo>
                    <a:pt x="0" y="32"/>
                    <a:pt x="32" y="0"/>
                    <a:pt x="71" y="0"/>
                  </a:cubicBezTo>
                  <a:cubicBezTo>
                    <a:pt x="71" y="0"/>
                    <a:pt x="71" y="0"/>
                    <a:pt x="71" y="0"/>
                  </a:cubicBezTo>
                  <a:cubicBezTo>
                    <a:pt x="110" y="0"/>
                    <a:pt x="142" y="32"/>
                    <a:pt x="142" y="70"/>
                  </a:cubicBezTo>
                  <a:cubicBezTo>
                    <a:pt x="142" y="72"/>
                    <a:pt x="142" y="72"/>
                    <a:pt x="142" y="72"/>
                  </a:cubicBezTo>
                  <a:cubicBezTo>
                    <a:pt x="142" y="110"/>
                    <a:pt x="110" y="142"/>
                    <a:pt x="71" y="142"/>
                  </a:cubicBezTo>
                  <a:cubicBezTo>
                    <a:pt x="71" y="142"/>
                    <a:pt x="71" y="142"/>
                    <a:pt x="71" y="142"/>
                  </a:cubicBezTo>
                  <a:cubicBezTo>
                    <a:pt x="32" y="142"/>
                    <a:pt x="0" y="110"/>
                    <a:pt x="0" y="72"/>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6" name="Google Shape;236;p66"/>
            <p:cNvSpPr/>
            <p:nvPr/>
          </p:nvSpPr>
          <p:spPr>
            <a:xfrm>
              <a:off x="5395542" y="4324350"/>
              <a:ext cx="211138" cy="212725"/>
            </a:xfrm>
            <a:custGeom>
              <a:rect b="b" l="l" r="r" t="t"/>
              <a:pathLst>
                <a:path extrusionOk="0" h="142" w="141">
                  <a:moveTo>
                    <a:pt x="0" y="72"/>
                  </a:moveTo>
                  <a:cubicBezTo>
                    <a:pt x="0" y="70"/>
                    <a:pt x="0" y="70"/>
                    <a:pt x="0" y="70"/>
                  </a:cubicBezTo>
                  <a:cubicBezTo>
                    <a:pt x="0" y="32"/>
                    <a:pt x="31" y="0"/>
                    <a:pt x="70" y="0"/>
                  </a:cubicBezTo>
                  <a:cubicBezTo>
                    <a:pt x="70" y="0"/>
                    <a:pt x="70" y="0"/>
                    <a:pt x="70" y="0"/>
                  </a:cubicBezTo>
                  <a:cubicBezTo>
                    <a:pt x="109" y="0"/>
                    <a:pt x="141" y="32"/>
                    <a:pt x="141" y="70"/>
                  </a:cubicBezTo>
                  <a:cubicBezTo>
                    <a:pt x="141" y="72"/>
                    <a:pt x="141" y="72"/>
                    <a:pt x="141" y="72"/>
                  </a:cubicBezTo>
                  <a:cubicBezTo>
                    <a:pt x="141" y="110"/>
                    <a:pt x="109" y="142"/>
                    <a:pt x="70" y="142"/>
                  </a:cubicBezTo>
                  <a:cubicBezTo>
                    <a:pt x="70" y="142"/>
                    <a:pt x="70" y="142"/>
                    <a:pt x="70" y="142"/>
                  </a:cubicBezTo>
                  <a:cubicBezTo>
                    <a:pt x="31" y="142"/>
                    <a:pt x="0" y="110"/>
                    <a:pt x="0" y="72"/>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7" name="Google Shape;237;p66"/>
            <p:cNvSpPr/>
            <p:nvPr/>
          </p:nvSpPr>
          <p:spPr>
            <a:xfrm>
              <a:off x="5809879" y="4324350"/>
              <a:ext cx="211138" cy="212725"/>
            </a:xfrm>
            <a:custGeom>
              <a:rect b="b" l="l" r="r" t="t"/>
              <a:pathLst>
                <a:path extrusionOk="0" h="142" w="141">
                  <a:moveTo>
                    <a:pt x="0" y="72"/>
                  </a:moveTo>
                  <a:cubicBezTo>
                    <a:pt x="0" y="70"/>
                    <a:pt x="0" y="70"/>
                    <a:pt x="0" y="70"/>
                  </a:cubicBezTo>
                  <a:cubicBezTo>
                    <a:pt x="0" y="32"/>
                    <a:pt x="32" y="0"/>
                    <a:pt x="70" y="0"/>
                  </a:cubicBezTo>
                  <a:cubicBezTo>
                    <a:pt x="70" y="0"/>
                    <a:pt x="70" y="0"/>
                    <a:pt x="70" y="0"/>
                  </a:cubicBezTo>
                  <a:cubicBezTo>
                    <a:pt x="109" y="0"/>
                    <a:pt x="141" y="32"/>
                    <a:pt x="141" y="70"/>
                  </a:cubicBezTo>
                  <a:cubicBezTo>
                    <a:pt x="141" y="72"/>
                    <a:pt x="141" y="72"/>
                    <a:pt x="141" y="72"/>
                  </a:cubicBezTo>
                  <a:cubicBezTo>
                    <a:pt x="141" y="110"/>
                    <a:pt x="109" y="142"/>
                    <a:pt x="70" y="142"/>
                  </a:cubicBezTo>
                  <a:cubicBezTo>
                    <a:pt x="70" y="142"/>
                    <a:pt x="70" y="142"/>
                    <a:pt x="70" y="142"/>
                  </a:cubicBezTo>
                  <a:cubicBezTo>
                    <a:pt x="32" y="142"/>
                    <a:pt x="0" y="110"/>
                    <a:pt x="0" y="72"/>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学习推荐(可选)">
  <p:cSld name="14#学习推荐(可选)">
    <p:spTree>
      <p:nvGrpSpPr>
        <p:cNvPr id="238" name="Shape 238"/>
        <p:cNvGrpSpPr/>
        <p:nvPr/>
      </p:nvGrpSpPr>
      <p:grpSpPr>
        <a:xfrm>
          <a:off x="0" y="0"/>
          <a:ext cx="0" cy="0"/>
          <a:chOff x="0" y="0"/>
          <a:chExt cx="0" cy="0"/>
        </a:xfrm>
      </p:grpSpPr>
      <p:sp>
        <p:nvSpPr>
          <p:cNvPr id="239" name="Google Shape;239;p67"/>
          <p:cNvSpPr txBox="1"/>
          <p:nvPr>
            <p:ph idx="1" type="body"/>
          </p:nvPr>
        </p:nvSpPr>
        <p:spPr>
          <a:xfrm>
            <a:off x="451878" y="1242452"/>
            <a:ext cx="11306175" cy="4680000"/>
          </a:xfrm>
          <a:prstGeom prst="rect">
            <a:avLst/>
          </a:prstGeom>
          <a:noFill/>
          <a:ln>
            <a:noFill/>
          </a:ln>
        </p:spPr>
        <p:txBody>
          <a:bodyPr anchorCtr="0" anchor="t" bIns="40050" lIns="80125" spcFirstLastPara="1" rIns="80125" wrap="square" tIns="40050">
            <a:noAutofit/>
          </a:bodyPr>
          <a:lstStyle>
            <a:lvl1pPr indent="-298418" lvl="0" marL="457200" algn="just">
              <a:lnSpc>
                <a:spcPct val="140000"/>
              </a:lnSpc>
              <a:spcBef>
                <a:spcPts val="792"/>
              </a:spcBef>
              <a:spcAft>
                <a:spcPts val="0"/>
              </a:spcAft>
              <a:buClr>
                <a:schemeClr val="dk1"/>
              </a:buClr>
              <a:buSzPts val="1100"/>
              <a:buChar char="●"/>
              <a:defRPr>
                <a:latin typeface="Arial"/>
                <a:ea typeface="Arial"/>
                <a:cs typeface="Arial"/>
                <a:sym typeface="Arial"/>
              </a:defRPr>
            </a:lvl1pPr>
            <a:lvl2pPr indent="-285750" lvl="1" marL="914400" algn="l">
              <a:lnSpc>
                <a:spcPct val="140000"/>
              </a:lnSpc>
              <a:spcBef>
                <a:spcPts val="720"/>
              </a:spcBef>
              <a:spcAft>
                <a:spcPts val="0"/>
              </a:spcAft>
              <a:buClr>
                <a:schemeClr val="dk1"/>
              </a:buClr>
              <a:buSzPts val="900"/>
              <a:buChar char="🞐"/>
              <a:defRPr/>
            </a:lvl2pPr>
            <a:lvl3pPr indent="-285750" lvl="2" marL="1371600" algn="l">
              <a:lnSpc>
                <a:spcPct val="140000"/>
              </a:lnSpc>
              <a:spcBef>
                <a:spcPts val="648"/>
              </a:spcBef>
              <a:spcAft>
                <a:spcPts val="0"/>
              </a:spcAft>
              <a:buClr>
                <a:schemeClr val="dk1"/>
              </a:buClr>
              <a:buSzPts val="900"/>
              <a:buChar char="■"/>
              <a:defRPr/>
            </a:lvl3pPr>
            <a:lvl4pPr indent="-342900" lvl="3" marL="1828800" algn="l">
              <a:lnSpc>
                <a:spcPct val="140000"/>
              </a:lnSpc>
              <a:spcBef>
                <a:spcPts val="576"/>
              </a:spcBef>
              <a:spcAft>
                <a:spcPts val="0"/>
              </a:spcAft>
              <a:buClr>
                <a:schemeClr val="dk1"/>
              </a:buClr>
              <a:buSzPts val="1800"/>
              <a:buChar char="−"/>
              <a:defRPr/>
            </a:lvl4pPr>
            <a:lvl5pPr indent="-342900" lvl="4" marL="2286000" algn="l">
              <a:lnSpc>
                <a:spcPct val="140000"/>
              </a:lnSpc>
              <a:spcBef>
                <a:spcPts val="576"/>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0" name="Google Shape;240;p67"/>
          <p:cNvSpPr txBox="1"/>
          <p:nvPr/>
        </p:nvSpPr>
        <p:spPr>
          <a:xfrm>
            <a:off x="1595500" y="408779"/>
            <a:ext cx="5040560" cy="639559"/>
          </a:xfrm>
          <a:prstGeom prst="rect">
            <a:avLst/>
          </a:prstGeom>
          <a:noFill/>
          <a:ln>
            <a:noFill/>
          </a:ln>
        </p:spPr>
        <p:txBody>
          <a:bodyPr anchorCtr="0" anchor="t" bIns="49975" lIns="99975" spcFirstLastPara="1" rIns="99975" wrap="square" tIns="49975">
            <a:spAutoFit/>
          </a:bodyPr>
          <a:lstStyle/>
          <a:p>
            <a:pPr indent="0" lvl="0" marL="0" marR="0" rtl="0" algn="l">
              <a:spcBef>
                <a:spcPts val="0"/>
              </a:spcBef>
              <a:spcAft>
                <a:spcPts val="0"/>
              </a:spcAft>
              <a:buNone/>
            </a:pPr>
            <a:r>
              <a:rPr b="1" lang="en-US" sz="3500">
                <a:solidFill>
                  <a:schemeClr val="dk1"/>
                </a:solidFill>
                <a:latin typeface="Arial"/>
                <a:ea typeface="Arial"/>
                <a:cs typeface="Arial"/>
                <a:sym typeface="Arial"/>
              </a:rPr>
              <a:t>Recommendations</a:t>
            </a:r>
            <a:endParaRPr b="1" sz="3500">
              <a:solidFill>
                <a:schemeClr val="dk1"/>
              </a:solidFill>
              <a:latin typeface="Arial"/>
              <a:ea typeface="Arial"/>
              <a:cs typeface="Arial"/>
              <a:sym typeface="Arial"/>
            </a:endParaRPr>
          </a:p>
        </p:txBody>
      </p:sp>
      <p:sp>
        <p:nvSpPr>
          <p:cNvPr id="241" name="Google Shape;241;p67"/>
          <p:cNvSpPr/>
          <p:nvPr/>
        </p:nvSpPr>
        <p:spPr>
          <a:xfrm>
            <a:off x="3113" y="296368"/>
            <a:ext cx="1376363" cy="864380"/>
          </a:xfrm>
          <a:custGeom>
            <a:rect b="b" l="l" r="r" t="t"/>
            <a:pathLst>
              <a:path extrusionOk="0" h="493" w="867">
                <a:moveTo>
                  <a:pt x="756" y="493"/>
                </a:moveTo>
                <a:lnTo>
                  <a:pt x="0" y="493"/>
                </a:lnTo>
                <a:lnTo>
                  <a:pt x="0" y="0"/>
                </a:lnTo>
                <a:lnTo>
                  <a:pt x="756" y="0"/>
                </a:lnTo>
                <a:lnTo>
                  <a:pt x="867" y="248"/>
                </a:lnTo>
                <a:lnTo>
                  <a:pt x="756" y="493"/>
                </a:lnTo>
                <a:close/>
              </a:path>
            </a:pathLst>
          </a:custGeom>
          <a:solidFill>
            <a:srgbClr val="00B0F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2" name="Google Shape;242;p67"/>
          <p:cNvSpPr/>
          <p:nvPr/>
        </p:nvSpPr>
        <p:spPr>
          <a:xfrm>
            <a:off x="1246188" y="296368"/>
            <a:ext cx="233363" cy="864380"/>
          </a:xfrm>
          <a:custGeom>
            <a:rect b="b" l="l" r="r" t="t"/>
            <a:pathLst>
              <a:path extrusionOk="0" h="493" w="147">
                <a:moveTo>
                  <a:pt x="33" y="0"/>
                </a:moveTo>
                <a:lnTo>
                  <a:pt x="0" y="0"/>
                </a:lnTo>
                <a:lnTo>
                  <a:pt x="114" y="248"/>
                </a:lnTo>
                <a:lnTo>
                  <a:pt x="0" y="493"/>
                </a:lnTo>
                <a:lnTo>
                  <a:pt x="33" y="493"/>
                </a:lnTo>
                <a:lnTo>
                  <a:pt x="147" y="248"/>
                </a:lnTo>
                <a:lnTo>
                  <a:pt x="33" y="0"/>
                </a:lnTo>
                <a:close/>
              </a:path>
            </a:pathLst>
          </a:custGeom>
          <a:solidFill>
            <a:srgbClr val="0B9C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243" name="Google Shape;243;p67"/>
          <p:cNvGrpSpPr/>
          <p:nvPr/>
        </p:nvGrpSpPr>
        <p:grpSpPr>
          <a:xfrm>
            <a:off x="515380" y="456929"/>
            <a:ext cx="461963" cy="485190"/>
            <a:chOff x="-779463" y="1835151"/>
            <a:chExt cx="1136650" cy="1193799"/>
          </a:xfrm>
        </p:grpSpPr>
        <p:sp>
          <p:nvSpPr>
            <p:cNvPr id="244" name="Google Shape;244;p67"/>
            <p:cNvSpPr/>
            <p:nvPr/>
          </p:nvSpPr>
          <p:spPr>
            <a:xfrm>
              <a:off x="-727075" y="2262188"/>
              <a:ext cx="1031875" cy="625475"/>
            </a:xfrm>
            <a:custGeom>
              <a:rect b="b" l="l" r="r" t="t"/>
              <a:pathLst>
                <a:path extrusionOk="0" h="587" w="968">
                  <a:moveTo>
                    <a:pt x="946" y="587"/>
                  </a:moveTo>
                  <a:cubicBezTo>
                    <a:pt x="22" y="587"/>
                    <a:pt x="22" y="587"/>
                    <a:pt x="22" y="587"/>
                  </a:cubicBezTo>
                  <a:cubicBezTo>
                    <a:pt x="10" y="587"/>
                    <a:pt x="0" y="577"/>
                    <a:pt x="0" y="565"/>
                  </a:cubicBezTo>
                  <a:cubicBezTo>
                    <a:pt x="0" y="63"/>
                    <a:pt x="0" y="63"/>
                    <a:pt x="0" y="63"/>
                  </a:cubicBezTo>
                  <a:cubicBezTo>
                    <a:pt x="0" y="28"/>
                    <a:pt x="28" y="0"/>
                    <a:pt x="62" y="0"/>
                  </a:cubicBezTo>
                  <a:cubicBezTo>
                    <a:pt x="104" y="0"/>
                    <a:pt x="104" y="0"/>
                    <a:pt x="104" y="0"/>
                  </a:cubicBezTo>
                  <a:cubicBezTo>
                    <a:pt x="116" y="0"/>
                    <a:pt x="126" y="10"/>
                    <a:pt x="126" y="22"/>
                  </a:cubicBezTo>
                  <a:cubicBezTo>
                    <a:pt x="126" y="34"/>
                    <a:pt x="116" y="43"/>
                    <a:pt x="104" y="43"/>
                  </a:cubicBezTo>
                  <a:cubicBezTo>
                    <a:pt x="62" y="43"/>
                    <a:pt x="62" y="43"/>
                    <a:pt x="62" y="43"/>
                  </a:cubicBezTo>
                  <a:cubicBezTo>
                    <a:pt x="52" y="43"/>
                    <a:pt x="43" y="52"/>
                    <a:pt x="43" y="63"/>
                  </a:cubicBezTo>
                  <a:cubicBezTo>
                    <a:pt x="43" y="544"/>
                    <a:pt x="43" y="544"/>
                    <a:pt x="43" y="544"/>
                  </a:cubicBezTo>
                  <a:cubicBezTo>
                    <a:pt x="925" y="544"/>
                    <a:pt x="925" y="544"/>
                    <a:pt x="925" y="544"/>
                  </a:cubicBezTo>
                  <a:cubicBezTo>
                    <a:pt x="925" y="63"/>
                    <a:pt x="925" y="63"/>
                    <a:pt x="925" y="63"/>
                  </a:cubicBezTo>
                  <a:cubicBezTo>
                    <a:pt x="925" y="52"/>
                    <a:pt x="916" y="43"/>
                    <a:pt x="906" y="43"/>
                  </a:cubicBezTo>
                  <a:cubicBezTo>
                    <a:pt x="859" y="43"/>
                    <a:pt x="859" y="43"/>
                    <a:pt x="859" y="43"/>
                  </a:cubicBezTo>
                  <a:cubicBezTo>
                    <a:pt x="847" y="43"/>
                    <a:pt x="837" y="34"/>
                    <a:pt x="837" y="22"/>
                  </a:cubicBezTo>
                  <a:cubicBezTo>
                    <a:pt x="837" y="10"/>
                    <a:pt x="847" y="0"/>
                    <a:pt x="859" y="0"/>
                  </a:cubicBezTo>
                  <a:cubicBezTo>
                    <a:pt x="906" y="0"/>
                    <a:pt x="906" y="0"/>
                    <a:pt x="906" y="0"/>
                  </a:cubicBezTo>
                  <a:cubicBezTo>
                    <a:pt x="940" y="0"/>
                    <a:pt x="968" y="28"/>
                    <a:pt x="968" y="63"/>
                  </a:cubicBezTo>
                  <a:cubicBezTo>
                    <a:pt x="968" y="565"/>
                    <a:pt x="968" y="565"/>
                    <a:pt x="968" y="565"/>
                  </a:cubicBezTo>
                  <a:cubicBezTo>
                    <a:pt x="968" y="577"/>
                    <a:pt x="958" y="587"/>
                    <a:pt x="946" y="587"/>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5" name="Google Shape;245;p67"/>
            <p:cNvSpPr/>
            <p:nvPr/>
          </p:nvSpPr>
          <p:spPr>
            <a:xfrm>
              <a:off x="-779463" y="2841625"/>
              <a:ext cx="1136650" cy="187325"/>
            </a:xfrm>
            <a:custGeom>
              <a:rect b="b" l="l" r="r" t="t"/>
              <a:pathLst>
                <a:path extrusionOk="0" h="176" w="1066">
                  <a:moveTo>
                    <a:pt x="1024" y="176"/>
                  </a:moveTo>
                  <a:cubicBezTo>
                    <a:pt x="42" y="176"/>
                    <a:pt x="42" y="176"/>
                    <a:pt x="42" y="176"/>
                  </a:cubicBezTo>
                  <a:cubicBezTo>
                    <a:pt x="19" y="176"/>
                    <a:pt x="0" y="157"/>
                    <a:pt x="0" y="134"/>
                  </a:cubicBezTo>
                  <a:cubicBezTo>
                    <a:pt x="0" y="42"/>
                    <a:pt x="0" y="42"/>
                    <a:pt x="0" y="42"/>
                  </a:cubicBezTo>
                  <a:cubicBezTo>
                    <a:pt x="0" y="18"/>
                    <a:pt x="19" y="0"/>
                    <a:pt x="42" y="0"/>
                  </a:cubicBezTo>
                  <a:cubicBezTo>
                    <a:pt x="1024" y="0"/>
                    <a:pt x="1024" y="0"/>
                    <a:pt x="1024" y="0"/>
                  </a:cubicBezTo>
                  <a:cubicBezTo>
                    <a:pt x="1047" y="0"/>
                    <a:pt x="1066" y="18"/>
                    <a:pt x="1066" y="42"/>
                  </a:cubicBezTo>
                  <a:cubicBezTo>
                    <a:pt x="1066" y="134"/>
                    <a:pt x="1066" y="134"/>
                    <a:pt x="1066" y="134"/>
                  </a:cubicBezTo>
                  <a:cubicBezTo>
                    <a:pt x="1066" y="157"/>
                    <a:pt x="1047" y="176"/>
                    <a:pt x="1024" y="176"/>
                  </a:cubicBezTo>
                  <a:close/>
                  <a:moveTo>
                    <a:pt x="1023" y="42"/>
                  </a:moveTo>
                  <a:cubicBezTo>
                    <a:pt x="42" y="43"/>
                    <a:pt x="42" y="43"/>
                    <a:pt x="42" y="43"/>
                  </a:cubicBezTo>
                  <a:cubicBezTo>
                    <a:pt x="43" y="134"/>
                    <a:pt x="43" y="134"/>
                    <a:pt x="43" y="134"/>
                  </a:cubicBezTo>
                  <a:cubicBezTo>
                    <a:pt x="1023" y="133"/>
                    <a:pt x="1023" y="133"/>
                    <a:pt x="1023" y="133"/>
                  </a:cubicBezTo>
                  <a:lnTo>
                    <a:pt x="1023" y="42"/>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6" name="Google Shape;246;p67"/>
            <p:cNvSpPr/>
            <p:nvPr/>
          </p:nvSpPr>
          <p:spPr>
            <a:xfrm>
              <a:off x="-303213" y="2911475"/>
              <a:ext cx="184150" cy="46037"/>
            </a:xfrm>
            <a:custGeom>
              <a:rect b="b" l="l" r="r" t="t"/>
              <a:pathLst>
                <a:path extrusionOk="0" h="43" w="172">
                  <a:moveTo>
                    <a:pt x="151" y="43"/>
                  </a:moveTo>
                  <a:cubicBezTo>
                    <a:pt x="21" y="43"/>
                    <a:pt x="21" y="43"/>
                    <a:pt x="21" y="43"/>
                  </a:cubicBezTo>
                  <a:cubicBezTo>
                    <a:pt x="10" y="43"/>
                    <a:pt x="0" y="34"/>
                    <a:pt x="0" y="22"/>
                  </a:cubicBezTo>
                  <a:cubicBezTo>
                    <a:pt x="0" y="10"/>
                    <a:pt x="10" y="0"/>
                    <a:pt x="21" y="0"/>
                  </a:cubicBezTo>
                  <a:cubicBezTo>
                    <a:pt x="151" y="0"/>
                    <a:pt x="151" y="0"/>
                    <a:pt x="151" y="0"/>
                  </a:cubicBezTo>
                  <a:cubicBezTo>
                    <a:pt x="162" y="0"/>
                    <a:pt x="172" y="10"/>
                    <a:pt x="172" y="22"/>
                  </a:cubicBezTo>
                  <a:cubicBezTo>
                    <a:pt x="172" y="34"/>
                    <a:pt x="162" y="43"/>
                    <a:pt x="151" y="43"/>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7" name="Google Shape;247;p67"/>
            <p:cNvSpPr/>
            <p:nvPr/>
          </p:nvSpPr>
          <p:spPr>
            <a:xfrm>
              <a:off x="-568325" y="1835151"/>
              <a:ext cx="712788" cy="852487"/>
            </a:xfrm>
            <a:custGeom>
              <a:rect b="b" l="l" r="r" t="t"/>
              <a:pathLst>
                <a:path extrusionOk="0" h="800" w="668">
                  <a:moveTo>
                    <a:pt x="335" y="800"/>
                  </a:moveTo>
                  <a:cubicBezTo>
                    <a:pt x="327" y="800"/>
                    <a:pt x="320" y="796"/>
                    <a:pt x="316" y="789"/>
                  </a:cubicBezTo>
                  <a:cubicBezTo>
                    <a:pt x="246" y="662"/>
                    <a:pt x="246" y="662"/>
                    <a:pt x="246" y="662"/>
                  </a:cubicBezTo>
                  <a:cubicBezTo>
                    <a:pt x="165" y="638"/>
                    <a:pt x="97" y="582"/>
                    <a:pt x="57" y="508"/>
                  </a:cubicBezTo>
                  <a:cubicBezTo>
                    <a:pt x="54" y="502"/>
                    <a:pt x="52" y="497"/>
                    <a:pt x="49" y="492"/>
                  </a:cubicBezTo>
                  <a:cubicBezTo>
                    <a:pt x="0" y="385"/>
                    <a:pt x="13" y="261"/>
                    <a:pt x="84" y="168"/>
                  </a:cubicBezTo>
                  <a:cubicBezTo>
                    <a:pt x="115" y="127"/>
                    <a:pt x="155" y="95"/>
                    <a:pt x="202" y="73"/>
                  </a:cubicBezTo>
                  <a:cubicBezTo>
                    <a:pt x="360" y="0"/>
                    <a:pt x="548" y="69"/>
                    <a:pt x="621" y="226"/>
                  </a:cubicBezTo>
                  <a:cubicBezTo>
                    <a:pt x="621" y="226"/>
                    <a:pt x="621" y="226"/>
                    <a:pt x="621" y="226"/>
                  </a:cubicBezTo>
                  <a:cubicBezTo>
                    <a:pt x="668" y="327"/>
                    <a:pt x="658" y="447"/>
                    <a:pt x="594" y="538"/>
                  </a:cubicBezTo>
                  <a:cubicBezTo>
                    <a:pt x="563" y="584"/>
                    <a:pt x="519" y="621"/>
                    <a:pt x="468" y="645"/>
                  </a:cubicBezTo>
                  <a:cubicBezTo>
                    <a:pt x="450" y="653"/>
                    <a:pt x="431" y="660"/>
                    <a:pt x="412" y="665"/>
                  </a:cubicBezTo>
                  <a:cubicBezTo>
                    <a:pt x="355" y="787"/>
                    <a:pt x="355" y="787"/>
                    <a:pt x="355" y="787"/>
                  </a:cubicBezTo>
                  <a:cubicBezTo>
                    <a:pt x="351" y="795"/>
                    <a:pt x="344" y="800"/>
                    <a:pt x="336" y="800"/>
                  </a:cubicBezTo>
                  <a:cubicBezTo>
                    <a:pt x="335" y="800"/>
                    <a:pt x="335" y="800"/>
                    <a:pt x="335" y="800"/>
                  </a:cubicBezTo>
                  <a:close/>
                  <a:moveTo>
                    <a:pt x="334" y="87"/>
                  </a:moveTo>
                  <a:cubicBezTo>
                    <a:pt x="296" y="87"/>
                    <a:pt x="257" y="95"/>
                    <a:pt x="220" y="112"/>
                  </a:cubicBezTo>
                  <a:cubicBezTo>
                    <a:pt x="180" y="131"/>
                    <a:pt x="145" y="159"/>
                    <a:pt x="119" y="194"/>
                  </a:cubicBezTo>
                  <a:cubicBezTo>
                    <a:pt x="57" y="275"/>
                    <a:pt x="45" y="382"/>
                    <a:pt x="88" y="474"/>
                  </a:cubicBezTo>
                  <a:cubicBezTo>
                    <a:pt x="90" y="478"/>
                    <a:pt x="92" y="483"/>
                    <a:pt x="95" y="487"/>
                  </a:cubicBezTo>
                  <a:cubicBezTo>
                    <a:pt x="130" y="554"/>
                    <a:pt x="193" y="603"/>
                    <a:pt x="266" y="622"/>
                  </a:cubicBezTo>
                  <a:cubicBezTo>
                    <a:pt x="272" y="624"/>
                    <a:pt x="277" y="628"/>
                    <a:pt x="280" y="633"/>
                  </a:cubicBezTo>
                  <a:cubicBezTo>
                    <a:pt x="333" y="731"/>
                    <a:pt x="333" y="731"/>
                    <a:pt x="333" y="731"/>
                  </a:cubicBezTo>
                  <a:cubicBezTo>
                    <a:pt x="377" y="637"/>
                    <a:pt x="377" y="637"/>
                    <a:pt x="377" y="637"/>
                  </a:cubicBezTo>
                  <a:cubicBezTo>
                    <a:pt x="380" y="631"/>
                    <a:pt x="386" y="626"/>
                    <a:pt x="392" y="625"/>
                  </a:cubicBezTo>
                  <a:cubicBezTo>
                    <a:pt x="413" y="621"/>
                    <a:pt x="432" y="614"/>
                    <a:pt x="450" y="606"/>
                  </a:cubicBezTo>
                  <a:cubicBezTo>
                    <a:pt x="494" y="585"/>
                    <a:pt x="532" y="554"/>
                    <a:pt x="559" y="514"/>
                  </a:cubicBezTo>
                  <a:cubicBezTo>
                    <a:pt x="613" y="435"/>
                    <a:pt x="622" y="331"/>
                    <a:pt x="582" y="244"/>
                  </a:cubicBezTo>
                  <a:cubicBezTo>
                    <a:pt x="582" y="244"/>
                    <a:pt x="582" y="244"/>
                    <a:pt x="582" y="244"/>
                  </a:cubicBezTo>
                  <a:cubicBezTo>
                    <a:pt x="536" y="145"/>
                    <a:pt x="437" y="87"/>
                    <a:pt x="334" y="87"/>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8" name="Google Shape;248;p67"/>
            <p:cNvSpPr/>
            <p:nvPr/>
          </p:nvSpPr>
          <p:spPr>
            <a:xfrm>
              <a:off x="-354013" y="2181225"/>
              <a:ext cx="280988" cy="187325"/>
            </a:xfrm>
            <a:custGeom>
              <a:rect b="b" l="l" r="r" t="t"/>
              <a:pathLst>
                <a:path extrusionOk="0" h="177" w="263">
                  <a:moveTo>
                    <a:pt x="140" y="177"/>
                  </a:moveTo>
                  <a:cubicBezTo>
                    <a:pt x="137" y="177"/>
                    <a:pt x="133" y="177"/>
                    <a:pt x="130" y="177"/>
                  </a:cubicBezTo>
                  <a:cubicBezTo>
                    <a:pt x="65" y="175"/>
                    <a:pt x="0" y="155"/>
                    <a:pt x="2" y="115"/>
                  </a:cubicBezTo>
                  <a:cubicBezTo>
                    <a:pt x="3" y="21"/>
                    <a:pt x="3" y="21"/>
                    <a:pt x="3" y="21"/>
                  </a:cubicBezTo>
                  <a:cubicBezTo>
                    <a:pt x="3" y="9"/>
                    <a:pt x="14" y="0"/>
                    <a:pt x="25" y="0"/>
                  </a:cubicBezTo>
                  <a:cubicBezTo>
                    <a:pt x="37" y="0"/>
                    <a:pt x="47" y="10"/>
                    <a:pt x="46" y="21"/>
                  </a:cubicBezTo>
                  <a:cubicBezTo>
                    <a:pt x="45" y="113"/>
                    <a:pt x="45" y="113"/>
                    <a:pt x="45" y="113"/>
                  </a:cubicBezTo>
                  <a:cubicBezTo>
                    <a:pt x="51" y="120"/>
                    <a:pt x="82" y="133"/>
                    <a:pt x="131" y="134"/>
                  </a:cubicBezTo>
                  <a:cubicBezTo>
                    <a:pt x="180" y="136"/>
                    <a:pt x="211" y="125"/>
                    <a:pt x="218" y="119"/>
                  </a:cubicBezTo>
                  <a:cubicBezTo>
                    <a:pt x="220" y="27"/>
                    <a:pt x="220" y="27"/>
                    <a:pt x="220" y="27"/>
                  </a:cubicBezTo>
                  <a:cubicBezTo>
                    <a:pt x="220" y="15"/>
                    <a:pt x="231" y="5"/>
                    <a:pt x="242" y="6"/>
                  </a:cubicBezTo>
                  <a:cubicBezTo>
                    <a:pt x="254" y="6"/>
                    <a:pt x="263" y="16"/>
                    <a:pt x="263" y="28"/>
                  </a:cubicBezTo>
                  <a:cubicBezTo>
                    <a:pt x="261" y="122"/>
                    <a:pt x="261" y="122"/>
                    <a:pt x="261" y="122"/>
                  </a:cubicBezTo>
                  <a:cubicBezTo>
                    <a:pt x="261" y="136"/>
                    <a:pt x="252" y="156"/>
                    <a:pt x="214" y="168"/>
                  </a:cubicBezTo>
                  <a:cubicBezTo>
                    <a:pt x="193" y="174"/>
                    <a:pt x="167" y="177"/>
                    <a:pt x="140" y="177"/>
                  </a:cubicBezTo>
                  <a:close/>
                  <a:moveTo>
                    <a:pt x="45" y="116"/>
                  </a:moveTo>
                  <a:cubicBezTo>
                    <a:pt x="45" y="116"/>
                    <a:pt x="45" y="116"/>
                    <a:pt x="45" y="116"/>
                  </a:cubicBezTo>
                  <a:cubicBezTo>
                    <a:pt x="45" y="116"/>
                    <a:pt x="45" y="116"/>
                    <a:pt x="45" y="116"/>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9" name="Google Shape;249;p67"/>
            <p:cNvSpPr/>
            <p:nvPr/>
          </p:nvSpPr>
          <p:spPr>
            <a:xfrm>
              <a:off x="-420688" y="2066925"/>
              <a:ext cx="419100" cy="209550"/>
            </a:xfrm>
            <a:custGeom>
              <a:rect b="b" l="l" r="r" t="t"/>
              <a:pathLst>
                <a:path extrusionOk="0" h="197" w="394">
                  <a:moveTo>
                    <a:pt x="195" y="197"/>
                  </a:moveTo>
                  <a:cubicBezTo>
                    <a:pt x="192" y="197"/>
                    <a:pt x="189" y="196"/>
                    <a:pt x="186" y="195"/>
                  </a:cubicBezTo>
                  <a:cubicBezTo>
                    <a:pt x="13" y="117"/>
                    <a:pt x="13" y="117"/>
                    <a:pt x="13" y="117"/>
                  </a:cubicBezTo>
                  <a:cubicBezTo>
                    <a:pt x="5" y="113"/>
                    <a:pt x="0" y="105"/>
                    <a:pt x="0" y="97"/>
                  </a:cubicBezTo>
                  <a:cubicBezTo>
                    <a:pt x="1" y="88"/>
                    <a:pt x="6" y="80"/>
                    <a:pt x="14" y="77"/>
                  </a:cubicBezTo>
                  <a:cubicBezTo>
                    <a:pt x="191" y="2"/>
                    <a:pt x="191" y="2"/>
                    <a:pt x="191" y="2"/>
                  </a:cubicBezTo>
                  <a:cubicBezTo>
                    <a:pt x="197" y="0"/>
                    <a:pt x="203" y="0"/>
                    <a:pt x="209" y="3"/>
                  </a:cubicBezTo>
                  <a:cubicBezTo>
                    <a:pt x="382" y="88"/>
                    <a:pt x="382" y="88"/>
                    <a:pt x="382" y="88"/>
                  </a:cubicBezTo>
                  <a:cubicBezTo>
                    <a:pt x="389" y="92"/>
                    <a:pt x="394" y="100"/>
                    <a:pt x="394" y="108"/>
                  </a:cubicBezTo>
                  <a:cubicBezTo>
                    <a:pt x="393" y="117"/>
                    <a:pt x="388" y="124"/>
                    <a:pt x="380" y="128"/>
                  </a:cubicBezTo>
                  <a:cubicBezTo>
                    <a:pt x="203" y="195"/>
                    <a:pt x="203" y="195"/>
                    <a:pt x="203" y="195"/>
                  </a:cubicBezTo>
                  <a:cubicBezTo>
                    <a:pt x="200" y="196"/>
                    <a:pt x="197" y="197"/>
                    <a:pt x="195" y="197"/>
                  </a:cubicBezTo>
                  <a:close/>
                  <a:moveTo>
                    <a:pt x="76" y="98"/>
                  </a:moveTo>
                  <a:cubicBezTo>
                    <a:pt x="196" y="152"/>
                    <a:pt x="196" y="152"/>
                    <a:pt x="196" y="152"/>
                  </a:cubicBezTo>
                  <a:cubicBezTo>
                    <a:pt x="318" y="105"/>
                    <a:pt x="318" y="105"/>
                    <a:pt x="318" y="105"/>
                  </a:cubicBezTo>
                  <a:cubicBezTo>
                    <a:pt x="199" y="46"/>
                    <a:pt x="199" y="46"/>
                    <a:pt x="199" y="46"/>
                  </a:cubicBezTo>
                  <a:lnTo>
                    <a:pt x="76" y="98"/>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6" Type="http://schemas.openxmlformats.org/officeDocument/2006/relationships/slideLayout" Target="../slideLayouts/slideLayout5.xml"/><Relationship Id="rId18" Type="http://schemas.openxmlformats.org/officeDocument/2006/relationships/theme" Target="../theme/theme2.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51"/>
          <p:cNvSpPr txBox="1"/>
          <p:nvPr>
            <p:ph type="title"/>
          </p:nvPr>
        </p:nvSpPr>
        <p:spPr>
          <a:xfrm>
            <a:off x="869611" y="260649"/>
            <a:ext cx="10323183" cy="868363"/>
          </a:xfrm>
          <a:prstGeom prst="rect">
            <a:avLst/>
          </a:prstGeom>
          <a:noFill/>
          <a:ln>
            <a:noFill/>
          </a:ln>
        </p:spPr>
        <p:txBody>
          <a:bodyPr anchorCtr="0" anchor="ctr" bIns="40050" lIns="80125" spcFirstLastPara="1" rIns="80125" wrap="square" tIns="40050">
            <a:noAutofit/>
          </a:bodyPr>
          <a:lstStyle>
            <a:lvl1pPr lvl="0" marR="0" rtl="0" algn="l">
              <a:lnSpc>
                <a:spcPct val="90000"/>
              </a:lnSpc>
              <a:spcBef>
                <a:spcPts val="0"/>
              </a:spcBef>
              <a:spcAft>
                <a:spcPts val="0"/>
              </a:spcAft>
              <a:buClr>
                <a:schemeClr val="dk1"/>
              </a:buClr>
              <a:buSzPts val="3499"/>
              <a:buFont typeface="Arial"/>
              <a:buNone/>
              <a:defRPr b="0" i="0" sz="3499"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51"/>
          <p:cNvSpPr txBox="1"/>
          <p:nvPr>
            <p:ph idx="1" type="body"/>
          </p:nvPr>
        </p:nvSpPr>
        <p:spPr>
          <a:xfrm>
            <a:off x="448290" y="1248073"/>
            <a:ext cx="11307600" cy="4680000"/>
          </a:xfrm>
          <a:prstGeom prst="rect">
            <a:avLst/>
          </a:prstGeom>
          <a:noFill/>
          <a:ln>
            <a:noFill/>
          </a:ln>
        </p:spPr>
        <p:txBody>
          <a:bodyPr anchorCtr="0" anchor="t" bIns="40050" lIns="80125" spcFirstLastPara="1" rIns="80125" wrap="square" tIns="40050">
            <a:noAutofit/>
          </a:bodyPr>
          <a:lstStyle>
            <a:lvl1pPr indent="-298418" lvl="0" marL="457200" marR="0" rtl="0" algn="l">
              <a:lnSpc>
                <a:spcPct val="140000"/>
              </a:lnSpc>
              <a:spcBef>
                <a:spcPts val="792"/>
              </a:spcBef>
              <a:spcAft>
                <a:spcPts val="0"/>
              </a:spcAft>
              <a:buClr>
                <a:schemeClr val="dk1"/>
              </a:buClr>
              <a:buSzPts val="1100"/>
              <a:buFont typeface="Noto Sans Symbols"/>
              <a:buChar char="●"/>
              <a:defRPr b="0" i="0" sz="2199" u="none" cap="none" strike="noStrike">
                <a:solidFill>
                  <a:schemeClr val="dk1"/>
                </a:solidFill>
                <a:latin typeface="Arial"/>
                <a:ea typeface="Arial"/>
                <a:cs typeface="Arial"/>
                <a:sym typeface="Arial"/>
              </a:defRPr>
            </a:lvl1pPr>
            <a:lvl2pPr indent="-292068" lvl="1" marL="914400" marR="0" rtl="0" algn="l">
              <a:lnSpc>
                <a:spcPct val="140000"/>
              </a:lnSpc>
              <a:spcBef>
                <a:spcPts val="720"/>
              </a:spcBef>
              <a:spcAft>
                <a:spcPts val="0"/>
              </a:spcAft>
              <a:buClr>
                <a:schemeClr val="dk1"/>
              </a:buClr>
              <a:buSzPts val="1000"/>
              <a:buFont typeface="Noto Sans Symbols"/>
              <a:buChar char="🞐"/>
              <a:defRPr b="0" i="0" sz="1999" u="none" cap="none" strike="noStrike">
                <a:solidFill>
                  <a:schemeClr val="dk1"/>
                </a:solidFill>
                <a:latin typeface="Arial"/>
                <a:ea typeface="Arial"/>
                <a:cs typeface="Arial"/>
                <a:sym typeface="Arial"/>
              </a:defRPr>
            </a:lvl2pPr>
            <a:lvl3pPr indent="-285718" lvl="2" marL="1371600" marR="0" rtl="0" algn="l">
              <a:lnSpc>
                <a:spcPct val="140000"/>
              </a:lnSpc>
              <a:spcBef>
                <a:spcPts val="648"/>
              </a:spcBef>
              <a:spcAft>
                <a:spcPts val="0"/>
              </a:spcAft>
              <a:buClr>
                <a:schemeClr val="dk1"/>
              </a:buClr>
              <a:buSzPts val="900"/>
              <a:buFont typeface="Noto Sans Symbols"/>
              <a:buChar char="■"/>
              <a:defRPr b="0" i="0" sz="1799" u="none" cap="none" strike="noStrike">
                <a:solidFill>
                  <a:schemeClr val="dk1"/>
                </a:solidFill>
                <a:latin typeface="Arial"/>
                <a:ea typeface="Arial"/>
                <a:cs typeface="Arial"/>
                <a:sym typeface="Arial"/>
              </a:defRPr>
            </a:lvl3pPr>
            <a:lvl4pPr indent="-330136" lvl="3" marL="1828800" marR="0" rtl="0" algn="l">
              <a:lnSpc>
                <a:spcPct val="140000"/>
              </a:lnSpc>
              <a:spcBef>
                <a:spcPts val="576"/>
              </a:spcBef>
              <a:spcAft>
                <a:spcPts val="0"/>
              </a:spcAft>
              <a:buClr>
                <a:schemeClr val="dk1"/>
              </a:buClr>
              <a:buSzPts val="1599"/>
              <a:buFont typeface="Arial"/>
              <a:buChar char="−"/>
              <a:defRPr b="0" i="0" sz="1599" u="none" cap="none" strike="noStrike">
                <a:solidFill>
                  <a:schemeClr val="dk1"/>
                </a:solidFill>
                <a:latin typeface="Arial"/>
                <a:ea typeface="Arial"/>
                <a:cs typeface="Arial"/>
                <a:sym typeface="Arial"/>
              </a:defRPr>
            </a:lvl4pPr>
            <a:lvl5pPr indent="-317436" lvl="4" marL="2286000" marR="0" rtl="0" algn="l">
              <a:lnSpc>
                <a:spcPct val="140000"/>
              </a:lnSpc>
              <a:spcBef>
                <a:spcPts val="576"/>
              </a:spcBef>
              <a:spcAft>
                <a:spcPts val="0"/>
              </a:spcAft>
              <a:buClr>
                <a:schemeClr val="dk1"/>
              </a:buClr>
              <a:buSzPts val="1399"/>
              <a:buFont typeface="Arial"/>
              <a:buChar char="~"/>
              <a:defRPr b="0" i="0" sz="1399" u="none" cap="none" strike="noStrike">
                <a:solidFill>
                  <a:schemeClr val="dk1"/>
                </a:solidFill>
                <a:latin typeface="Arial"/>
                <a:ea typeface="Arial"/>
                <a:cs typeface="Arial"/>
                <a:sym typeface="Arial"/>
              </a:defRPr>
            </a:lvl5pPr>
            <a:lvl6pPr indent="-342836" lvl="5" marL="2743200" marR="0" rtl="0" algn="l">
              <a:lnSpc>
                <a:spcPct val="90000"/>
              </a:lnSpc>
              <a:spcBef>
                <a:spcPts val="500"/>
              </a:spcBef>
              <a:spcAft>
                <a:spcPts val="0"/>
              </a:spcAft>
              <a:buClr>
                <a:schemeClr val="dk1"/>
              </a:buClr>
              <a:buSzPts val="1799"/>
              <a:buFont typeface="Arial"/>
              <a:buChar char="•"/>
              <a:defRPr b="0" i="0" sz="1799" u="none" cap="none" strike="noStrike">
                <a:solidFill>
                  <a:schemeClr val="dk1"/>
                </a:solidFill>
                <a:latin typeface="Arial"/>
                <a:ea typeface="Arial"/>
                <a:cs typeface="Arial"/>
                <a:sym typeface="Arial"/>
              </a:defRPr>
            </a:lvl6pPr>
            <a:lvl7pPr indent="-342836" lvl="6" marL="3200400" marR="0" rtl="0" algn="l">
              <a:lnSpc>
                <a:spcPct val="90000"/>
              </a:lnSpc>
              <a:spcBef>
                <a:spcPts val="500"/>
              </a:spcBef>
              <a:spcAft>
                <a:spcPts val="0"/>
              </a:spcAft>
              <a:buClr>
                <a:schemeClr val="dk1"/>
              </a:buClr>
              <a:buSzPts val="1799"/>
              <a:buFont typeface="Arial"/>
              <a:buChar char="•"/>
              <a:defRPr b="0" i="0" sz="1799" u="none" cap="none" strike="noStrike">
                <a:solidFill>
                  <a:schemeClr val="dk1"/>
                </a:solidFill>
                <a:latin typeface="Arial"/>
                <a:ea typeface="Arial"/>
                <a:cs typeface="Arial"/>
                <a:sym typeface="Arial"/>
              </a:defRPr>
            </a:lvl7pPr>
            <a:lvl8pPr indent="-342836" lvl="7" marL="3657600" marR="0" rtl="0" algn="l">
              <a:lnSpc>
                <a:spcPct val="90000"/>
              </a:lnSpc>
              <a:spcBef>
                <a:spcPts val="500"/>
              </a:spcBef>
              <a:spcAft>
                <a:spcPts val="0"/>
              </a:spcAft>
              <a:buClr>
                <a:schemeClr val="dk1"/>
              </a:buClr>
              <a:buSzPts val="1799"/>
              <a:buFont typeface="Arial"/>
              <a:buChar char="•"/>
              <a:defRPr b="0" i="0" sz="1799" u="none" cap="none" strike="noStrike">
                <a:solidFill>
                  <a:schemeClr val="dk1"/>
                </a:solidFill>
                <a:latin typeface="Arial"/>
                <a:ea typeface="Arial"/>
                <a:cs typeface="Arial"/>
                <a:sym typeface="Arial"/>
              </a:defRPr>
            </a:lvl8pPr>
            <a:lvl9pPr indent="-342836" lvl="8" marL="4114800" marR="0" rtl="0" algn="l">
              <a:lnSpc>
                <a:spcPct val="90000"/>
              </a:lnSpc>
              <a:spcBef>
                <a:spcPts val="500"/>
              </a:spcBef>
              <a:spcAft>
                <a:spcPts val="0"/>
              </a:spcAft>
              <a:buClr>
                <a:schemeClr val="dk1"/>
              </a:buClr>
              <a:buSzPts val="1799"/>
              <a:buFont typeface="Arial"/>
              <a:buChar char="•"/>
              <a:defRPr b="0" i="0" sz="1799" u="none" cap="none" strike="noStrike">
                <a:solidFill>
                  <a:schemeClr val="dk1"/>
                </a:solidFill>
                <a:latin typeface="Arial"/>
                <a:ea typeface="Arial"/>
                <a:cs typeface="Arial"/>
                <a:sym typeface="Arial"/>
              </a:defRPr>
            </a:lvl9pPr>
          </a:lstStyle>
          <a:p/>
        </p:txBody>
      </p:sp>
      <p:pic>
        <p:nvPicPr>
          <p:cNvPr id="8" name="Google Shape;8;p51"/>
          <p:cNvPicPr preferRelativeResize="0"/>
          <p:nvPr/>
        </p:nvPicPr>
        <p:blipFill rotWithShape="1">
          <a:blip r:embed="rId1">
            <a:alphaModFix/>
          </a:blip>
          <a:srcRect b="0" l="0" r="0" t="0"/>
          <a:stretch/>
        </p:blipFill>
        <p:spPr>
          <a:xfrm>
            <a:off x="10674829" y="6504031"/>
            <a:ext cx="1249200" cy="273343"/>
          </a:xfrm>
          <a:prstGeom prst="rect">
            <a:avLst/>
          </a:prstGeom>
          <a:noFill/>
          <a:ln>
            <a:noFill/>
          </a:ln>
        </p:spPr>
      </p:pic>
      <p:sp>
        <p:nvSpPr>
          <p:cNvPr id="9" name="Google Shape;9;p51"/>
          <p:cNvSpPr/>
          <p:nvPr/>
        </p:nvSpPr>
        <p:spPr>
          <a:xfrm>
            <a:off x="119336" y="6500581"/>
            <a:ext cx="742054" cy="265552"/>
          </a:xfrm>
          <a:prstGeom prst="rect">
            <a:avLst/>
          </a:prstGeom>
          <a:noFill/>
          <a:ln>
            <a:noFill/>
          </a:ln>
        </p:spPr>
        <p:txBody>
          <a:bodyPr anchorCtr="0" anchor="t" bIns="40050" lIns="80100" spcFirstLastPara="1" rIns="80100" wrap="square" tIns="40050">
            <a:spAutoFit/>
          </a:bodyPr>
          <a:lstStyle/>
          <a:p>
            <a:pPr indent="0" lvl="0" marL="0" marR="0" rtl="0" algn="l">
              <a:spcBef>
                <a:spcPts val="0"/>
              </a:spcBef>
              <a:spcAft>
                <a:spcPts val="0"/>
              </a:spcAft>
              <a:buNone/>
            </a:pPr>
            <a:r>
              <a:rPr b="0" i="0" lang="en-US" sz="1200" u="none" cap="none" strike="noStrike">
                <a:solidFill>
                  <a:schemeClr val="dk1"/>
                </a:solidFill>
                <a:latin typeface="Arial"/>
                <a:ea typeface="Arial"/>
                <a:cs typeface="Arial"/>
                <a:sym typeface="Arial"/>
              </a:rPr>
              <a:t>Page </a:t>
            </a: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
        <p:nvSpPr>
          <p:cNvPr id="10" name="Google Shape;10;p51"/>
          <p:cNvSpPr/>
          <p:nvPr/>
        </p:nvSpPr>
        <p:spPr>
          <a:xfrm>
            <a:off x="947428" y="6500581"/>
            <a:ext cx="4948333" cy="265552"/>
          </a:xfrm>
          <a:prstGeom prst="rect">
            <a:avLst/>
          </a:prstGeom>
          <a:noFill/>
          <a:ln>
            <a:noFill/>
          </a:ln>
        </p:spPr>
        <p:txBody>
          <a:bodyPr anchorCtr="0" anchor="t" bIns="40050" lIns="80100" spcFirstLastPara="1" rIns="80100" wrap="square" tIns="40050">
            <a:spAutoFit/>
          </a:bodyPr>
          <a:lstStyle/>
          <a:p>
            <a:pPr indent="0" lvl="0" marL="0" marR="0" rtl="0" algn="l">
              <a:spcBef>
                <a:spcPts val="0"/>
              </a:spcBef>
              <a:spcAft>
                <a:spcPts val="0"/>
              </a:spcAft>
              <a:buNone/>
            </a:pPr>
            <a:r>
              <a:rPr b="0" i="0" lang="en-US" sz="1200" u="none" cap="none" strike="noStrike">
                <a:solidFill>
                  <a:schemeClr val="dk1"/>
                </a:solidFill>
                <a:latin typeface="Arial"/>
                <a:ea typeface="Arial"/>
                <a:cs typeface="Arial"/>
                <a:sym typeface="Arial"/>
              </a:rPr>
              <a:t>Copyright © 2020 Huawei Technologies Co., Ltd. All rights reserved. </a:t>
            </a:r>
            <a:endParaRPr/>
          </a:p>
        </p:txBody>
      </p:sp>
      <p:grpSp>
        <p:nvGrpSpPr>
          <p:cNvPr id="11" name="Google Shape;11;p51"/>
          <p:cNvGrpSpPr/>
          <p:nvPr/>
        </p:nvGrpSpPr>
        <p:grpSpPr>
          <a:xfrm>
            <a:off x="12162526" y="3916624"/>
            <a:ext cx="1088654" cy="2144829"/>
            <a:chOff x="12162526" y="3916624"/>
            <a:chExt cx="1088654" cy="2144829"/>
          </a:xfrm>
        </p:grpSpPr>
        <p:sp>
          <p:nvSpPr>
            <p:cNvPr id="12" name="Google Shape;12;p51"/>
            <p:cNvSpPr/>
            <p:nvPr/>
          </p:nvSpPr>
          <p:spPr>
            <a:xfrm>
              <a:off x="12246898" y="3916624"/>
              <a:ext cx="919908" cy="288726"/>
            </a:xfrm>
            <a:prstGeom prst="rect">
              <a:avLst/>
            </a:prstGeom>
            <a:solidFill>
              <a:srgbClr val="00B0F0"/>
            </a:solidFill>
            <a:ln>
              <a:noFill/>
            </a:ln>
          </p:spPr>
          <p:txBody>
            <a:bodyPr anchorCtr="0" anchor="ctr" bIns="45700" lIns="91425" spcFirstLastPara="1" rIns="91425" wrap="square" tIns="45700">
              <a:noAutofit/>
            </a:bodyPr>
            <a:lstStyle/>
            <a:p>
              <a:pPr indent="-285613" lvl="0" marL="342763" marR="0" rtl="0" algn="ctr">
                <a:spcBef>
                  <a:spcPts val="0"/>
                </a:spcBef>
                <a:spcAft>
                  <a:spcPts val="0"/>
                </a:spcAft>
                <a:buClr>
                  <a:schemeClr val="dk1"/>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13" name="Google Shape;13;p51"/>
            <p:cNvSpPr/>
            <p:nvPr/>
          </p:nvSpPr>
          <p:spPr>
            <a:xfrm>
              <a:off x="12246898" y="4205452"/>
              <a:ext cx="919908" cy="288000"/>
            </a:xfrm>
            <a:prstGeom prst="rect">
              <a:avLst/>
            </a:prstGeom>
            <a:solidFill>
              <a:srgbClr val="99DFF9"/>
            </a:solidFill>
            <a:ln>
              <a:noFill/>
            </a:ln>
          </p:spPr>
          <p:txBody>
            <a:bodyPr anchorCtr="0" anchor="ctr" bIns="45700" lIns="91425" spcFirstLastPara="1" rIns="91425" wrap="square" tIns="45700">
              <a:noAutofit/>
            </a:bodyPr>
            <a:lstStyle/>
            <a:p>
              <a:pPr indent="-285613" lvl="0" marL="342763" marR="0" rtl="0" algn="ctr">
                <a:spcBef>
                  <a:spcPts val="0"/>
                </a:spcBef>
                <a:spcAft>
                  <a:spcPts val="0"/>
                </a:spcAft>
                <a:buClr>
                  <a:schemeClr val="dk1"/>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14" name="Google Shape;14;p51"/>
            <p:cNvSpPr/>
            <p:nvPr/>
          </p:nvSpPr>
          <p:spPr>
            <a:xfrm>
              <a:off x="12246898" y="4493554"/>
              <a:ext cx="919908" cy="288000"/>
            </a:xfrm>
            <a:prstGeom prst="rect">
              <a:avLst/>
            </a:prstGeom>
            <a:solidFill>
              <a:srgbClr val="D9D9D9"/>
            </a:solidFill>
            <a:ln>
              <a:noFill/>
            </a:ln>
          </p:spPr>
          <p:txBody>
            <a:bodyPr anchorCtr="0" anchor="ctr" bIns="45700" lIns="91425" spcFirstLastPara="1" rIns="91425" wrap="square" tIns="45700">
              <a:noAutofit/>
            </a:bodyPr>
            <a:lstStyle/>
            <a:p>
              <a:pPr indent="-285613" lvl="0" marL="342763" marR="0" rtl="0" algn="ctr">
                <a:spcBef>
                  <a:spcPts val="0"/>
                </a:spcBef>
                <a:spcAft>
                  <a:spcPts val="0"/>
                </a:spcAft>
                <a:buClr>
                  <a:schemeClr val="dk1"/>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15" name="Google Shape;15;p51"/>
            <p:cNvSpPr/>
            <p:nvPr/>
          </p:nvSpPr>
          <p:spPr>
            <a:xfrm>
              <a:off x="12246898" y="4781656"/>
              <a:ext cx="919908" cy="288000"/>
            </a:xfrm>
            <a:prstGeom prst="rect">
              <a:avLst/>
            </a:prstGeom>
            <a:solidFill>
              <a:srgbClr val="EC6F60"/>
            </a:solidFill>
            <a:ln>
              <a:noFill/>
            </a:ln>
          </p:spPr>
          <p:txBody>
            <a:bodyPr anchorCtr="0" anchor="ctr" bIns="45700" lIns="91425" spcFirstLastPara="1" rIns="91425" wrap="square" tIns="45700">
              <a:noAutofit/>
            </a:bodyPr>
            <a:lstStyle/>
            <a:p>
              <a:pPr indent="-285613" lvl="0" marL="342763" marR="0" rtl="0" algn="ctr">
                <a:lnSpc>
                  <a:spcPct val="100000"/>
                </a:lnSpc>
                <a:spcBef>
                  <a:spcPts val="0"/>
                </a:spcBef>
                <a:spcAft>
                  <a:spcPts val="0"/>
                </a:spcAft>
                <a:buClr>
                  <a:schemeClr val="dk1"/>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16" name="Google Shape;16;p51"/>
            <p:cNvSpPr/>
            <p:nvPr/>
          </p:nvSpPr>
          <p:spPr>
            <a:xfrm>
              <a:off x="12246898" y="5069758"/>
              <a:ext cx="919908" cy="288000"/>
            </a:xfrm>
            <a:prstGeom prst="rect">
              <a:avLst/>
            </a:prstGeom>
            <a:solidFill>
              <a:srgbClr val="F4FBFE"/>
            </a:solidFill>
            <a:ln>
              <a:noFill/>
            </a:ln>
          </p:spPr>
          <p:txBody>
            <a:bodyPr anchorCtr="0" anchor="ctr" bIns="45700" lIns="91425" spcFirstLastPara="1" rIns="91425" wrap="square" tIns="45700">
              <a:noAutofit/>
            </a:bodyPr>
            <a:lstStyle/>
            <a:p>
              <a:pPr indent="-285613" lvl="0" marL="342763" marR="0" rtl="0" algn="ctr">
                <a:spcBef>
                  <a:spcPts val="0"/>
                </a:spcBef>
                <a:spcAft>
                  <a:spcPts val="0"/>
                </a:spcAft>
                <a:buClr>
                  <a:schemeClr val="dk1"/>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17" name="Google Shape;17;p51"/>
            <p:cNvSpPr txBox="1"/>
            <p:nvPr/>
          </p:nvSpPr>
          <p:spPr>
            <a:xfrm>
              <a:off x="12162529" y="3947408"/>
              <a:ext cx="1088651" cy="227159"/>
            </a:xfrm>
            <a:prstGeom prst="rect">
              <a:avLst/>
            </a:prstGeom>
            <a:noFill/>
            <a:ln>
              <a:noFill/>
            </a:ln>
          </p:spPr>
          <p:txBody>
            <a:bodyPr anchorCtr="0" anchor="ctr" bIns="43875" lIns="87750" spcFirstLastPara="1" rIns="87750" wrap="square" tIns="43875">
              <a:spAutoFit/>
            </a:bodyPr>
            <a:lstStyle/>
            <a:p>
              <a:pPr indent="0" lvl="0" marL="0" marR="0" rtl="0" algn="ctr">
                <a:lnSpc>
                  <a:spcPct val="100000"/>
                </a:lnSpc>
                <a:spcBef>
                  <a:spcPts val="0"/>
                </a:spcBef>
                <a:spcAft>
                  <a:spcPts val="0"/>
                </a:spcAft>
                <a:buClr>
                  <a:srgbClr val="FFFFFF"/>
                </a:buClr>
                <a:buSzPts val="900"/>
                <a:buFont typeface="Arial"/>
                <a:buNone/>
              </a:pPr>
              <a:r>
                <a:rPr b="0" i="0" lang="en-US" sz="900" u="none" cap="none" strike="noStrike">
                  <a:solidFill>
                    <a:srgbClr val="FFFFFF"/>
                  </a:solidFill>
                  <a:latin typeface="Arial"/>
                  <a:ea typeface="Arial"/>
                  <a:cs typeface="Arial"/>
                  <a:sym typeface="Arial"/>
                </a:rPr>
                <a:t>表格表头</a:t>
              </a:r>
              <a:endParaRPr/>
            </a:p>
          </p:txBody>
        </p:sp>
        <p:sp>
          <p:nvSpPr>
            <p:cNvPr id="18" name="Google Shape;18;p51"/>
            <p:cNvSpPr txBox="1"/>
            <p:nvPr/>
          </p:nvSpPr>
          <p:spPr>
            <a:xfrm>
              <a:off x="12249538" y="4235890"/>
              <a:ext cx="914633" cy="227125"/>
            </a:xfrm>
            <a:prstGeom prst="rect">
              <a:avLst/>
            </a:prstGeom>
            <a:noFill/>
            <a:ln>
              <a:noFill/>
            </a:ln>
          </p:spPr>
          <p:txBody>
            <a:bodyPr anchorCtr="0" anchor="ctr" bIns="43875" lIns="87750" spcFirstLastPara="1" rIns="87750" wrap="square" tIns="43875">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000000"/>
                  </a:solidFill>
                  <a:latin typeface="Arial"/>
                  <a:ea typeface="Arial"/>
                  <a:cs typeface="Arial"/>
                  <a:sym typeface="Arial"/>
                </a:rPr>
                <a:t>表格/文字边框</a:t>
              </a:r>
              <a:endParaRPr/>
            </a:p>
          </p:txBody>
        </p:sp>
        <p:sp>
          <p:nvSpPr>
            <p:cNvPr id="19" name="Google Shape;19;p51"/>
            <p:cNvSpPr txBox="1"/>
            <p:nvPr/>
          </p:nvSpPr>
          <p:spPr>
            <a:xfrm>
              <a:off x="12162526" y="4523977"/>
              <a:ext cx="1088651" cy="227159"/>
            </a:xfrm>
            <a:prstGeom prst="rect">
              <a:avLst/>
            </a:prstGeom>
            <a:noFill/>
            <a:ln>
              <a:noFill/>
            </a:ln>
          </p:spPr>
          <p:txBody>
            <a:bodyPr anchorCtr="0" anchor="ctr" bIns="43875" lIns="87750" spcFirstLastPara="1" rIns="87750" wrap="square" tIns="43875">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000000"/>
                  </a:solidFill>
                  <a:latin typeface="Arial"/>
                  <a:ea typeface="Arial"/>
                  <a:cs typeface="Arial"/>
                  <a:sym typeface="Arial"/>
                </a:rPr>
                <a:t>导航灰底</a:t>
              </a:r>
              <a:endParaRPr/>
            </a:p>
          </p:txBody>
        </p:sp>
        <p:sp>
          <p:nvSpPr>
            <p:cNvPr id="20" name="Google Shape;20;p51"/>
            <p:cNvSpPr txBox="1"/>
            <p:nvPr/>
          </p:nvSpPr>
          <p:spPr>
            <a:xfrm>
              <a:off x="12457445" y="4812094"/>
              <a:ext cx="498816" cy="227125"/>
            </a:xfrm>
            <a:prstGeom prst="rect">
              <a:avLst/>
            </a:prstGeom>
            <a:noFill/>
            <a:ln>
              <a:noFill/>
            </a:ln>
          </p:spPr>
          <p:txBody>
            <a:bodyPr anchorCtr="0" anchor="ctr" bIns="43875" lIns="87750" spcFirstLastPara="1" rIns="87750" wrap="square" tIns="43875">
              <a:spAutoFit/>
            </a:bodyPr>
            <a:lstStyle/>
            <a:p>
              <a:pPr indent="0" lvl="0" marL="0" marR="0" rtl="0" algn="ctr">
                <a:lnSpc>
                  <a:spcPct val="100000"/>
                </a:lnSpc>
                <a:spcBef>
                  <a:spcPts val="0"/>
                </a:spcBef>
                <a:spcAft>
                  <a:spcPts val="0"/>
                </a:spcAft>
                <a:buClr>
                  <a:srgbClr val="FFFFFF"/>
                </a:buClr>
                <a:buSzPts val="900"/>
                <a:buFont typeface="Arial"/>
                <a:buNone/>
              </a:pPr>
              <a:r>
                <a:rPr b="0" i="0" lang="en-US" sz="900" u="none" cap="none" strike="noStrike">
                  <a:solidFill>
                    <a:srgbClr val="FFFFFF"/>
                  </a:solidFill>
                  <a:latin typeface="Arial"/>
                  <a:ea typeface="Arial"/>
                  <a:cs typeface="Arial"/>
                  <a:sym typeface="Arial"/>
                </a:rPr>
                <a:t>红</a:t>
              </a:r>
              <a:endParaRPr/>
            </a:p>
          </p:txBody>
        </p:sp>
        <p:sp>
          <p:nvSpPr>
            <p:cNvPr id="21" name="Google Shape;21;p51"/>
            <p:cNvSpPr txBox="1"/>
            <p:nvPr/>
          </p:nvSpPr>
          <p:spPr>
            <a:xfrm>
              <a:off x="12249538" y="5100196"/>
              <a:ext cx="914633" cy="227125"/>
            </a:xfrm>
            <a:prstGeom prst="rect">
              <a:avLst/>
            </a:prstGeom>
            <a:noFill/>
            <a:ln>
              <a:noFill/>
            </a:ln>
          </p:spPr>
          <p:txBody>
            <a:bodyPr anchorCtr="0" anchor="ctr" bIns="43875" lIns="87750" spcFirstLastPara="1" rIns="87750" wrap="square" tIns="43875">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000000"/>
                  </a:solidFill>
                  <a:latin typeface="Arial"/>
                  <a:ea typeface="Arial"/>
                  <a:cs typeface="Arial"/>
                  <a:sym typeface="Arial"/>
                </a:rPr>
                <a:t>表格/文字底色</a:t>
              </a:r>
              <a:endParaRPr/>
            </a:p>
          </p:txBody>
        </p:sp>
        <p:sp>
          <p:nvSpPr>
            <p:cNvPr id="22" name="Google Shape;22;p51"/>
            <p:cNvSpPr/>
            <p:nvPr/>
          </p:nvSpPr>
          <p:spPr>
            <a:xfrm>
              <a:off x="12246898" y="5485453"/>
              <a:ext cx="461833" cy="288000"/>
            </a:xfrm>
            <a:prstGeom prst="rect">
              <a:avLst/>
            </a:prstGeom>
            <a:solidFill>
              <a:srgbClr val="FFF2CC"/>
            </a:solidFill>
            <a:ln>
              <a:noFill/>
            </a:ln>
          </p:spPr>
          <p:txBody>
            <a:bodyPr anchorCtr="0" anchor="ctr" bIns="45700" lIns="91425" spcFirstLastPara="1" rIns="91425" wrap="square" tIns="45700">
              <a:noAutofit/>
            </a:bodyPr>
            <a:lstStyle/>
            <a:p>
              <a:pPr indent="-285613" lvl="0" marL="342763" marR="0" rtl="0" algn="ctr">
                <a:spcBef>
                  <a:spcPts val="0"/>
                </a:spcBef>
                <a:spcAft>
                  <a:spcPts val="0"/>
                </a:spcAft>
                <a:buClr>
                  <a:schemeClr val="dk1"/>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23" name="Google Shape;23;p51"/>
            <p:cNvSpPr/>
            <p:nvPr/>
          </p:nvSpPr>
          <p:spPr>
            <a:xfrm>
              <a:off x="12708730" y="5485453"/>
              <a:ext cx="458075" cy="288000"/>
            </a:xfrm>
            <a:prstGeom prst="rect">
              <a:avLst/>
            </a:prstGeom>
            <a:solidFill>
              <a:srgbClr val="FFD17D"/>
            </a:solidFill>
            <a:ln>
              <a:noFill/>
            </a:ln>
          </p:spPr>
          <p:txBody>
            <a:bodyPr anchorCtr="0" anchor="ctr" bIns="45700" lIns="91425" spcFirstLastPara="1" rIns="91425" wrap="square" tIns="45700">
              <a:noAutofit/>
            </a:bodyPr>
            <a:lstStyle/>
            <a:p>
              <a:pPr indent="-285613" lvl="0" marL="342763" marR="0" rtl="0" algn="ctr">
                <a:spcBef>
                  <a:spcPts val="0"/>
                </a:spcBef>
                <a:spcAft>
                  <a:spcPts val="0"/>
                </a:spcAft>
                <a:buClr>
                  <a:schemeClr val="dk1"/>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24" name="Google Shape;24;p51"/>
            <p:cNvSpPr txBox="1"/>
            <p:nvPr/>
          </p:nvSpPr>
          <p:spPr>
            <a:xfrm>
              <a:off x="12502813" y="5515891"/>
              <a:ext cx="408083" cy="227125"/>
            </a:xfrm>
            <a:prstGeom prst="rect">
              <a:avLst/>
            </a:prstGeom>
            <a:noFill/>
            <a:ln>
              <a:noFill/>
            </a:ln>
          </p:spPr>
          <p:txBody>
            <a:bodyPr anchorCtr="0" anchor="ctr" bIns="43875" lIns="87750" spcFirstLastPara="1" rIns="87750" wrap="square" tIns="43875">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000000"/>
                  </a:solidFill>
                  <a:latin typeface="Arial"/>
                  <a:ea typeface="Arial"/>
                  <a:cs typeface="Arial"/>
                  <a:sym typeface="Arial"/>
                </a:rPr>
                <a:t>备用</a:t>
              </a:r>
              <a:endParaRPr/>
            </a:p>
          </p:txBody>
        </p:sp>
        <p:sp>
          <p:nvSpPr>
            <p:cNvPr id="25" name="Google Shape;25;p51"/>
            <p:cNvSpPr/>
            <p:nvPr/>
          </p:nvSpPr>
          <p:spPr>
            <a:xfrm>
              <a:off x="12246898" y="5773453"/>
              <a:ext cx="919908" cy="288000"/>
            </a:xfrm>
            <a:prstGeom prst="rect">
              <a:avLst/>
            </a:prstGeom>
            <a:solidFill>
              <a:srgbClr val="8BC9A0"/>
            </a:solidFill>
            <a:ln>
              <a:noFill/>
            </a:ln>
          </p:spPr>
          <p:txBody>
            <a:bodyPr anchorCtr="0" anchor="ctr" bIns="45700" lIns="91425" spcFirstLastPara="1" rIns="91425" wrap="square" tIns="45700">
              <a:noAutofit/>
            </a:bodyPr>
            <a:lstStyle/>
            <a:p>
              <a:pPr indent="-285613" lvl="0" marL="342763" marR="0" rtl="0" algn="ctr">
                <a:lnSpc>
                  <a:spcPct val="100000"/>
                </a:lnSpc>
                <a:spcBef>
                  <a:spcPts val="0"/>
                </a:spcBef>
                <a:spcAft>
                  <a:spcPts val="0"/>
                </a:spcAft>
                <a:buClr>
                  <a:schemeClr val="dk1"/>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26" name="Google Shape;26;p51"/>
            <p:cNvSpPr txBox="1"/>
            <p:nvPr/>
          </p:nvSpPr>
          <p:spPr>
            <a:xfrm>
              <a:off x="12560520" y="5813738"/>
              <a:ext cx="292666" cy="227125"/>
            </a:xfrm>
            <a:prstGeom prst="rect">
              <a:avLst/>
            </a:prstGeom>
            <a:noFill/>
            <a:ln>
              <a:noFill/>
            </a:ln>
          </p:spPr>
          <p:txBody>
            <a:bodyPr anchorCtr="0" anchor="ctr" bIns="43875" lIns="87750" spcFirstLastPara="1" rIns="87750" wrap="square" tIns="43875">
              <a:spAutoFit/>
            </a:bodyPr>
            <a:lstStyle/>
            <a:p>
              <a:pPr indent="0" lvl="0" marL="0" marR="0" rtl="0" algn="ctr">
                <a:lnSpc>
                  <a:spcPct val="100000"/>
                </a:lnSpc>
                <a:spcBef>
                  <a:spcPts val="0"/>
                </a:spcBef>
                <a:spcAft>
                  <a:spcPts val="0"/>
                </a:spcAft>
                <a:buClr>
                  <a:srgbClr val="FFFFFF"/>
                </a:buClr>
                <a:buSzPts val="900"/>
                <a:buFont typeface="Arial"/>
                <a:buNone/>
              </a:pPr>
              <a:r>
                <a:rPr b="0" i="0" lang="en-US" sz="900" u="none" cap="none" strike="noStrike">
                  <a:solidFill>
                    <a:srgbClr val="FFFFFF"/>
                  </a:solidFill>
                  <a:latin typeface="Arial"/>
                  <a:ea typeface="Arial"/>
                  <a:cs typeface="Arial"/>
                  <a:sym typeface="Arial"/>
                </a:rPr>
                <a:t>绿</a:t>
              </a:r>
              <a:endParaRPr/>
            </a:p>
          </p:txBody>
        </p:sp>
      </p:gr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79">
          <p15:clr>
            <a:srgbClr val="F26B43"/>
          </p15:clr>
        </p15:guide>
        <p15:guide id="2" pos="7401">
          <p15:clr>
            <a:srgbClr val="F26B43"/>
          </p15:clr>
        </p15:guide>
        <p15:guide id="3" orient="horz" pos="2341">
          <p15:clr>
            <a:srgbClr val="F26B43"/>
          </p15:clr>
        </p15:guide>
        <p15:guide id="4" orient="horz" pos="4020">
          <p15:clr>
            <a:srgbClr val="F26B43"/>
          </p15:clr>
        </p15:guide>
        <p15:guide id="5" orient="horz" pos="777">
          <p15:clr>
            <a:srgbClr val="F26B43"/>
          </p15:clr>
        </p15:guide>
        <p15:guide id="6" pos="3840">
          <p15:clr>
            <a:srgbClr val="F26B43"/>
          </p15:clr>
        </p15:guide>
        <p15:guide id="7" orient="horz" pos="459">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image" Target="../media/image10.png"/><Relationship Id="rId6" Type="http://schemas.openxmlformats.org/officeDocument/2006/relationships/image" Target="../media/image9.png"/><Relationship Id="rId7" Type="http://schemas.openxmlformats.org/officeDocument/2006/relationships/image" Target="../media/image7.png"/><Relationship Id="rId8"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image" Target="../media/image12.png"/><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 Id="rId3"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 Id="rId3"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 Id="rId3" Type="http://schemas.openxmlformats.org/officeDocument/2006/relationships/image" Target="../media/image1.png"/><Relationship Id="rId4" Type="http://schemas.openxmlformats.org/officeDocument/2006/relationships/image" Target="../media/image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 Id="rId3"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 Id="rId3"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 Id="rId3"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 Id="rId3"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10.png"/><Relationship Id="rId4" Type="http://schemas.openxmlformats.org/officeDocument/2006/relationships/image" Target="../media/image8.png"/><Relationship Id="rId5" Type="http://schemas.openxmlformats.org/officeDocument/2006/relationships/image" Target="../media/image1.png"/><Relationship Id="rId6" Type="http://schemas.openxmlformats.org/officeDocument/2006/relationships/image" Target="../media/image11.png"/><Relationship Id="rId7" Type="http://schemas.openxmlformats.org/officeDocument/2006/relationships/image" Target="../media/image1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image" Target="../media/image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mage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image" Target="../media/image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image" Target="../media/image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53" name="Shape 253"/>
        <p:cNvGrpSpPr/>
        <p:nvPr/>
      </p:nvGrpSpPr>
      <p:grpSpPr>
        <a:xfrm>
          <a:off x="0" y="0"/>
          <a:ext cx="0" cy="0"/>
          <a:chOff x="0" y="0"/>
          <a:chExt cx="0" cy="0"/>
        </a:xfrm>
      </p:grpSpPr>
      <p:sp>
        <p:nvSpPr>
          <p:cNvPr id="254" name="Google Shape;254;p1"/>
          <p:cNvSpPr txBox="1"/>
          <p:nvPr>
            <p:ph idx="1" type="body"/>
          </p:nvPr>
        </p:nvSpPr>
        <p:spPr>
          <a:xfrm>
            <a:off x="1007535" y="1803960"/>
            <a:ext cx="3024237" cy="504887"/>
          </a:xfrm>
          <a:prstGeom prst="rect">
            <a:avLst/>
          </a:prstGeom>
          <a:noFill/>
          <a:ln>
            <a:noFill/>
          </a:ln>
        </p:spPr>
        <p:txBody>
          <a:bodyPr anchorCtr="0" anchor="ctr" bIns="40050" lIns="80125" spcFirstLastPara="1" rIns="80125" wrap="square" tIns="40050">
            <a:noAutofit/>
          </a:bodyPr>
          <a:lstStyle/>
          <a:p>
            <a:pPr indent="0" lvl="0" marL="0" marR="0" rtl="0" algn="ctr">
              <a:lnSpc>
                <a:spcPct val="100000"/>
              </a:lnSpc>
              <a:spcBef>
                <a:spcPts val="0"/>
              </a:spcBef>
              <a:spcAft>
                <a:spcPts val="0"/>
              </a:spcAft>
              <a:buClr>
                <a:srgbClr val="808080"/>
              </a:buClr>
              <a:buSzPts val="960"/>
              <a:buFont typeface="Noto Sans Symbols"/>
              <a:buNone/>
            </a:pPr>
            <a:r>
              <a:t/>
            </a:r>
            <a:endParaRPr/>
          </a:p>
        </p:txBody>
      </p:sp>
      <p:sp>
        <p:nvSpPr>
          <p:cNvPr id="255" name="Google Shape;255;p1"/>
          <p:cNvSpPr txBox="1"/>
          <p:nvPr>
            <p:ph idx="2" type="body"/>
          </p:nvPr>
        </p:nvSpPr>
        <p:spPr>
          <a:xfrm>
            <a:off x="4079776" y="1803960"/>
            <a:ext cx="2110008" cy="504887"/>
          </a:xfrm>
          <a:prstGeom prst="rect">
            <a:avLst/>
          </a:prstGeom>
          <a:noFill/>
          <a:ln>
            <a:noFill/>
          </a:ln>
        </p:spPr>
        <p:txBody>
          <a:bodyPr anchorCtr="0" anchor="ctr" bIns="40050" lIns="80125" spcFirstLastPara="1" rIns="80125" wrap="square" tIns="40050">
            <a:noAutofit/>
          </a:bodyPr>
          <a:lstStyle/>
          <a:p>
            <a:pPr indent="0" lvl="0" marL="0" marR="0" rtl="0" algn="ctr">
              <a:lnSpc>
                <a:spcPct val="100000"/>
              </a:lnSpc>
              <a:spcBef>
                <a:spcPts val="0"/>
              </a:spcBef>
              <a:spcAft>
                <a:spcPts val="0"/>
              </a:spcAft>
              <a:buClr>
                <a:srgbClr val="808080"/>
              </a:buClr>
              <a:buSzPts val="960"/>
              <a:buFont typeface="Noto Sans Symbols"/>
              <a:buNone/>
            </a:pPr>
            <a:r>
              <a:t/>
            </a:r>
            <a:endParaRPr/>
          </a:p>
        </p:txBody>
      </p:sp>
      <p:sp>
        <p:nvSpPr>
          <p:cNvPr id="256" name="Google Shape;256;p1"/>
          <p:cNvSpPr txBox="1"/>
          <p:nvPr>
            <p:ph idx="3" type="body"/>
          </p:nvPr>
        </p:nvSpPr>
        <p:spPr>
          <a:xfrm>
            <a:off x="6239934" y="1803960"/>
            <a:ext cx="2844398" cy="504887"/>
          </a:xfrm>
          <a:prstGeom prst="rect">
            <a:avLst/>
          </a:prstGeom>
          <a:noFill/>
          <a:ln>
            <a:noFill/>
          </a:ln>
        </p:spPr>
        <p:txBody>
          <a:bodyPr anchorCtr="0" anchor="ctr" bIns="40050" lIns="80125" spcFirstLastPara="1" rIns="80125" wrap="square" tIns="40050">
            <a:noAutofit/>
          </a:bodyPr>
          <a:lstStyle/>
          <a:p>
            <a:pPr indent="0" lvl="0" marL="0" marR="0" rtl="0" algn="ctr">
              <a:lnSpc>
                <a:spcPct val="100000"/>
              </a:lnSpc>
              <a:spcBef>
                <a:spcPts val="0"/>
              </a:spcBef>
              <a:spcAft>
                <a:spcPts val="0"/>
              </a:spcAft>
              <a:buClr>
                <a:srgbClr val="808080"/>
              </a:buClr>
              <a:buSzPts val="960"/>
              <a:buFont typeface="Noto Sans Symbols"/>
              <a:buNone/>
            </a:pPr>
            <a:r>
              <a:rPr lang="en-US"/>
              <a:t>V500R002</a:t>
            </a:r>
            <a:endParaRPr/>
          </a:p>
        </p:txBody>
      </p:sp>
      <p:sp>
        <p:nvSpPr>
          <p:cNvPr id="257" name="Google Shape;257;p1"/>
          <p:cNvSpPr txBox="1"/>
          <p:nvPr>
            <p:ph idx="4" type="body"/>
          </p:nvPr>
        </p:nvSpPr>
        <p:spPr>
          <a:xfrm>
            <a:off x="9084332" y="1803960"/>
            <a:ext cx="2388001" cy="504887"/>
          </a:xfrm>
          <a:prstGeom prst="rect">
            <a:avLst/>
          </a:prstGeom>
          <a:noFill/>
          <a:ln>
            <a:noFill/>
          </a:ln>
        </p:spPr>
        <p:txBody>
          <a:bodyPr anchorCtr="0" anchor="ctr" bIns="40050" lIns="80125" spcFirstLastPara="1" rIns="80125" wrap="square" tIns="40050">
            <a:noAutofit/>
          </a:bodyPr>
          <a:lstStyle/>
          <a:p>
            <a:pPr indent="0" lvl="0" marL="0" marR="0" rtl="0" algn="ctr">
              <a:lnSpc>
                <a:spcPct val="100000"/>
              </a:lnSpc>
              <a:spcBef>
                <a:spcPts val="0"/>
              </a:spcBef>
              <a:spcAft>
                <a:spcPts val="0"/>
              </a:spcAft>
              <a:buClr>
                <a:srgbClr val="808080"/>
              </a:buClr>
              <a:buSzPts val="960"/>
              <a:buFont typeface="Noto Sans Symbols"/>
              <a:buNone/>
            </a:pPr>
            <a:r>
              <a:rPr lang="en-US"/>
              <a:t>V100R001</a:t>
            </a:r>
            <a:endParaRPr/>
          </a:p>
        </p:txBody>
      </p:sp>
      <p:sp>
        <p:nvSpPr>
          <p:cNvPr id="258" name="Google Shape;258;p1"/>
          <p:cNvSpPr txBox="1"/>
          <p:nvPr>
            <p:ph idx="5" type="body"/>
          </p:nvPr>
        </p:nvSpPr>
        <p:spPr>
          <a:xfrm>
            <a:off x="1007533" y="3089025"/>
            <a:ext cx="3071784" cy="504887"/>
          </a:xfrm>
          <a:prstGeom prst="rect">
            <a:avLst/>
          </a:prstGeom>
          <a:noFill/>
          <a:ln>
            <a:noFill/>
          </a:ln>
        </p:spPr>
        <p:txBody>
          <a:bodyPr anchorCtr="0" anchor="ctr" bIns="40050" lIns="80125" spcFirstLastPara="1" rIns="80125" wrap="square" tIns="40050">
            <a:noAutofit/>
          </a:bodyPr>
          <a:lstStyle/>
          <a:p>
            <a:pPr indent="0" lvl="0" marL="0" marR="0" rtl="0" algn="ctr">
              <a:lnSpc>
                <a:spcPct val="100000"/>
              </a:lnSpc>
              <a:spcBef>
                <a:spcPts val="0"/>
              </a:spcBef>
              <a:spcAft>
                <a:spcPts val="0"/>
              </a:spcAft>
              <a:buClr>
                <a:srgbClr val="808080"/>
              </a:buClr>
              <a:buSzPts val="960"/>
              <a:buFont typeface="Noto Sans Symbols"/>
              <a:buNone/>
            </a:pPr>
            <a:r>
              <a:rPr lang="en-US"/>
              <a:t>Wan Changli, wx40867</a:t>
            </a:r>
            <a:endParaRPr/>
          </a:p>
        </p:txBody>
      </p:sp>
      <p:sp>
        <p:nvSpPr>
          <p:cNvPr id="259" name="Google Shape;259;p1"/>
          <p:cNvSpPr txBox="1"/>
          <p:nvPr>
            <p:ph idx="6" type="body"/>
          </p:nvPr>
        </p:nvSpPr>
        <p:spPr>
          <a:xfrm>
            <a:off x="4079776" y="3089025"/>
            <a:ext cx="2160157" cy="504887"/>
          </a:xfrm>
          <a:prstGeom prst="rect">
            <a:avLst/>
          </a:prstGeom>
          <a:noFill/>
          <a:ln>
            <a:noFill/>
          </a:ln>
        </p:spPr>
        <p:txBody>
          <a:bodyPr anchorCtr="0" anchor="ctr" bIns="40050" lIns="80125" spcFirstLastPara="1" rIns="80125" wrap="square" tIns="40050">
            <a:noAutofit/>
          </a:bodyPr>
          <a:lstStyle/>
          <a:p>
            <a:pPr indent="-302279" lvl="0" marL="302279" rtl="0" algn="ctr">
              <a:lnSpc>
                <a:spcPct val="100000"/>
              </a:lnSpc>
              <a:spcBef>
                <a:spcPts val="0"/>
              </a:spcBef>
              <a:spcAft>
                <a:spcPts val="0"/>
              </a:spcAft>
              <a:buClr>
                <a:schemeClr val="dk1"/>
              </a:buClr>
              <a:buSzPts val="800"/>
              <a:buNone/>
            </a:pPr>
            <a:r>
              <a:rPr lang="en-US"/>
              <a:t>2020-03-25</a:t>
            </a:r>
            <a:endParaRPr/>
          </a:p>
        </p:txBody>
      </p:sp>
      <p:sp>
        <p:nvSpPr>
          <p:cNvPr id="260" name="Google Shape;260;p1"/>
          <p:cNvSpPr txBox="1"/>
          <p:nvPr>
            <p:ph idx="7" type="body"/>
          </p:nvPr>
        </p:nvSpPr>
        <p:spPr>
          <a:xfrm>
            <a:off x="6239933" y="3089025"/>
            <a:ext cx="2928408" cy="504887"/>
          </a:xfrm>
          <a:prstGeom prst="rect">
            <a:avLst/>
          </a:prstGeom>
          <a:noFill/>
          <a:ln>
            <a:noFill/>
          </a:ln>
        </p:spPr>
        <p:txBody>
          <a:bodyPr anchorCtr="0" anchor="ctr" bIns="40050" lIns="80125" spcFirstLastPara="1" rIns="80125" wrap="square" tIns="40050">
            <a:noAutofit/>
          </a:bodyPr>
          <a:lstStyle/>
          <a:p>
            <a:pPr indent="0" lvl="0" marL="0" marR="0" rtl="0" algn="ctr">
              <a:lnSpc>
                <a:spcPct val="100000"/>
              </a:lnSpc>
              <a:spcBef>
                <a:spcPts val="0"/>
              </a:spcBef>
              <a:spcAft>
                <a:spcPts val="0"/>
              </a:spcAft>
              <a:buClr>
                <a:srgbClr val="808080"/>
              </a:buClr>
              <a:buSzPts val="960"/>
              <a:buFont typeface="Noto Sans Symbols"/>
              <a:buNone/>
            </a:pPr>
            <a:r>
              <a:t/>
            </a:r>
            <a:endParaRPr/>
          </a:p>
        </p:txBody>
      </p:sp>
      <p:sp>
        <p:nvSpPr>
          <p:cNvPr id="261" name="Google Shape;261;p1"/>
          <p:cNvSpPr txBox="1"/>
          <p:nvPr>
            <p:ph idx="8" type="body"/>
          </p:nvPr>
        </p:nvSpPr>
        <p:spPr>
          <a:xfrm>
            <a:off x="9168341" y="3089025"/>
            <a:ext cx="2303992" cy="504887"/>
          </a:xfrm>
          <a:prstGeom prst="rect">
            <a:avLst/>
          </a:prstGeom>
          <a:noFill/>
          <a:ln>
            <a:noFill/>
          </a:ln>
        </p:spPr>
        <p:txBody>
          <a:bodyPr anchorCtr="0" anchor="ctr" bIns="40050" lIns="80125" spcFirstLastPara="1" rIns="80125" wrap="square" tIns="40050">
            <a:noAutofit/>
          </a:bodyPr>
          <a:lstStyle/>
          <a:p>
            <a:pPr indent="-302279" lvl="0" marL="302279" rtl="0" algn="ctr">
              <a:lnSpc>
                <a:spcPct val="100000"/>
              </a:lnSpc>
              <a:spcBef>
                <a:spcPts val="0"/>
              </a:spcBef>
              <a:spcAft>
                <a:spcPts val="0"/>
              </a:spcAft>
              <a:buClr>
                <a:schemeClr val="dk1"/>
              </a:buClr>
              <a:buSzPts val="800"/>
              <a:buNone/>
            </a:pPr>
            <a:r>
              <a:t/>
            </a:r>
            <a:endParaRPr/>
          </a:p>
        </p:txBody>
      </p:sp>
      <p:sp>
        <p:nvSpPr>
          <p:cNvPr id="262" name="Google Shape;262;p1"/>
          <p:cNvSpPr txBox="1"/>
          <p:nvPr>
            <p:ph idx="9" type="body"/>
          </p:nvPr>
        </p:nvSpPr>
        <p:spPr>
          <a:xfrm>
            <a:off x="1019436" y="3608189"/>
            <a:ext cx="3071784" cy="504887"/>
          </a:xfrm>
          <a:prstGeom prst="rect">
            <a:avLst/>
          </a:prstGeom>
          <a:noFill/>
          <a:ln>
            <a:noFill/>
          </a:ln>
        </p:spPr>
        <p:txBody>
          <a:bodyPr anchorCtr="0" anchor="ctr" bIns="40050" lIns="80125" spcFirstLastPara="1" rIns="80125" wrap="square" tIns="40050">
            <a:noAutofit/>
          </a:bodyPr>
          <a:lstStyle/>
          <a:p>
            <a:pPr indent="0" lvl="0" marL="0" marR="0" rtl="0" algn="ctr">
              <a:lnSpc>
                <a:spcPct val="100000"/>
              </a:lnSpc>
              <a:spcBef>
                <a:spcPts val="0"/>
              </a:spcBef>
              <a:spcAft>
                <a:spcPts val="0"/>
              </a:spcAft>
              <a:buClr>
                <a:srgbClr val="808080"/>
              </a:buClr>
              <a:buSzPts val="960"/>
              <a:buFont typeface="Noto Sans Symbols"/>
              <a:buNone/>
            </a:pPr>
            <a:r>
              <a:t/>
            </a:r>
            <a:endParaRPr/>
          </a:p>
        </p:txBody>
      </p:sp>
      <p:sp>
        <p:nvSpPr>
          <p:cNvPr id="263" name="Google Shape;263;p1"/>
          <p:cNvSpPr txBox="1"/>
          <p:nvPr>
            <p:ph idx="13" type="body"/>
          </p:nvPr>
        </p:nvSpPr>
        <p:spPr>
          <a:xfrm>
            <a:off x="4091679" y="3608189"/>
            <a:ext cx="2160157" cy="504887"/>
          </a:xfrm>
          <a:prstGeom prst="rect">
            <a:avLst/>
          </a:prstGeom>
          <a:noFill/>
          <a:ln>
            <a:noFill/>
          </a:ln>
        </p:spPr>
        <p:txBody>
          <a:bodyPr anchorCtr="0" anchor="ctr" bIns="40050" lIns="80125" spcFirstLastPara="1" rIns="80125" wrap="square" tIns="40050">
            <a:noAutofit/>
          </a:bodyPr>
          <a:lstStyle/>
          <a:p>
            <a:pPr indent="-302279" lvl="0" marL="302279" rtl="0" algn="ctr">
              <a:lnSpc>
                <a:spcPct val="100000"/>
              </a:lnSpc>
              <a:spcBef>
                <a:spcPts val="0"/>
              </a:spcBef>
              <a:spcAft>
                <a:spcPts val="0"/>
              </a:spcAft>
              <a:buClr>
                <a:schemeClr val="dk1"/>
              </a:buClr>
              <a:buSzPts val="800"/>
              <a:buNone/>
            </a:pPr>
            <a:r>
              <a:t/>
            </a:r>
            <a:endParaRPr/>
          </a:p>
        </p:txBody>
      </p:sp>
      <p:sp>
        <p:nvSpPr>
          <p:cNvPr id="264" name="Google Shape;264;p1"/>
          <p:cNvSpPr txBox="1"/>
          <p:nvPr>
            <p:ph idx="14" type="body"/>
          </p:nvPr>
        </p:nvSpPr>
        <p:spPr>
          <a:xfrm>
            <a:off x="6251836" y="3608189"/>
            <a:ext cx="2928408" cy="504887"/>
          </a:xfrm>
          <a:prstGeom prst="rect">
            <a:avLst/>
          </a:prstGeom>
          <a:noFill/>
          <a:ln>
            <a:noFill/>
          </a:ln>
        </p:spPr>
        <p:txBody>
          <a:bodyPr anchorCtr="0" anchor="ctr" bIns="40050" lIns="80125" spcFirstLastPara="1" rIns="80125" wrap="square" tIns="40050">
            <a:noAutofit/>
          </a:bodyPr>
          <a:lstStyle/>
          <a:p>
            <a:pPr indent="0" lvl="0" marL="0" marR="0" rtl="0" algn="ctr">
              <a:lnSpc>
                <a:spcPct val="100000"/>
              </a:lnSpc>
              <a:spcBef>
                <a:spcPts val="0"/>
              </a:spcBef>
              <a:spcAft>
                <a:spcPts val="0"/>
              </a:spcAft>
              <a:buClr>
                <a:srgbClr val="808080"/>
              </a:buClr>
              <a:buSzPts val="960"/>
              <a:buFont typeface="Noto Sans Symbols"/>
              <a:buNone/>
            </a:pPr>
            <a:r>
              <a:t/>
            </a:r>
            <a:endParaRPr/>
          </a:p>
        </p:txBody>
      </p:sp>
      <p:sp>
        <p:nvSpPr>
          <p:cNvPr id="265" name="Google Shape;265;p1"/>
          <p:cNvSpPr txBox="1"/>
          <p:nvPr>
            <p:ph idx="15" type="body"/>
          </p:nvPr>
        </p:nvSpPr>
        <p:spPr>
          <a:xfrm>
            <a:off x="9180244" y="3608189"/>
            <a:ext cx="2303992" cy="504887"/>
          </a:xfrm>
          <a:prstGeom prst="rect">
            <a:avLst/>
          </a:prstGeom>
          <a:noFill/>
          <a:ln>
            <a:noFill/>
          </a:ln>
        </p:spPr>
        <p:txBody>
          <a:bodyPr anchorCtr="0" anchor="ctr" bIns="40050" lIns="80125" spcFirstLastPara="1" rIns="80125" wrap="square" tIns="40050">
            <a:noAutofit/>
          </a:bodyPr>
          <a:lstStyle/>
          <a:p>
            <a:pPr indent="-302279" lvl="0" marL="302279" rtl="0" algn="ctr">
              <a:lnSpc>
                <a:spcPct val="100000"/>
              </a:lnSpc>
              <a:spcBef>
                <a:spcPts val="0"/>
              </a:spcBef>
              <a:spcAft>
                <a:spcPts val="0"/>
              </a:spcAft>
              <a:buClr>
                <a:schemeClr val="dk1"/>
              </a:buClr>
              <a:buSzPts val="800"/>
              <a:buNone/>
            </a:pPr>
            <a:r>
              <a:t/>
            </a:r>
            <a:endParaRPr/>
          </a:p>
        </p:txBody>
      </p:sp>
      <p:sp>
        <p:nvSpPr>
          <p:cNvPr id="266" name="Google Shape;266;p1"/>
          <p:cNvSpPr txBox="1"/>
          <p:nvPr>
            <p:ph idx="16" type="body"/>
          </p:nvPr>
        </p:nvSpPr>
        <p:spPr>
          <a:xfrm>
            <a:off x="995796" y="4077072"/>
            <a:ext cx="3071784" cy="504887"/>
          </a:xfrm>
          <a:prstGeom prst="rect">
            <a:avLst/>
          </a:prstGeom>
          <a:noFill/>
          <a:ln>
            <a:noFill/>
          </a:ln>
        </p:spPr>
        <p:txBody>
          <a:bodyPr anchorCtr="0" anchor="ctr" bIns="40050" lIns="80125" spcFirstLastPara="1" rIns="80125" wrap="square" tIns="40050">
            <a:noAutofit/>
          </a:bodyPr>
          <a:lstStyle/>
          <a:p>
            <a:pPr indent="0" lvl="0" marL="0" marR="0" rtl="0" algn="ctr">
              <a:lnSpc>
                <a:spcPct val="100000"/>
              </a:lnSpc>
              <a:spcBef>
                <a:spcPts val="0"/>
              </a:spcBef>
              <a:spcAft>
                <a:spcPts val="0"/>
              </a:spcAft>
              <a:buClr>
                <a:srgbClr val="808080"/>
              </a:buClr>
              <a:buSzPts val="960"/>
              <a:buFont typeface="Noto Sans Symbols"/>
              <a:buNone/>
            </a:pPr>
            <a:r>
              <a:t/>
            </a:r>
            <a:endParaRPr/>
          </a:p>
        </p:txBody>
      </p:sp>
      <p:sp>
        <p:nvSpPr>
          <p:cNvPr id="267" name="Google Shape;267;p1"/>
          <p:cNvSpPr txBox="1"/>
          <p:nvPr>
            <p:ph idx="17" type="body"/>
          </p:nvPr>
        </p:nvSpPr>
        <p:spPr>
          <a:xfrm>
            <a:off x="4068039" y="4077072"/>
            <a:ext cx="2160157" cy="504887"/>
          </a:xfrm>
          <a:prstGeom prst="rect">
            <a:avLst/>
          </a:prstGeom>
          <a:noFill/>
          <a:ln>
            <a:noFill/>
          </a:ln>
        </p:spPr>
        <p:txBody>
          <a:bodyPr anchorCtr="0" anchor="ctr" bIns="40050" lIns="80125" spcFirstLastPara="1" rIns="80125" wrap="square" tIns="40050">
            <a:noAutofit/>
          </a:bodyPr>
          <a:lstStyle/>
          <a:p>
            <a:pPr indent="-302279" lvl="0" marL="302279" rtl="0" algn="ctr">
              <a:lnSpc>
                <a:spcPct val="100000"/>
              </a:lnSpc>
              <a:spcBef>
                <a:spcPts val="0"/>
              </a:spcBef>
              <a:spcAft>
                <a:spcPts val="0"/>
              </a:spcAft>
              <a:buClr>
                <a:schemeClr val="dk1"/>
              </a:buClr>
              <a:buSzPts val="800"/>
              <a:buNone/>
            </a:pPr>
            <a:r>
              <a:t/>
            </a:r>
            <a:endParaRPr/>
          </a:p>
        </p:txBody>
      </p:sp>
      <p:sp>
        <p:nvSpPr>
          <p:cNvPr id="268" name="Google Shape;268;p1"/>
          <p:cNvSpPr txBox="1"/>
          <p:nvPr>
            <p:ph idx="18" type="body"/>
          </p:nvPr>
        </p:nvSpPr>
        <p:spPr>
          <a:xfrm>
            <a:off x="6228196" y="4077072"/>
            <a:ext cx="2928408" cy="504887"/>
          </a:xfrm>
          <a:prstGeom prst="rect">
            <a:avLst/>
          </a:prstGeom>
          <a:noFill/>
          <a:ln>
            <a:noFill/>
          </a:ln>
        </p:spPr>
        <p:txBody>
          <a:bodyPr anchorCtr="0" anchor="ctr" bIns="40050" lIns="80125" spcFirstLastPara="1" rIns="80125" wrap="square" tIns="40050">
            <a:noAutofit/>
          </a:bodyPr>
          <a:lstStyle/>
          <a:p>
            <a:pPr indent="0" lvl="0" marL="0" marR="0" rtl="0" algn="ctr">
              <a:lnSpc>
                <a:spcPct val="100000"/>
              </a:lnSpc>
              <a:spcBef>
                <a:spcPts val="0"/>
              </a:spcBef>
              <a:spcAft>
                <a:spcPts val="0"/>
              </a:spcAft>
              <a:buClr>
                <a:srgbClr val="808080"/>
              </a:buClr>
              <a:buSzPts val="960"/>
              <a:buFont typeface="Noto Sans Symbols"/>
              <a:buNone/>
            </a:pPr>
            <a:r>
              <a:t/>
            </a:r>
            <a:endParaRPr/>
          </a:p>
        </p:txBody>
      </p:sp>
      <p:sp>
        <p:nvSpPr>
          <p:cNvPr id="269" name="Google Shape;269;p1"/>
          <p:cNvSpPr txBox="1"/>
          <p:nvPr>
            <p:ph idx="19" type="body"/>
          </p:nvPr>
        </p:nvSpPr>
        <p:spPr>
          <a:xfrm>
            <a:off x="9156604" y="4077072"/>
            <a:ext cx="2303992" cy="504887"/>
          </a:xfrm>
          <a:prstGeom prst="rect">
            <a:avLst/>
          </a:prstGeom>
          <a:noFill/>
          <a:ln>
            <a:noFill/>
          </a:ln>
        </p:spPr>
        <p:txBody>
          <a:bodyPr anchorCtr="0" anchor="ctr" bIns="40050" lIns="80125" spcFirstLastPara="1" rIns="80125" wrap="square" tIns="40050">
            <a:noAutofit/>
          </a:bodyPr>
          <a:lstStyle/>
          <a:p>
            <a:pPr indent="-302279" lvl="0" marL="302279" rtl="0" algn="ctr">
              <a:lnSpc>
                <a:spcPct val="100000"/>
              </a:lnSpc>
              <a:spcBef>
                <a:spcPts val="0"/>
              </a:spcBef>
              <a:spcAft>
                <a:spcPts val="0"/>
              </a:spcAft>
              <a:buClr>
                <a:schemeClr val="dk1"/>
              </a:buClr>
              <a:buSzPts val="800"/>
              <a:buNone/>
            </a:pPr>
            <a:r>
              <a:t/>
            </a:r>
            <a:endParaRPr/>
          </a:p>
        </p:txBody>
      </p:sp>
      <p:sp>
        <p:nvSpPr>
          <p:cNvPr id="270" name="Google Shape;270;p1"/>
          <p:cNvSpPr txBox="1"/>
          <p:nvPr>
            <p:ph idx="20" type="body"/>
          </p:nvPr>
        </p:nvSpPr>
        <p:spPr>
          <a:xfrm>
            <a:off x="1019436" y="4581128"/>
            <a:ext cx="3071784" cy="504887"/>
          </a:xfrm>
          <a:prstGeom prst="rect">
            <a:avLst/>
          </a:prstGeom>
          <a:noFill/>
          <a:ln>
            <a:noFill/>
          </a:ln>
        </p:spPr>
        <p:txBody>
          <a:bodyPr anchorCtr="0" anchor="ctr" bIns="40050" lIns="80125" spcFirstLastPara="1" rIns="80125" wrap="square" tIns="40050">
            <a:noAutofit/>
          </a:bodyPr>
          <a:lstStyle/>
          <a:p>
            <a:pPr indent="0" lvl="0" marL="0" marR="0" rtl="0" algn="ctr">
              <a:lnSpc>
                <a:spcPct val="100000"/>
              </a:lnSpc>
              <a:spcBef>
                <a:spcPts val="0"/>
              </a:spcBef>
              <a:spcAft>
                <a:spcPts val="0"/>
              </a:spcAft>
              <a:buClr>
                <a:srgbClr val="808080"/>
              </a:buClr>
              <a:buSzPts val="960"/>
              <a:buFont typeface="Noto Sans Symbols"/>
              <a:buNone/>
            </a:pPr>
            <a:r>
              <a:t/>
            </a:r>
            <a:endParaRPr/>
          </a:p>
        </p:txBody>
      </p:sp>
      <p:sp>
        <p:nvSpPr>
          <p:cNvPr id="271" name="Google Shape;271;p1"/>
          <p:cNvSpPr txBox="1"/>
          <p:nvPr>
            <p:ph idx="21" type="body"/>
          </p:nvPr>
        </p:nvSpPr>
        <p:spPr>
          <a:xfrm>
            <a:off x="4091679" y="4581128"/>
            <a:ext cx="2160157" cy="504887"/>
          </a:xfrm>
          <a:prstGeom prst="rect">
            <a:avLst/>
          </a:prstGeom>
          <a:noFill/>
          <a:ln>
            <a:noFill/>
          </a:ln>
        </p:spPr>
        <p:txBody>
          <a:bodyPr anchorCtr="0" anchor="ctr" bIns="40050" lIns="80125" spcFirstLastPara="1" rIns="80125" wrap="square" tIns="40050">
            <a:noAutofit/>
          </a:bodyPr>
          <a:lstStyle/>
          <a:p>
            <a:pPr indent="-302279" lvl="0" marL="302279" rtl="0" algn="ctr">
              <a:lnSpc>
                <a:spcPct val="100000"/>
              </a:lnSpc>
              <a:spcBef>
                <a:spcPts val="0"/>
              </a:spcBef>
              <a:spcAft>
                <a:spcPts val="0"/>
              </a:spcAft>
              <a:buClr>
                <a:schemeClr val="dk1"/>
              </a:buClr>
              <a:buSzPts val="800"/>
              <a:buNone/>
            </a:pPr>
            <a:r>
              <a:t/>
            </a:r>
            <a:endParaRPr/>
          </a:p>
        </p:txBody>
      </p:sp>
      <p:sp>
        <p:nvSpPr>
          <p:cNvPr id="272" name="Google Shape;272;p1"/>
          <p:cNvSpPr txBox="1"/>
          <p:nvPr>
            <p:ph idx="22" type="body"/>
          </p:nvPr>
        </p:nvSpPr>
        <p:spPr>
          <a:xfrm>
            <a:off x="6251836" y="4581128"/>
            <a:ext cx="2928408" cy="504887"/>
          </a:xfrm>
          <a:prstGeom prst="rect">
            <a:avLst/>
          </a:prstGeom>
          <a:noFill/>
          <a:ln>
            <a:noFill/>
          </a:ln>
        </p:spPr>
        <p:txBody>
          <a:bodyPr anchorCtr="0" anchor="ctr" bIns="40050" lIns="80125" spcFirstLastPara="1" rIns="80125" wrap="square" tIns="40050">
            <a:noAutofit/>
          </a:bodyPr>
          <a:lstStyle/>
          <a:p>
            <a:pPr indent="0" lvl="0" marL="0" marR="0" rtl="0" algn="ctr">
              <a:lnSpc>
                <a:spcPct val="100000"/>
              </a:lnSpc>
              <a:spcBef>
                <a:spcPts val="0"/>
              </a:spcBef>
              <a:spcAft>
                <a:spcPts val="0"/>
              </a:spcAft>
              <a:buClr>
                <a:srgbClr val="808080"/>
              </a:buClr>
              <a:buSzPts val="960"/>
              <a:buFont typeface="Noto Sans Symbols"/>
              <a:buNone/>
            </a:pPr>
            <a:r>
              <a:t/>
            </a:r>
            <a:endParaRPr/>
          </a:p>
        </p:txBody>
      </p:sp>
      <p:sp>
        <p:nvSpPr>
          <p:cNvPr id="273" name="Google Shape;273;p1"/>
          <p:cNvSpPr txBox="1"/>
          <p:nvPr>
            <p:ph idx="23" type="body"/>
          </p:nvPr>
        </p:nvSpPr>
        <p:spPr>
          <a:xfrm>
            <a:off x="9180244" y="4581128"/>
            <a:ext cx="2303992" cy="504887"/>
          </a:xfrm>
          <a:prstGeom prst="rect">
            <a:avLst/>
          </a:prstGeom>
          <a:noFill/>
          <a:ln>
            <a:noFill/>
          </a:ln>
        </p:spPr>
        <p:txBody>
          <a:bodyPr anchorCtr="0" anchor="ctr" bIns="40050" lIns="80125" spcFirstLastPara="1" rIns="80125" wrap="square" tIns="40050">
            <a:noAutofit/>
          </a:bodyPr>
          <a:lstStyle/>
          <a:p>
            <a:pPr indent="-302279" lvl="0" marL="302279" rtl="0" algn="ctr">
              <a:lnSpc>
                <a:spcPct val="100000"/>
              </a:lnSpc>
              <a:spcBef>
                <a:spcPts val="0"/>
              </a:spcBef>
              <a:spcAft>
                <a:spcPts val="0"/>
              </a:spcAft>
              <a:buClr>
                <a:schemeClr val="dk1"/>
              </a:buClr>
              <a:buSzPts val="800"/>
              <a:buNone/>
            </a:pPr>
            <a:r>
              <a:t/>
            </a:r>
            <a:endParaRPr/>
          </a:p>
        </p:txBody>
      </p:sp>
      <p:sp>
        <p:nvSpPr>
          <p:cNvPr id="274" name="Google Shape;274;p1"/>
          <p:cNvSpPr txBox="1"/>
          <p:nvPr>
            <p:ph idx="24" type="body"/>
          </p:nvPr>
        </p:nvSpPr>
        <p:spPr>
          <a:xfrm>
            <a:off x="995796" y="5049180"/>
            <a:ext cx="3071784" cy="504887"/>
          </a:xfrm>
          <a:prstGeom prst="rect">
            <a:avLst/>
          </a:prstGeom>
          <a:noFill/>
          <a:ln>
            <a:noFill/>
          </a:ln>
        </p:spPr>
        <p:txBody>
          <a:bodyPr anchorCtr="0" anchor="ctr" bIns="40050" lIns="80125" spcFirstLastPara="1" rIns="80125" wrap="square" tIns="40050">
            <a:noAutofit/>
          </a:bodyPr>
          <a:lstStyle/>
          <a:p>
            <a:pPr indent="0" lvl="0" marL="0" marR="0" rtl="0" algn="ctr">
              <a:lnSpc>
                <a:spcPct val="100000"/>
              </a:lnSpc>
              <a:spcBef>
                <a:spcPts val="0"/>
              </a:spcBef>
              <a:spcAft>
                <a:spcPts val="0"/>
              </a:spcAft>
              <a:buClr>
                <a:srgbClr val="808080"/>
              </a:buClr>
              <a:buSzPts val="960"/>
              <a:buFont typeface="Noto Sans Symbols"/>
              <a:buNone/>
            </a:pPr>
            <a:r>
              <a:t/>
            </a:r>
            <a:endParaRPr/>
          </a:p>
        </p:txBody>
      </p:sp>
      <p:sp>
        <p:nvSpPr>
          <p:cNvPr id="275" name="Google Shape;275;p1"/>
          <p:cNvSpPr txBox="1"/>
          <p:nvPr>
            <p:ph idx="25" type="body"/>
          </p:nvPr>
        </p:nvSpPr>
        <p:spPr>
          <a:xfrm>
            <a:off x="4068039" y="5049180"/>
            <a:ext cx="2160157" cy="504887"/>
          </a:xfrm>
          <a:prstGeom prst="rect">
            <a:avLst/>
          </a:prstGeom>
          <a:noFill/>
          <a:ln>
            <a:noFill/>
          </a:ln>
        </p:spPr>
        <p:txBody>
          <a:bodyPr anchorCtr="0" anchor="ctr" bIns="40050" lIns="80125" spcFirstLastPara="1" rIns="80125" wrap="square" tIns="40050">
            <a:noAutofit/>
          </a:bodyPr>
          <a:lstStyle/>
          <a:p>
            <a:pPr indent="-302279" lvl="0" marL="302279" rtl="0" algn="ctr">
              <a:lnSpc>
                <a:spcPct val="100000"/>
              </a:lnSpc>
              <a:spcBef>
                <a:spcPts val="0"/>
              </a:spcBef>
              <a:spcAft>
                <a:spcPts val="0"/>
              </a:spcAft>
              <a:buClr>
                <a:schemeClr val="dk1"/>
              </a:buClr>
              <a:buSzPts val="800"/>
              <a:buNone/>
            </a:pPr>
            <a:r>
              <a:t/>
            </a:r>
            <a:endParaRPr/>
          </a:p>
        </p:txBody>
      </p:sp>
      <p:sp>
        <p:nvSpPr>
          <p:cNvPr id="276" name="Google Shape;276;p1"/>
          <p:cNvSpPr txBox="1"/>
          <p:nvPr>
            <p:ph idx="26" type="body"/>
          </p:nvPr>
        </p:nvSpPr>
        <p:spPr>
          <a:xfrm>
            <a:off x="6228196" y="5049180"/>
            <a:ext cx="2928408" cy="504887"/>
          </a:xfrm>
          <a:prstGeom prst="rect">
            <a:avLst/>
          </a:prstGeom>
          <a:noFill/>
          <a:ln>
            <a:noFill/>
          </a:ln>
        </p:spPr>
        <p:txBody>
          <a:bodyPr anchorCtr="0" anchor="ctr" bIns="40050" lIns="80125" spcFirstLastPara="1" rIns="80125" wrap="square" tIns="40050">
            <a:noAutofit/>
          </a:bodyPr>
          <a:lstStyle/>
          <a:p>
            <a:pPr indent="0" lvl="0" marL="0" marR="0" rtl="0" algn="ctr">
              <a:lnSpc>
                <a:spcPct val="100000"/>
              </a:lnSpc>
              <a:spcBef>
                <a:spcPts val="0"/>
              </a:spcBef>
              <a:spcAft>
                <a:spcPts val="0"/>
              </a:spcAft>
              <a:buClr>
                <a:srgbClr val="808080"/>
              </a:buClr>
              <a:buSzPts val="960"/>
              <a:buFont typeface="Noto Sans Symbols"/>
              <a:buNone/>
            </a:pPr>
            <a:r>
              <a:t/>
            </a:r>
            <a:endParaRPr/>
          </a:p>
        </p:txBody>
      </p:sp>
      <p:sp>
        <p:nvSpPr>
          <p:cNvPr id="277" name="Google Shape;277;p1"/>
          <p:cNvSpPr txBox="1"/>
          <p:nvPr>
            <p:ph idx="27" type="body"/>
          </p:nvPr>
        </p:nvSpPr>
        <p:spPr>
          <a:xfrm>
            <a:off x="9156604" y="5049180"/>
            <a:ext cx="2303992" cy="504887"/>
          </a:xfrm>
          <a:prstGeom prst="rect">
            <a:avLst/>
          </a:prstGeom>
          <a:noFill/>
          <a:ln>
            <a:noFill/>
          </a:ln>
        </p:spPr>
        <p:txBody>
          <a:bodyPr anchorCtr="0" anchor="ctr" bIns="40050" lIns="80125" spcFirstLastPara="1" rIns="80125" wrap="square" tIns="40050">
            <a:noAutofit/>
          </a:bodyPr>
          <a:lstStyle/>
          <a:p>
            <a:pPr indent="-302279" lvl="0" marL="302279" rtl="0" algn="ctr">
              <a:lnSpc>
                <a:spcPct val="100000"/>
              </a:lnSpc>
              <a:spcBef>
                <a:spcPts val="0"/>
              </a:spcBef>
              <a:spcAft>
                <a:spcPts val="0"/>
              </a:spcAft>
              <a:buClr>
                <a:schemeClr val="dk1"/>
              </a:buClr>
              <a:buSzPts val="800"/>
              <a:buNone/>
            </a:pPr>
            <a:r>
              <a:t/>
            </a:r>
            <a:endParaRPr/>
          </a:p>
        </p:txBody>
      </p:sp>
      <p:sp>
        <p:nvSpPr>
          <p:cNvPr id="278" name="Google Shape;278;p1"/>
          <p:cNvSpPr txBox="1"/>
          <p:nvPr>
            <p:ph idx="28" type="body"/>
          </p:nvPr>
        </p:nvSpPr>
        <p:spPr>
          <a:xfrm>
            <a:off x="1019436" y="5553236"/>
            <a:ext cx="3071784" cy="504887"/>
          </a:xfrm>
          <a:prstGeom prst="rect">
            <a:avLst/>
          </a:prstGeom>
          <a:noFill/>
          <a:ln>
            <a:noFill/>
          </a:ln>
        </p:spPr>
        <p:txBody>
          <a:bodyPr anchorCtr="0" anchor="ctr" bIns="40050" lIns="80125" spcFirstLastPara="1" rIns="80125" wrap="square" tIns="40050">
            <a:noAutofit/>
          </a:bodyPr>
          <a:lstStyle/>
          <a:p>
            <a:pPr indent="0" lvl="0" marL="0" marR="0" rtl="0" algn="ctr">
              <a:lnSpc>
                <a:spcPct val="100000"/>
              </a:lnSpc>
              <a:spcBef>
                <a:spcPts val="0"/>
              </a:spcBef>
              <a:spcAft>
                <a:spcPts val="0"/>
              </a:spcAft>
              <a:buClr>
                <a:srgbClr val="808080"/>
              </a:buClr>
              <a:buSzPts val="960"/>
              <a:buFont typeface="Noto Sans Symbols"/>
              <a:buNone/>
            </a:pPr>
            <a:r>
              <a:t/>
            </a:r>
            <a:endParaRPr/>
          </a:p>
        </p:txBody>
      </p:sp>
      <p:sp>
        <p:nvSpPr>
          <p:cNvPr id="279" name="Google Shape;279;p1"/>
          <p:cNvSpPr txBox="1"/>
          <p:nvPr>
            <p:ph idx="29" type="body"/>
          </p:nvPr>
        </p:nvSpPr>
        <p:spPr>
          <a:xfrm>
            <a:off x="4091679" y="5553236"/>
            <a:ext cx="2160157" cy="504887"/>
          </a:xfrm>
          <a:prstGeom prst="rect">
            <a:avLst/>
          </a:prstGeom>
          <a:noFill/>
          <a:ln>
            <a:noFill/>
          </a:ln>
        </p:spPr>
        <p:txBody>
          <a:bodyPr anchorCtr="0" anchor="ctr" bIns="40050" lIns="80125" spcFirstLastPara="1" rIns="80125" wrap="square" tIns="40050">
            <a:noAutofit/>
          </a:bodyPr>
          <a:lstStyle/>
          <a:p>
            <a:pPr indent="-302279" lvl="0" marL="302279" rtl="0" algn="ctr">
              <a:lnSpc>
                <a:spcPct val="100000"/>
              </a:lnSpc>
              <a:spcBef>
                <a:spcPts val="0"/>
              </a:spcBef>
              <a:spcAft>
                <a:spcPts val="0"/>
              </a:spcAft>
              <a:buClr>
                <a:schemeClr val="dk1"/>
              </a:buClr>
              <a:buSzPts val="800"/>
              <a:buNone/>
            </a:pPr>
            <a:r>
              <a:t/>
            </a:r>
            <a:endParaRPr/>
          </a:p>
        </p:txBody>
      </p:sp>
      <p:sp>
        <p:nvSpPr>
          <p:cNvPr id="280" name="Google Shape;280;p1"/>
          <p:cNvSpPr txBox="1"/>
          <p:nvPr>
            <p:ph idx="30" type="body"/>
          </p:nvPr>
        </p:nvSpPr>
        <p:spPr>
          <a:xfrm>
            <a:off x="6251836" y="5553236"/>
            <a:ext cx="2928408" cy="504887"/>
          </a:xfrm>
          <a:prstGeom prst="rect">
            <a:avLst/>
          </a:prstGeom>
          <a:noFill/>
          <a:ln>
            <a:noFill/>
          </a:ln>
        </p:spPr>
        <p:txBody>
          <a:bodyPr anchorCtr="0" anchor="ctr" bIns="40050" lIns="80125" spcFirstLastPara="1" rIns="80125" wrap="square" tIns="40050">
            <a:noAutofit/>
          </a:bodyPr>
          <a:lstStyle/>
          <a:p>
            <a:pPr indent="0" lvl="0" marL="0" marR="0" rtl="0" algn="ctr">
              <a:lnSpc>
                <a:spcPct val="100000"/>
              </a:lnSpc>
              <a:spcBef>
                <a:spcPts val="0"/>
              </a:spcBef>
              <a:spcAft>
                <a:spcPts val="0"/>
              </a:spcAft>
              <a:buClr>
                <a:srgbClr val="808080"/>
              </a:buClr>
              <a:buSzPts val="960"/>
              <a:buFont typeface="Noto Sans Symbols"/>
              <a:buNone/>
            </a:pPr>
            <a:r>
              <a:t/>
            </a:r>
            <a:endParaRPr/>
          </a:p>
        </p:txBody>
      </p:sp>
      <p:sp>
        <p:nvSpPr>
          <p:cNvPr id="281" name="Google Shape;281;p1"/>
          <p:cNvSpPr txBox="1"/>
          <p:nvPr>
            <p:ph idx="31" type="body"/>
          </p:nvPr>
        </p:nvSpPr>
        <p:spPr>
          <a:xfrm>
            <a:off x="9180244" y="5553236"/>
            <a:ext cx="2303992" cy="504887"/>
          </a:xfrm>
          <a:prstGeom prst="rect">
            <a:avLst/>
          </a:prstGeom>
          <a:noFill/>
          <a:ln>
            <a:noFill/>
          </a:ln>
        </p:spPr>
        <p:txBody>
          <a:bodyPr anchorCtr="0" anchor="ctr" bIns="40050" lIns="80125" spcFirstLastPara="1" rIns="80125" wrap="square" tIns="40050">
            <a:noAutofit/>
          </a:bodyPr>
          <a:lstStyle/>
          <a:p>
            <a:pPr indent="-302279" lvl="0" marL="302279" rtl="0" algn="ctr">
              <a:lnSpc>
                <a:spcPct val="100000"/>
              </a:lnSpc>
              <a:spcBef>
                <a:spcPts val="0"/>
              </a:spcBef>
              <a:spcAft>
                <a:spcPts val="0"/>
              </a:spcAft>
              <a:buClr>
                <a:schemeClr val="dk1"/>
              </a:buClr>
              <a:buSzPts val="8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2"/>
          <p:cNvSpPr txBox="1"/>
          <p:nvPr>
            <p:ph type="ctrTitle"/>
          </p:nvPr>
        </p:nvSpPr>
        <p:spPr>
          <a:xfrm>
            <a:off x="1031295" y="4957156"/>
            <a:ext cx="10441567" cy="831600"/>
          </a:xfrm>
          <a:prstGeom prst="rect">
            <a:avLst/>
          </a:prstGeom>
          <a:noFill/>
          <a:ln>
            <a:noFill/>
          </a:ln>
        </p:spPr>
        <p:txBody>
          <a:bodyPr anchorCtr="0" anchor="ctr" bIns="43900" lIns="87800" spcFirstLastPara="1" rIns="87800" wrap="square" tIns="43900">
            <a:noAutofit/>
          </a:bodyPr>
          <a:lstStyle/>
          <a:p>
            <a:pPr indent="0" lvl="0" marL="0" rtl="0" algn="l">
              <a:lnSpc>
                <a:spcPct val="90000"/>
              </a:lnSpc>
              <a:spcBef>
                <a:spcPts val="0"/>
              </a:spcBef>
              <a:spcAft>
                <a:spcPts val="0"/>
              </a:spcAft>
              <a:buClr>
                <a:srgbClr val="0070C0"/>
              </a:buClr>
              <a:buSzPts val="4300"/>
              <a:buFont typeface="Arial"/>
              <a:buNone/>
            </a:pPr>
            <a:r>
              <a:rPr lang="en-US"/>
              <a:t>OSPF Basics</a:t>
            </a:r>
            <a:endParaRPr/>
          </a:p>
        </p:txBody>
      </p:sp>
      <p:sp>
        <p:nvSpPr>
          <p:cNvPr id="287" name="Google Shape;287;p2"/>
          <p:cNvSpPr txBox="1"/>
          <p:nvPr>
            <p:ph idx="1" type="body"/>
          </p:nvPr>
        </p:nvSpPr>
        <p:spPr>
          <a:xfrm>
            <a:off x="1031295" y="5816120"/>
            <a:ext cx="6912000" cy="493200"/>
          </a:xfrm>
          <a:prstGeom prst="rect">
            <a:avLst/>
          </a:prstGeom>
          <a:noFill/>
          <a:ln>
            <a:noFill/>
          </a:ln>
        </p:spPr>
        <p:txBody>
          <a:bodyPr anchorCtr="0" anchor="t" bIns="40050" lIns="80125" spcFirstLastPara="1" rIns="80125" wrap="square" tIns="40050">
            <a:noAutofit/>
          </a:bodyPr>
          <a:lstStyle/>
          <a:p>
            <a:pPr indent="0" lvl="0" marL="0" rtl="0" algn="l">
              <a:lnSpc>
                <a:spcPct val="140000"/>
              </a:lnSpc>
              <a:spcBef>
                <a:spcPts val="0"/>
              </a:spcBef>
              <a:spcAft>
                <a:spcPts val="0"/>
              </a:spcAft>
              <a:buClr>
                <a:srgbClr val="0070C0"/>
              </a:buClr>
              <a:buSzPts val="10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3"/>
          <p:cNvSpPr txBox="1"/>
          <p:nvPr>
            <p:ph idx="1" type="body"/>
          </p:nvPr>
        </p:nvSpPr>
        <p:spPr>
          <a:xfrm>
            <a:off x="451878" y="1242453"/>
            <a:ext cx="11306175" cy="4679788"/>
          </a:xfrm>
          <a:prstGeom prst="rect">
            <a:avLst/>
          </a:prstGeom>
          <a:noFill/>
          <a:ln>
            <a:noFill/>
          </a:ln>
        </p:spPr>
        <p:txBody>
          <a:bodyPr anchorCtr="0" anchor="t" bIns="40050" lIns="80125" spcFirstLastPara="1" rIns="80125" wrap="square" tIns="40050">
            <a:noAutofit/>
          </a:bodyPr>
          <a:lstStyle/>
          <a:p>
            <a:pPr indent="-302279" lvl="0" marL="302279" rtl="0" algn="just">
              <a:lnSpc>
                <a:spcPct val="140000"/>
              </a:lnSpc>
              <a:spcBef>
                <a:spcPts val="0"/>
              </a:spcBef>
              <a:spcAft>
                <a:spcPts val="0"/>
              </a:spcAft>
              <a:buClr>
                <a:schemeClr val="dk1"/>
              </a:buClr>
              <a:buSzPts val="1050"/>
              <a:buChar char="●"/>
            </a:pPr>
            <a:r>
              <a:rPr lang="en-US"/>
              <a:t>Static routes are manually configured. If a network topology changes, static routes have to be manually adjusted, which restricts the large-scale application of static routes on the live network.</a:t>
            </a:r>
            <a:endParaRPr/>
          </a:p>
          <a:p>
            <a:pPr indent="-302279" lvl="0" marL="302279" rtl="0" algn="just">
              <a:lnSpc>
                <a:spcPct val="140000"/>
              </a:lnSpc>
              <a:spcBef>
                <a:spcPts val="792"/>
              </a:spcBef>
              <a:spcAft>
                <a:spcPts val="0"/>
              </a:spcAft>
              <a:buClr>
                <a:schemeClr val="dk1"/>
              </a:buClr>
              <a:buSzPts val="1050"/>
              <a:buChar char="●"/>
            </a:pPr>
            <a:r>
              <a:rPr lang="en-US"/>
              <a:t>Dynamic routing protocols are widely used on live networks because of their high flexibility, high reliability, and easy scalability. The Open Shortest Path First (OSPF) protocol is a widely used dynamic routing protocol.</a:t>
            </a:r>
            <a:endParaRPr/>
          </a:p>
          <a:p>
            <a:pPr indent="-302279" lvl="0" marL="302279" rtl="0" algn="just">
              <a:lnSpc>
                <a:spcPct val="140000"/>
              </a:lnSpc>
              <a:spcBef>
                <a:spcPts val="792"/>
              </a:spcBef>
              <a:spcAft>
                <a:spcPts val="0"/>
              </a:spcAft>
              <a:buClr>
                <a:schemeClr val="dk1"/>
              </a:buClr>
              <a:buSzPts val="1050"/>
              <a:buChar char="●"/>
            </a:pPr>
            <a:r>
              <a:rPr lang="en-US"/>
              <a:t>This course describes basic concepts, working mechanism, and basic configurations of OSPF.</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ge39f93bc36_0_0"/>
          <p:cNvSpPr txBox="1"/>
          <p:nvPr>
            <p:ph idx="1" type="body"/>
          </p:nvPr>
        </p:nvSpPr>
        <p:spPr>
          <a:xfrm>
            <a:off x="451878" y="1242453"/>
            <a:ext cx="11306100" cy="4679700"/>
          </a:xfrm>
          <a:prstGeom prst="rect">
            <a:avLst/>
          </a:prstGeom>
        </p:spPr>
        <p:txBody>
          <a:bodyPr anchorCtr="0" anchor="t" bIns="40050" lIns="80125" spcFirstLastPara="1" rIns="80125" wrap="square" tIns="40050">
            <a:noAutofit/>
          </a:bodyPr>
          <a:lstStyle/>
          <a:p>
            <a:pPr indent="0" lvl="0" marL="0" rtl="0" algn="just">
              <a:spcBef>
                <a:spcPts val="792"/>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4"/>
          <p:cNvSpPr txBox="1"/>
          <p:nvPr>
            <p:ph idx="1" type="body"/>
          </p:nvPr>
        </p:nvSpPr>
        <p:spPr>
          <a:xfrm>
            <a:off x="451202" y="1233276"/>
            <a:ext cx="11306175" cy="4680000"/>
          </a:xfrm>
          <a:prstGeom prst="rect">
            <a:avLst/>
          </a:prstGeom>
          <a:noFill/>
          <a:ln>
            <a:noFill/>
          </a:ln>
        </p:spPr>
        <p:txBody>
          <a:bodyPr anchorCtr="0" anchor="t" bIns="40050" lIns="80125" spcFirstLastPara="1" rIns="80125" wrap="square" tIns="40050">
            <a:noAutofit/>
          </a:bodyPr>
          <a:lstStyle/>
          <a:p>
            <a:pPr indent="-301625" lvl="0" marL="301625" marR="0" rtl="0" algn="just">
              <a:lnSpc>
                <a:spcPct val="140000"/>
              </a:lnSpc>
              <a:spcBef>
                <a:spcPts val="0"/>
              </a:spcBef>
              <a:spcAft>
                <a:spcPts val="0"/>
              </a:spcAft>
              <a:buClr>
                <a:schemeClr val="dk1"/>
              </a:buClr>
              <a:buSzPts val="1100"/>
              <a:buFont typeface="Noto Sans Symbols"/>
              <a:buChar char="●"/>
            </a:pPr>
            <a:r>
              <a:rPr lang="en-US"/>
              <a:t>On completion of this course, you will be able to:</a:t>
            </a:r>
            <a:endParaRPr/>
          </a:p>
          <a:p>
            <a:pPr indent="-251899" lvl="1" marL="654938" rtl="0" algn="just">
              <a:lnSpc>
                <a:spcPct val="140000"/>
              </a:lnSpc>
              <a:spcBef>
                <a:spcPts val="720"/>
              </a:spcBef>
              <a:spcAft>
                <a:spcPts val="0"/>
              </a:spcAft>
              <a:buClr>
                <a:schemeClr val="dk1"/>
              </a:buClr>
              <a:buSzPts val="950"/>
              <a:buChar char="🞐"/>
            </a:pPr>
            <a:r>
              <a:rPr lang="en-US"/>
              <a:t>Describe the advantages and classification of dynamic routing protocols.</a:t>
            </a:r>
            <a:endParaRPr/>
          </a:p>
          <a:p>
            <a:pPr indent="-251899" lvl="1" marL="654938" rtl="0" algn="just">
              <a:lnSpc>
                <a:spcPct val="140000"/>
              </a:lnSpc>
              <a:spcBef>
                <a:spcPts val="720"/>
              </a:spcBef>
              <a:spcAft>
                <a:spcPts val="0"/>
              </a:spcAft>
              <a:buClr>
                <a:schemeClr val="dk1"/>
              </a:buClr>
              <a:buSzPts val="950"/>
              <a:buChar char="🞐"/>
            </a:pPr>
            <a:r>
              <a:rPr lang="en-US"/>
              <a:t>Describe basic OSPF concepts and usage scenarios.</a:t>
            </a:r>
            <a:endParaRPr/>
          </a:p>
          <a:p>
            <a:pPr indent="-251899" lvl="1" marL="654938" rtl="0" algn="just">
              <a:lnSpc>
                <a:spcPct val="140000"/>
              </a:lnSpc>
              <a:spcBef>
                <a:spcPts val="720"/>
              </a:spcBef>
              <a:spcAft>
                <a:spcPts val="0"/>
              </a:spcAft>
              <a:buClr>
                <a:schemeClr val="dk1"/>
              </a:buClr>
              <a:buSzPts val="950"/>
              <a:buChar char="🞐"/>
            </a:pPr>
            <a:r>
              <a:rPr lang="en-US"/>
              <a:t>Describe the working mechanism of OSPF.</a:t>
            </a:r>
            <a:endParaRPr/>
          </a:p>
          <a:p>
            <a:pPr indent="-251899" lvl="1" marL="654938" rtl="0" algn="just">
              <a:lnSpc>
                <a:spcPct val="140000"/>
              </a:lnSpc>
              <a:spcBef>
                <a:spcPts val="720"/>
              </a:spcBef>
              <a:spcAft>
                <a:spcPts val="0"/>
              </a:spcAft>
              <a:buClr>
                <a:schemeClr val="dk1"/>
              </a:buClr>
              <a:buSzPts val="950"/>
              <a:buChar char="🞐"/>
            </a:pPr>
            <a:r>
              <a:rPr lang="en-US"/>
              <a:t>Implement basic OSPF configurations.</a:t>
            </a:r>
            <a:endParaRPr/>
          </a:p>
          <a:p>
            <a:pPr indent="-231775" lvl="0" marL="301625" marR="0" rtl="0" algn="just">
              <a:lnSpc>
                <a:spcPct val="140000"/>
              </a:lnSpc>
              <a:spcBef>
                <a:spcPts val="660"/>
              </a:spcBef>
              <a:spcAft>
                <a:spcPts val="0"/>
              </a:spcAft>
              <a:buClr>
                <a:schemeClr val="dk1"/>
              </a:buClr>
              <a:buSzPts val="1100"/>
              <a:buFont typeface="Noto Sans Symbols"/>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5"/>
          <p:cNvSpPr txBox="1"/>
          <p:nvPr>
            <p:ph idx="1" type="body"/>
          </p:nvPr>
        </p:nvSpPr>
        <p:spPr>
          <a:xfrm>
            <a:off x="454816" y="1233487"/>
            <a:ext cx="11307600" cy="4680000"/>
          </a:xfrm>
          <a:prstGeom prst="rect">
            <a:avLst/>
          </a:prstGeom>
          <a:noFill/>
          <a:ln>
            <a:noFill/>
          </a:ln>
        </p:spPr>
        <p:txBody>
          <a:bodyPr anchorCtr="0" anchor="t" bIns="40050" lIns="80125" spcFirstLastPara="1" rIns="80125" wrap="square" tIns="40050">
            <a:noAutofit/>
          </a:bodyPr>
          <a:lstStyle/>
          <a:p>
            <a:pPr indent="-457017" lvl="0" marL="457017" marR="0" rtl="0" algn="just">
              <a:lnSpc>
                <a:spcPct val="140000"/>
              </a:lnSpc>
              <a:spcBef>
                <a:spcPts val="0"/>
              </a:spcBef>
              <a:spcAft>
                <a:spcPts val="0"/>
              </a:spcAft>
              <a:buClr>
                <a:schemeClr val="dk1"/>
              </a:buClr>
              <a:buSzPts val="2100"/>
              <a:buFont typeface="Arial"/>
              <a:buAutoNum type="arabicPeriod"/>
            </a:pPr>
            <a:r>
              <a:rPr b="1" lang="en-US"/>
              <a:t>OSPF Overview</a:t>
            </a:r>
            <a:endParaRPr/>
          </a:p>
          <a:p>
            <a:pPr indent="-457017" lvl="0" marL="457017" marR="0" rtl="0" algn="just">
              <a:lnSpc>
                <a:spcPct val="140000"/>
              </a:lnSpc>
              <a:spcBef>
                <a:spcPts val="630"/>
              </a:spcBef>
              <a:spcAft>
                <a:spcPts val="0"/>
              </a:spcAft>
              <a:buClr>
                <a:srgbClr val="7F7F7F"/>
              </a:buClr>
              <a:buSzPts val="2100"/>
              <a:buFont typeface="Arial"/>
              <a:buAutoNum type="arabicPeriod"/>
            </a:pPr>
            <a:r>
              <a:rPr lang="en-US">
                <a:solidFill>
                  <a:srgbClr val="7F7F7F"/>
                </a:solidFill>
              </a:rPr>
              <a:t>OSPF Working Mechanism</a:t>
            </a:r>
            <a:endParaRPr/>
          </a:p>
          <a:p>
            <a:pPr indent="-457017" lvl="0" marL="457017" marR="0" rtl="0" algn="just">
              <a:lnSpc>
                <a:spcPct val="140000"/>
              </a:lnSpc>
              <a:spcBef>
                <a:spcPts val="630"/>
              </a:spcBef>
              <a:spcAft>
                <a:spcPts val="0"/>
              </a:spcAft>
              <a:buClr>
                <a:srgbClr val="7F7F7F"/>
              </a:buClr>
              <a:buSzPts val="2100"/>
              <a:buFont typeface="Arial"/>
              <a:buAutoNum type="arabicPeriod"/>
            </a:pPr>
            <a:r>
              <a:rPr lang="en-US">
                <a:solidFill>
                  <a:srgbClr val="7F7F7F"/>
                </a:solidFill>
              </a:rPr>
              <a:t>Typical OSPF Configuration</a:t>
            </a:r>
            <a:endParaRPr/>
          </a:p>
          <a:p>
            <a:pPr indent="-317380" lvl="0" marL="457017" marR="0" rtl="0" algn="just">
              <a:lnSpc>
                <a:spcPct val="140000"/>
              </a:lnSpc>
              <a:spcBef>
                <a:spcPts val="660"/>
              </a:spcBef>
              <a:spcAft>
                <a:spcPts val="0"/>
              </a:spcAft>
              <a:buClr>
                <a:schemeClr val="dk1"/>
              </a:buClr>
              <a:buSzPts val="2199"/>
              <a:buFont typeface="Arial"/>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6"/>
          <p:cNvSpPr txBox="1"/>
          <p:nvPr>
            <p:ph idx="1" type="body"/>
          </p:nvPr>
        </p:nvSpPr>
        <p:spPr>
          <a:xfrm>
            <a:off x="451877" y="1242453"/>
            <a:ext cx="11306175" cy="4680000"/>
          </a:xfrm>
          <a:prstGeom prst="rect">
            <a:avLst/>
          </a:prstGeom>
          <a:noFill/>
          <a:ln>
            <a:noFill/>
          </a:ln>
        </p:spPr>
        <p:txBody>
          <a:bodyPr anchorCtr="0" anchor="t" bIns="40050" lIns="80125" spcFirstLastPara="1" rIns="80125" wrap="square" tIns="40050">
            <a:noAutofit/>
          </a:bodyPr>
          <a:lstStyle/>
          <a:p>
            <a:pPr indent="-302279" lvl="0" marL="302279" rtl="0" algn="just">
              <a:lnSpc>
                <a:spcPct val="140000"/>
              </a:lnSpc>
              <a:spcBef>
                <a:spcPts val="0"/>
              </a:spcBef>
              <a:spcAft>
                <a:spcPts val="0"/>
              </a:spcAft>
              <a:buClr>
                <a:schemeClr val="dk1"/>
              </a:buClr>
              <a:buSzPts val="900"/>
              <a:buChar char="●"/>
            </a:pPr>
            <a:r>
              <a:rPr lang="en-US" sz="1800"/>
              <a:t>Static routes are manually configured and maintained, and the command lines are simple and clear. They apply to small-scale or stable networks. Static routes have the following disadvantages:</a:t>
            </a:r>
            <a:endParaRPr/>
          </a:p>
          <a:p>
            <a:pPr indent="-251899" lvl="1" marL="654938" rtl="0" algn="l">
              <a:lnSpc>
                <a:spcPct val="140000"/>
              </a:lnSpc>
              <a:spcBef>
                <a:spcPts val="720"/>
              </a:spcBef>
              <a:spcAft>
                <a:spcPts val="0"/>
              </a:spcAft>
              <a:buClr>
                <a:schemeClr val="dk1"/>
              </a:buClr>
              <a:buSzPts val="800"/>
              <a:buChar char="🞐"/>
            </a:pPr>
            <a:r>
              <a:rPr lang="en-US" sz="1600"/>
              <a:t>Unable to adapt to large-scale networks: As the number of devices increases, the configuration workload increases sharply.</a:t>
            </a:r>
            <a:endParaRPr/>
          </a:p>
          <a:p>
            <a:pPr indent="-251899" lvl="1" marL="654938" rtl="0" algn="l">
              <a:lnSpc>
                <a:spcPct val="140000"/>
              </a:lnSpc>
              <a:spcBef>
                <a:spcPts val="720"/>
              </a:spcBef>
              <a:spcAft>
                <a:spcPts val="0"/>
              </a:spcAft>
              <a:buClr>
                <a:schemeClr val="dk1"/>
              </a:buClr>
              <a:buSzPts val="800"/>
              <a:buChar char="🞐"/>
            </a:pPr>
            <a:r>
              <a:rPr lang="en-US" sz="1600"/>
              <a:t>Unable to dynamically respond to network changes: If the network topology changes, the network cannot automatically converge, and static routes must be manually modified.</a:t>
            </a:r>
            <a:endParaRPr sz="1600"/>
          </a:p>
        </p:txBody>
      </p:sp>
      <p:sp>
        <p:nvSpPr>
          <p:cNvPr id="313" name="Google Shape;313;p6"/>
          <p:cNvSpPr txBox="1"/>
          <p:nvPr>
            <p:ph type="title"/>
          </p:nvPr>
        </p:nvSpPr>
        <p:spPr>
          <a:xfrm>
            <a:off x="1594800" y="452604"/>
            <a:ext cx="9831600" cy="640800"/>
          </a:xfrm>
          <a:prstGeom prst="rect">
            <a:avLst/>
          </a:prstGeom>
          <a:noFill/>
          <a:ln>
            <a:noFill/>
          </a:ln>
        </p:spPr>
        <p:txBody>
          <a:bodyPr anchorCtr="0" anchor="ctr" bIns="50400" lIns="100800" spcFirstLastPara="1" rIns="100800" wrap="square" tIns="50400">
            <a:noAutofit/>
          </a:bodyPr>
          <a:lstStyle/>
          <a:p>
            <a:pPr indent="0" lvl="0" marL="0" rtl="0" algn="l">
              <a:lnSpc>
                <a:spcPct val="90000"/>
              </a:lnSpc>
              <a:spcBef>
                <a:spcPts val="0"/>
              </a:spcBef>
              <a:spcAft>
                <a:spcPts val="0"/>
              </a:spcAft>
              <a:buClr>
                <a:schemeClr val="dk1"/>
              </a:buClr>
              <a:buSzPts val="3400"/>
              <a:buFont typeface="Arial"/>
              <a:buNone/>
            </a:pPr>
            <a:r>
              <a:rPr lang="en-US"/>
              <a:t>Why Are Dynamic Routing Protocol Used?</a:t>
            </a:r>
            <a:endParaRPr/>
          </a:p>
        </p:txBody>
      </p:sp>
      <p:sp>
        <p:nvSpPr>
          <p:cNvPr id="314" name="Google Shape;314;p6"/>
          <p:cNvSpPr txBox="1"/>
          <p:nvPr/>
        </p:nvSpPr>
        <p:spPr>
          <a:xfrm>
            <a:off x="5700371" y="5950947"/>
            <a:ext cx="4879649"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Manually configured static route R1-R3-R2</a:t>
            </a:r>
            <a:endParaRPr/>
          </a:p>
        </p:txBody>
      </p:sp>
      <p:sp>
        <p:nvSpPr>
          <p:cNvPr id="315" name="Google Shape;315;p6"/>
          <p:cNvSpPr txBox="1"/>
          <p:nvPr/>
        </p:nvSpPr>
        <p:spPr>
          <a:xfrm>
            <a:off x="1941341" y="5950947"/>
            <a:ext cx="2530115"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R1-to-R2 static route</a:t>
            </a:r>
            <a:endParaRPr/>
          </a:p>
        </p:txBody>
      </p:sp>
      <p:grpSp>
        <p:nvGrpSpPr>
          <p:cNvPr id="316" name="Google Shape;316;p6"/>
          <p:cNvGrpSpPr/>
          <p:nvPr/>
        </p:nvGrpSpPr>
        <p:grpSpPr>
          <a:xfrm>
            <a:off x="2060203" y="3909475"/>
            <a:ext cx="7493224" cy="1952801"/>
            <a:chOff x="2060202" y="3281798"/>
            <a:chExt cx="8009303" cy="2600985"/>
          </a:xfrm>
        </p:grpSpPr>
        <p:pic>
          <p:nvPicPr>
            <p:cNvPr id="317" name="Google Shape;317;p6"/>
            <p:cNvPicPr preferRelativeResize="0"/>
            <p:nvPr/>
          </p:nvPicPr>
          <p:blipFill rotWithShape="1">
            <a:blip r:embed="rId3">
              <a:alphaModFix/>
            </a:blip>
            <a:srcRect b="0" l="0" r="0" t="0"/>
            <a:stretch/>
          </p:blipFill>
          <p:spPr>
            <a:xfrm>
              <a:off x="2060202" y="3732034"/>
              <a:ext cx="540000" cy="442800"/>
            </a:xfrm>
            <a:prstGeom prst="rect">
              <a:avLst/>
            </a:prstGeom>
            <a:noFill/>
            <a:ln>
              <a:noFill/>
            </a:ln>
          </p:spPr>
        </p:pic>
        <p:pic>
          <p:nvPicPr>
            <p:cNvPr id="318" name="Google Shape;318;p6"/>
            <p:cNvPicPr preferRelativeResize="0"/>
            <p:nvPr/>
          </p:nvPicPr>
          <p:blipFill rotWithShape="1">
            <a:blip r:embed="rId3">
              <a:alphaModFix/>
            </a:blip>
            <a:srcRect b="0" l="0" r="0" t="0"/>
            <a:stretch/>
          </p:blipFill>
          <p:spPr>
            <a:xfrm>
              <a:off x="4283256" y="3732034"/>
              <a:ext cx="540000" cy="442800"/>
            </a:xfrm>
            <a:prstGeom prst="rect">
              <a:avLst/>
            </a:prstGeom>
            <a:noFill/>
            <a:ln>
              <a:noFill/>
            </a:ln>
          </p:spPr>
        </p:pic>
        <p:pic>
          <p:nvPicPr>
            <p:cNvPr id="319" name="Google Shape;319;p6"/>
            <p:cNvPicPr preferRelativeResize="0"/>
            <p:nvPr/>
          </p:nvPicPr>
          <p:blipFill rotWithShape="1">
            <a:blip r:embed="rId3">
              <a:alphaModFix/>
            </a:blip>
            <a:srcRect b="0" l="0" r="0" t="0"/>
            <a:stretch/>
          </p:blipFill>
          <p:spPr>
            <a:xfrm>
              <a:off x="3171729" y="5357692"/>
              <a:ext cx="540000" cy="442800"/>
            </a:xfrm>
            <a:prstGeom prst="rect">
              <a:avLst/>
            </a:prstGeom>
            <a:noFill/>
            <a:ln>
              <a:noFill/>
            </a:ln>
          </p:spPr>
        </p:pic>
        <p:cxnSp>
          <p:nvCxnSpPr>
            <p:cNvPr id="320" name="Google Shape;320;p6"/>
            <p:cNvCxnSpPr>
              <a:stCxn id="317" idx="3"/>
              <a:endCxn id="318" idx="1"/>
            </p:cNvCxnSpPr>
            <p:nvPr/>
          </p:nvCxnSpPr>
          <p:spPr>
            <a:xfrm>
              <a:off x="2600202" y="3953434"/>
              <a:ext cx="1683000" cy="0"/>
            </a:xfrm>
            <a:prstGeom prst="straightConnector1">
              <a:avLst/>
            </a:prstGeom>
            <a:noFill/>
            <a:ln cap="flat" cmpd="sng" w="19050">
              <a:solidFill>
                <a:schemeClr val="dk1"/>
              </a:solidFill>
              <a:prstDash val="solid"/>
              <a:miter lim="800000"/>
              <a:headEnd len="sm" w="sm" type="none"/>
              <a:tailEnd len="sm" w="sm" type="none"/>
            </a:ln>
          </p:spPr>
        </p:cxnSp>
        <p:cxnSp>
          <p:nvCxnSpPr>
            <p:cNvPr id="321" name="Google Shape;321;p6"/>
            <p:cNvCxnSpPr>
              <a:stCxn id="318" idx="2"/>
              <a:endCxn id="319" idx="0"/>
            </p:cNvCxnSpPr>
            <p:nvPr/>
          </p:nvCxnSpPr>
          <p:spPr>
            <a:xfrm flipH="1">
              <a:off x="3441756" y="4174834"/>
              <a:ext cx="1111500" cy="1182900"/>
            </a:xfrm>
            <a:prstGeom prst="straightConnector1">
              <a:avLst/>
            </a:prstGeom>
            <a:noFill/>
            <a:ln cap="flat" cmpd="sng" w="19050">
              <a:solidFill>
                <a:schemeClr val="dk1"/>
              </a:solidFill>
              <a:prstDash val="solid"/>
              <a:miter lim="800000"/>
              <a:headEnd len="sm" w="sm" type="none"/>
              <a:tailEnd len="sm" w="sm" type="none"/>
            </a:ln>
          </p:spPr>
        </p:cxnSp>
        <p:sp>
          <p:nvSpPr>
            <p:cNvPr id="322" name="Google Shape;322;p6"/>
            <p:cNvSpPr txBox="1"/>
            <p:nvPr/>
          </p:nvSpPr>
          <p:spPr>
            <a:xfrm>
              <a:off x="2083646" y="3301189"/>
              <a:ext cx="486951" cy="491923"/>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R1</a:t>
              </a:r>
              <a:endParaRPr/>
            </a:p>
          </p:txBody>
        </p:sp>
        <p:sp>
          <p:nvSpPr>
            <p:cNvPr id="323" name="Google Shape;323;p6"/>
            <p:cNvSpPr txBox="1"/>
            <p:nvPr/>
          </p:nvSpPr>
          <p:spPr>
            <a:xfrm>
              <a:off x="4361517" y="3281798"/>
              <a:ext cx="707818" cy="491923"/>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R2</a:t>
              </a:r>
              <a:endParaRPr/>
            </a:p>
          </p:txBody>
        </p:sp>
        <p:cxnSp>
          <p:nvCxnSpPr>
            <p:cNvPr id="324" name="Google Shape;324;p6"/>
            <p:cNvCxnSpPr/>
            <p:nvPr/>
          </p:nvCxnSpPr>
          <p:spPr>
            <a:xfrm>
              <a:off x="7330374" y="4541492"/>
              <a:ext cx="555761" cy="570970"/>
            </a:xfrm>
            <a:prstGeom prst="straightConnector1">
              <a:avLst/>
            </a:prstGeom>
            <a:noFill/>
            <a:ln cap="flat" cmpd="sng" w="25400">
              <a:solidFill>
                <a:srgbClr val="EC7061"/>
              </a:solidFill>
              <a:prstDash val="solid"/>
              <a:miter lim="800000"/>
              <a:headEnd len="sm" w="sm" type="none"/>
              <a:tailEnd len="med" w="med" type="triangle"/>
            </a:ln>
          </p:spPr>
        </p:cxnSp>
        <p:cxnSp>
          <p:nvCxnSpPr>
            <p:cNvPr id="325" name="Google Shape;325;p6"/>
            <p:cNvCxnSpPr/>
            <p:nvPr/>
          </p:nvCxnSpPr>
          <p:spPr>
            <a:xfrm>
              <a:off x="2817819" y="3709680"/>
              <a:ext cx="1179673" cy="0"/>
            </a:xfrm>
            <a:prstGeom prst="straightConnector1">
              <a:avLst/>
            </a:prstGeom>
            <a:noFill/>
            <a:ln cap="flat" cmpd="sng" w="25400">
              <a:solidFill>
                <a:srgbClr val="00B0F0"/>
              </a:solidFill>
              <a:prstDash val="solid"/>
              <a:miter lim="800000"/>
              <a:headEnd len="sm" w="sm" type="none"/>
              <a:tailEnd len="med" w="med" type="triangle"/>
            </a:ln>
          </p:spPr>
        </p:cxnSp>
        <p:cxnSp>
          <p:nvCxnSpPr>
            <p:cNvPr id="326" name="Google Shape;326;p6"/>
            <p:cNvCxnSpPr>
              <a:stCxn id="317" idx="2"/>
              <a:endCxn id="319" idx="0"/>
            </p:cNvCxnSpPr>
            <p:nvPr/>
          </p:nvCxnSpPr>
          <p:spPr>
            <a:xfrm>
              <a:off x="2330202" y="4174834"/>
              <a:ext cx="1111500" cy="1182900"/>
            </a:xfrm>
            <a:prstGeom prst="straightConnector1">
              <a:avLst/>
            </a:prstGeom>
            <a:noFill/>
            <a:ln cap="flat" cmpd="sng" w="19050">
              <a:solidFill>
                <a:schemeClr val="dk1"/>
              </a:solidFill>
              <a:prstDash val="solid"/>
              <a:miter lim="800000"/>
              <a:headEnd len="sm" w="sm" type="none"/>
              <a:tailEnd len="sm" w="sm" type="none"/>
            </a:ln>
          </p:spPr>
        </p:cxnSp>
        <p:sp>
          <p:nvSpPr>
            <p:cNvPr id="327" name="Google Shape;327;p6"/>
            <p:cNvSpPr txBox="1"/>
            <p:nvPr/>
          </p:nvSpPr>
          <p:spPr>
            <a:xfrm>
              <a:off x="3711729" y="5390860"/>
              <a:ext cx="707818" cy="491923"/>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R3</a:t>
              </a:r>
              <a:endParaRPr/>
            </a:p>
          </p:txBody>
        </p:sp>
        <p:pic>
          <p:nvPicPr>
            <p:cNvPr id="328" name="Google Shape;328;p6"/>
            <p:cNvPicPr preferRelativeResize="0"/>
            <p:nvPr/>
          </p:nvPicPr>
          <p:blipFill rotWithShape="1">
            <a:blip r:embed="rId3">
              <a:alphaModFix/>
            </a:blip>
            <a:srcRect b="0" l="0" r="0" t="0"/>
            <a:stretch/>
          </p:blipFill>
          <p:spPr>
            <a:xfrm>
              <a:off x="7060372" y="3732034"/>
              <a:ext cx="540000" cy="442800"/>
            </a:xfrm>
            <a:prstGeom prst="rect">
              <a:avLst/>
            </a:prstGeom>
            <a:noFill/>
            <a:ln>
              <a:noFill/>
            </a:ln>
          </p:spPr>
        </p:pic>
        <p:pic>
          <p:nvPicPr>
            <p:cNvPr id="329" name="Google Shape;329;p6"/>
            <p:cNvPicPr preferRelativeResize="0"/>
            <p:nvPr/>
          </p:nvPicPr>
          <p:blipFill rotWithShape="1">
            <a:blip r:embed="rId3">
              <a:alphaModFix/>
            </a:blip>
            <a:srcRect b="0" l="0" r="0" t="0"/>
            <a:stretch/>
          </p:blipFill>
          <p:spPr>
            <a:xfrm>
              <a:off x="9283426" y="3732034"/>
              <a:ext cx="540000" cy="442800"/>
            </a:xfrm>
            <a:prstGeom prst="rect">
              <a:avLst/>
            </a:prstGeom>
            <a:noFill/>
            <a:ln>
              <a:noFill/>
            </a:ln>
          </p:spPr>
        </p:pic>
        <p:pic>
          <p:nvPicPr>
            <p:cNvPr id="330" name="Google Shape;330;p6"/>
            <p:cNvPicPr preferRelativeResize="0"/>
            <p:nvPr/>
          </p:nvPicPr>
          <p:blipFill rotWithShape="1">
            <a:blip r:embed="rId3">
              <a:alphaModFix/>
            </a:blip>
            <a:srcRect b="0" l="0" r="0" t="0"/>
            <a:stretch/>
          </p:blipFill>
          <p:spPr>
            <a:xfrm>
              <a:off x="8171899" y="5357692"/>
              <a:ext cx="540000" cy="442800"/>
            </a:xfrm>
            <a:prstGeom prst="rect">
              <a:avLst/>
            </a:prstGeom>
            <a:noFill/>
            <a:ln>
              <a:noFill/>
            </a:ln>
          </p:spPr>
        </p:pic>
        <p:cxnSp>
          <p:nvCxnSpPr>
            <p:cNvPr id="331" name="Google Shape;331;p6"/>
            <p:cNvCxnSpPr>
              <a:stCxn id="328" idx="3"/>
              <a:endCxn id="329" idx="1"/>
            </p:cNvCxnSpPr>
            <p:nvPr/>
          </p:nvCxnSpPr>
          <p:spPr>
            <a:xfrm>
              <a:off x="7600372" y="3953434"/>
              <a:ext cx="1683000" cy="0"/>
            </a:xfrm>
            <a:prstGeom prst="straightConnector1">
              <a:avLst/>
            </a:prstGeom>
            <a:noFill/>
            <a:ln cap="flat" cmpd="sng" w="19050">
              <a:solidFill>
                <a:schemeClr val="dk1"/>
              </a:solidFill>
              <a:prstDash val="solid"/>
              <a:miter lim="800000"/>
              <a:headEnd len="sm" w="sm" type="none"/>
              <a:tailEnd len="sm" w="sm" type="none"/>
            </a:ln>
          </p:spPr>
        </p:cxnSp>
        <p:cxnSp>
          <p:nvCxnSpPr>
            <p:cNvPr id="332" name="Google Shape;332;p6"/>
            <p:cNvCxnSpPr>
              <a:stCxn id="329" idx="2"/>
              <a:endCxn id="330" idx="0"/>
            </p:cNvCxnSpPr>
            <p:nvPr/>
          </p:nvCxnSpPr>
          <p:spPr>
            <a:xfrm flipH="1">
              <a:off x="8441926" y="4174834"/>
              <a:ext cx="1111500" cy="1182900"/>
            </a:xfrm>
            <a:prstGeom prst="straightConnector1">
              <a:avLst/>
            </a:prstGeom>
            <a:noFill/>
            <a:ln cap="flat" cmpd="sng" w="19050">
              <a:solidFill>
                <a:schemeClr val="dk1"/>
              </a:solidFill>
              <a:prstDash val="solid"/>
              <a:miter lim="800000"/>
              <a:headEnd len="sm" w="sm" type="none"/>
              <a:tailEnd len="sm" w="sm" type="none"/>
            </a:ln>
          </p:spPr>
        </p:cxnSp>
        <p:sp>
          <p:nvSpPr>
            <p:cNvPr id="333" name="Google Shape;333;p6"/>
            <p:cNvSpPr txBox="1"/>
            <p:nvPr/>
          </p:nvSpPr>
          <p:spPr>
            <a:xfrm>
              <a:off x="7083816" y="3301190"/>
              <a:ext cx="486951" cy="491923"/>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R1</a:t>
              </a:r>
              <a:endParaRPr/>
            </a:p>
          </p:txBody>
        </p:sp>
        <p:sp>
          <p:nvSpPr>
            <p:cNvPr id="334" name="Google Shape;334;p6"/>
            <p:cNvSpPr txBox="1"/>
            <p:nvPr/>
          </p:nvSpPr>
          <p:spPr>
            <a:xfrm>
              <a:off x="9361687" y="3281798"/>
              <a:ext cx="707818" cy="491923"/>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R2</a:t>
              </a:r>
              <a:endParaRPr/>
            </a:p>
          </p:txBody>
        </p:sp>
        <p:cxnSp>
          <p:nvCxnSpPr>
            <p:cNvPr id="335" name="Google Shape;335;p6"/>
            <p:cNvCxnSpPr/>
            <p:nvPr/>
          </p:nvCxnSpPr>
          <p:spPr>
            <a:xfrm flipH="1" rot="10800000">
              <a:off x="8997662" y="4541492"/>
              <a:ext cx="555764" cy="570970"/>
            </a:xfrm>
            <a:prstGeom prst="straightConnector1">
              <a:avLst/>
            </a:prstGeom>
            <a:noFill/>
            <a:ln cap="flat" cmpd="sng" w="25400">
              <a:solidFill>
                <a:srgbClr val="EC7061"/>
              </a:solidFill>
              <a:prstDash val="solid"/>
              <a:miter lim="800000"/>
              <a:headEnd len="sm" w="sm" type="none"/>
              <a:tailEnd len="med" w="med" type="triangle"/>
            </a:ln>
          </p:spPr>
        </p:cxnSp>
        <p:cxnSp>
          <p:nvCxnSpPr>
            <p:cNvPr id="336" name="Google Shape;336;p6"/>
            <p:cNvCxnSpPr>
              <a:stCxn id="328" idx="2"/>
              <a:endCxn id="330" idx="0"/>
            </p:cNvCxnSpPr>
            <p:nvPr/>
          </p:nvCxnSpPr>
          <p:spPr>
            <a:xfrm>
              <a:off x="7330372" y="4174834"/>
              <a:ext cx="1111500" cy="1182900"/>
            </a:xfrm>
            <a:prstGeom prst="straightConnector1">
              <a:avLst/>
            </a:prstGeom>
            <a:noFill/>
            <a:ln cap="flat" cmpd="sng" w="19050">
              <a:solidFill>
                <a:schemeClr val="dk1"/>
              </a:solidFill>
              <a:prstDash val="solid"/>
              <a:miter lim="800000"/>
              <a:headEnd len="sm" w="sm" type="none"/>
              <a:tailEnd len="sm" w="sm" type="none"/>
            </a:ln>
          </p:spPr>
        </p:cxnSp>
        <p:sp>
          <p:nvSpPr>
            <p:cNvPr id="337" name="Google Shape;337;p6"/>
            <p:cNvSpPr txBox="1"/>
            <p:nvPr/>
          </p:nvSpPr>
          <p:spPr>
            <a:xfrm>
              <a:off x="8711899" y="5390860"/>
              <a:ext cx="707818" cy="491923"/>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R3</a:t>
              </a:r>
              <a:endParaRPr/>
            </a:p>
          </p:txBody>
        </p:sp>
        <p:grpSp>
          <p:nvGrpSpPr>
            <p:cNvPr id="338" name="Google Shape;338;p6"/>
            <p:cNvGrpSpPr/>
            <p:nvPr/>
          </p:nvGrpSpPr>
          <p:grpSpPr>
            <a:xfrm>
              <a:off x="7851403" y="3808949"/>
              <a:ext cx="288969" cy="288969"/>
              <a:chOff x="5076056" y="3356992"/>
              <a:chExt cx="436268" cy="436268"/>
            </a:xfrm>
          </p:grpSpPr>
          <p:sp>
            <p:nvSpPr>
              <p:cNvPr id="339" name="Google Shape;339;p6"/>
              <p:cNvSpPr/>
              <p:nvPr/>
            </p:nvSpPr>
            <p:spPr>
              <a:xfrm>
                <a:off x="5076056" y="3356992"/>
                <a:ext cx="432048" cy="432048"/>
              </a:xfrm>
              <a:prstGeom prst="ellipse">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100"/>
                  <a:buFont typeface="Arial"/>
                  <a:buNone/>
                </a:pPr>
                <a:r>
                  <a:t/>
                </a:r>
                <a:endParaRPr b="0" i="0" sz="2100" u="none" cap="none" strike="noStrike">
                  <a:solidFill>
                    <a:schemeClr val="dk1"/>
                  </a:solidFill>
                  <a:latin typeface="Arial"/>
                  <a:ea typeface="Arial"/>
                  <a:cs typeface="Arial"/>
                  <a:sym typeface="Arial"/>
                </a:endParaRPr>
              </a:p>
            </p:txBody>
          </p:sp>
          <p:sp>
            <p:nvSpPr>
              <p:cNvPr id="340" name="Google Shape;340;p6"/>
              <p:cNvSpPr/>
              <p:nvPr/>
            </p:nvSpPr>
            <p:spPr>
              <a:xfrm>
                <a:off x="5076056" y="3356992"/>
                <a:ext cx="436268" cy="436268"/>
              </a:xfrm>
              <a:prstGeom prst="noSmoking">
                <a:avLst>
                  <a:gd fmla="val 15475"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Arial"/>
                  <a:ea typeface="Arial"/>
                  <a:cs typeface="Arial"/>
                  <a:sym typeface="Arial"/>
                </a:endParaRPr>
              </a:p>
            </p:txBody>
          </p:sp>
        </p:grpSp>
        <p:sp>
          <p:nvSpPr>
            <p:cNvPr id="341" name="Google Shape;341;p6"/>
            <p:cNvSpPr txBox="1"/>
            <p:nvPr/>
          </p:nvSpPr>
          <p:spPr>
            <a:xfrm>
              <a:off x="5342586" y="4094909"/>
              <a:ext cx="1382954" cy="491923"/>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Link fault</a:t>
              </a:r>
              <a:endParaRPr/>
            </a:p>
          </p:txBody>
        </p:sp>
        <p:sp>
          <p:nvSpPr>
            <p:cNvPr id="342" name="Google Shape;342;p6"/>
            <p:cNvSpPr/>
            <p:nvPr/>
          </p:nvSpPr>
          <p:spPr>
            <a:xfrm>
              <a:off x="5618142" y="4541492"/>
              <a:ext cx="647343" cy="356242"/>
            </a:xfrm>
            <a:prstGeom prst="rightArrow">
              <a:avLst>
                <a:gd fmla="val 40000" name="adj1"/>
                <a:gd fmla="val 50000" name="adj2"/>
              </a:avLst>
            </a:prstGeom>
            <a:gradFill>
              <a:gsLst>
                <a:gs pos="0">
                  <a:srgbClr val="F6F9FC">
                    <a:alpha val="0"/>
                  </a:srgbClr>
                </a:gs>
                <a:gs pos="15000">
                  <a:srgbClr val="F6F9FC">
                    <a:alpha val="0"/>
                  </a:srgbClr>
                </a:gs>
                <a:gs pos="81000">
                  <a:srgbClr val="99DFF9"/>
                </a:gs>
                <a:gs pos="100000">
                  <a:srgbClr val="99DFF9"/>
                </a:gs>
              </a:gsLst>
              <a:lin ang="0" scaled="0"/>
            </a:gradFill>
            <a:ln cap="flat" cmpd="sng" w="15875">
              <a:solidFill>
                <a:srgbClr val="F6F9F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7"/>
          <p:cNvSpPr txBox="1"/>
          <p:nvPr>
            <p:ph type="title"/>
          </p:nvPr>
        </p:nvSpPr>
        <p:spPr>
          <a:xfrm>
            <a:off x="1594800" y="452604"/>
            <a:ext cx="9831600" cy="640800"/>
          </a:xfrm>
          <a:prstGeom prst="rect">
            <a:avLst/>
          </a:prstGeom>
          <a:noFill/>
          <a:ln>
            <a:noFill/>
          </a:ln>
        </p:spPr>
        <p:txBody>
          <a:bodyPr anchorCtr="0" anchor="ctr" bIns="50400" lIns="100800" spcFirstLastPara="1" rIns="100800" wrap="square" tIns="50400">
            <a:noAutofit/>
          </a:bodyPr>
          <a:lstStyle/>
          <a:p>
            <a:pPr indent="0" lvl="0" marL="0" rtl="0" algn="l">
              <a:lnSpc>
                <a:spcPct val="90000"/>
              </a:lnSpc>
              <a:spcBef>
                <a:spcPts val="0"/>
              </a:spcBef>
              <a:spcAft>
                <a:spcPts val="0"/>
              </a:spcAft>
              <a:buClr>
                <a:schemeClr val="dk1"/>
              </a:buClr>
              <a:buSzPts val="3400"/>
              <a:buFont typeface="Arial"/>
              <a:buNone/>
            </a:pPr>
            <a:r>
              <a:rPr lang="en-US"/>
              <a:t>Classification of Dynamic Routing Protocols</a:t>
            </a:r>
            <a:endParaRPr/>
          </a:p>
        </p:txBody>
      </p:sp>
      <p:sp>
        <p:nvSpPr>
          <p:cNvPr id="348" name="Google Shape;348;p7"/>
          <p:cNvSpPr/>
          <p:nvPr/>
        </p:nvSpPr>
        <p:spPr>
          <a:xfrm>
            <a:off x="1229193" y="1723869"/>
            <a:ext cx="4077325" cy="1753849"/>
          </a:xfrm>
          <a:prstGeom prst="roundRect">
            <a:avLst>
              <a:gd fmla="val 15000" name="adj"/>
            </a:avLst>
          </a:prstGeom>
          <a:solidFill>
            <a:srgbClr val="F4FBFE"/>
          </a:solidFill>
          <a:ln cap="flat" cmpd="sng" w="12700">
            <a:solidFill>
              <a:srgbClr val="99DFF9"/>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Arial"/>
                <a:ea typeface="Arial"/>
                <a:cs typeface="Arial"/>
                <a:sym typeface="Arial"/>
              </a:rPr>
              <a:t>Interior Gateway Protocols (IGPs)</a:t>
            </a:r>
            <a:endParaRPr/>
          </a:p>
        </p:txBody>
      </p:sp>
      <p:sp>
        <p:nvSpPr>
          <p:cNvPr id="349" name="Google Shape;349;p7"/>
          <p:cNvSpPr/>
          <p:nvPr/>
        </p:nvSpPr>
        <p:spPr>
          <a:xfrm flipH="1">
            <a:off x="1381602" y="2600793"/>
            <a:ext cx="835161" cy="494675"/>
          </a:xfrm>
          <a:prstGeom prst="roundRect">
            <a:avLst>
              <a:gd fmla="val 10000" name="adj"/>
            </a:avLst>
          </a:prstGeom>
          <a:solidFill>
            <a:srgbClr val="F3FBFE"/>
          </a:solidFill>
          <a:ln cap="flat" cmpd="sng" w="12700">
            <a:solidFill>
              <a:srgbClr val="1AABE2"/>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sz="1600">
              <a:solidFill>
                <a:srgbClr val="1D1D1A"/>
              </a:solidFill>
              <a:latin typeface="Arial"/>
              <a:ea typeface="Arial"/>
              <a:cs typeface="Arial"/>
              <a:sym typeface="Arial"/>
            </a:endParaRPr>
          </a:p>
        </p:txBody>
      </p:sp>
      <p:sp>
        <p:nvSpPr>
          <p:cNvPr id="350" name="Google Shape;350;p7"/>
          <p:cNvSpPr txBox="1"/>
          <p:nvPr/>
        </p:nvSpPr>
        <p:spPr>
          <a:xfrm>
            <a:off x="1381601" y="2663465"/>
            <a:ext cx="835162" cy="369332"/>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Arial"/>
                <a:ea typeface="Arial"/>
                <a:cs typeface="Arial"/>
                <a:sym typeface="Arial"/>
              </a:rPr>
              <a:t>RIP</a:t>
            </a:r>
            <a:endParaRPr/>
          </a:p>
        </p:txBody>
      </p:sp>
      <p:sp>
        <p:nvSpPr>
          <p:cNvPr id="351" name="Google Shape;351;p7"/>
          <p:cNvSpPr/>
          <p:nvPr/>
        </p:nvSpPr>
        <p:spPr>
          <a:xfrm flipH="1">
            <a:off x="2786744" y="2600793"/>
            <a:ext cx="835161" cy="494675"/>
          </a:xfrm>
          <a:prstGeom prst="roundRect">
            <a:avLst>
              <a:gd fmla="val 10000" name="adj"/>
            </a:avLst>
          </a:prstGeom>
          <a:solidFill>
            <a:srgbClr val="00B0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Arial"/>
              <a:ea typeface="Arial"/>
              <a:cs typeface="Arial"/>
              <a:sym typeface="Arial"/>
            </a:endParaRPr>
          </a:p>
        </p:txBody>
      </p:sp>
      <p:sp>
        <p:nvSpPr>
          <p:cNvPr id="352" name="Google Shape;352;p7"/>
          <p:cNvSpPr txBox="1"/>
          <p:nvPr/>
        </p:nvSpPr>
        <p:spPr>
          <a:xfrm>
            <a:off x="2786743" y="2663465"/>
            <a:ext cx="835162" cy="369332"/>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800">
                <a:solidFill>
                  <a:schemeClr val="lt1"/>
                </a:solidFill>
                <a:latin typeface="Arial"/>
                <a:ea typeface="Arial"/>
                <a:cs typeface="Arial"/>
                <a:sym typeface="Arial"/>
              </a:rPr>
              <a:t>OSPF</a:t>
            </a:r>
            <a:endParaRPr/>
          </a:p>
        </p:txBody>
      </p:sp>
      <p:sp>
        <p:nvSpPr>
          <p:cNvPr id="353" name="Google Shape;353;p7"/>
          <p:cNvSpPr/>
          <p:nvPr/>
        </p:nvSpPr>
        <p:spPr>
          <a:xfrm flipH="1">
            <a:off x="4191888" y="2600793"/>
            <a:ext cx="835161" cy="494675"/>
          </a:xfrm>
          <a:prstGeom prst="roundRect">
            <a:avLst>
              <a:gd fmla="val 10000" name="adj"/>
            </a:avLst>
          </a:prstGeom>
          <a:solidFill>
            <a:srgbClr val="F3FBFE"/>
          </a:solidFill>
          <a:ln cap="flat" cmpd="sng" w="12700">
            <a:solidFill>
              <a:srgbClr val="1AABE2"/>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sz="1600">
              <a:solidFill>
                <a:srgbClr val="1D1D1A"/>
              </a:solidFill>
              <a:latin typeface="Arial"/>
              <a:ea typeface="Arial"/>
              <a:cs typeface="Arial"/>
              <a:sym typeface="Arial"/>
            </a:endParaRPr>
          </a:p>
        </p:txBody>
      </p:sp>
      <p:sp>
        <p:nvSpPr>
          <p:cNvPr id="354" name="Google Shape;354;p7"/>
          <p:cNvSpPr txBox="1"/>
          <p:nvPr/>
        </p:nvSpPr>
        <p:spPr>
          <a:xfrm>
            <a:off x="4191887" y="2663465"/>
            <a:ext cx="835162" cy="369332"/>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Arial"/>
                <a:ea typeface="Arial"/>
                <a:cs typeface="Arial"/>
                <a:sym typeface="Arial"/>
              </a:rPr>
              <a:t>IS-IS</a:t>
            </a:r>
            <a:endParaRPr/>
          </a:p>
        </p:txBody>
      </p:sp>
      <p:sp>
        <p:nvSpPr>
          <p:cNvPr id="355" name="Google Shape;355;p7"/>
          <p:cNvSpPr txBox="1"/>
          <p:nvPr/>
        </p:nvSpPr>
        <p:spPr>
          <a:xfrm>
            <a:off x="5306518" y="1233488"/>
            <a:ext cx="1903751"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By ASs</a:t>
            </a:r>
            <a:endParaRPr/>
          </a:p>
        </p:txBody>
      </p:sp>
      <p:sp>
        <p:nvSpPr>
          <p:cNvPr id="356" name="Google Shape;356;p7"/>
          <p:cNvSpPr/>
          <p:nvPr/>
        </p:nvSpPr>
        <p:spPr>
          <a:xfrm>
            <a:off x="6927954" y="1723869"/>
            <a:ext cx="4077325" cy="1753849"/>
          </a:xfrm>
          <a:prstGeom prst="roundRect">
            <a:avLst>
              <a:gd fmla="val 15000" name="adj"/>
            </a:avLst>
          </a:prstGeom>
          <a:solidFill>
            <a:srgbClr val="F4FBFE"/>
          </a:solidFill>
          <a:ln cap="flat" cmpd="sng" w="12700">
            <a:solidFill>
              <a:srgbClr val="99DFF9"/>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Arial"/>
                <a:ea typeface="Arial"/>
                <a:cs typeface="Arial"/>
                <a:sym typeface="Arial"/>
              </a:rPr>
              <a:t>Exterior Gateway Protocols (EGPs)</a:t>
            </a:r>
            <a:endParaRPr/>
          </a:p>
        </p:txBody>
      </p:sp>
      <p:sp>
        <p:nvSpPr>
          <p:cNvPr id="357" name="Google Shape;357;p7"/>
          <p:cNvSpPr/>
          <p:nvPr/>
        </p:nvSpPr>
        <p:spPr>
          <a:xfrm flipH="1">
            <a:off x="8049717" y="2600793"/>
            <a:ext cx="1738860" cy="494676"/>
          </a:xfrm>
          <a:prstGeom prst="roundRect">
            <a:avLst>
              <a:gd fmla="val 10000" name="adj"/>
            </a:avLst>
          </a:prstGeom>
          <a:solidFill>
            <a:srgbClr val="F3FBFE"/>
          </a:solidFill>
          <a:ln cap="flat" cmpd="sng" w="12700">
            <a:solidFill>
              <a:srgbClr val="1AABE2"/>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sz="1600">
              <a:solidFill>
                <a:srgbClr val="1D1D1A"/>
              </a:solidFill>
              <a:latin typeface="Arial"/>
              <a:ea typeface="Arial"/>
              <a:cs typeface="Arial"/>
              <a:sym typeface="Arial"/>
            </a:endParaRPr>
          </a:p>
        </p:txBody>
      </p:sp>
      <p:sp>
        <p:nvSpPr>
          <p:cNvPr id="358" name="Google Shape;358;p7"/>
          <p:cNvSpPr txBox="1"/>
          <p:nvPr/>
        </p:nvSpPr>
        <p:spPr>
          <a:xfrm>
            <a:off x="8534408" y="2663464"/>
            <a:ext cx="835162" cy="369332"/>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Arial"/>
                <a:ea typeface="Arial"/>
                <a:cs typeface="Arial"/>
                <a:sym typeface="Arial"/>
              </a:rPr>
              <a:t>BGP</a:t>
            </a:r>
            <a:endParaRPr/>
          </a:p>
        </p:txBody>
      </p:sp>
      <p:sp>
        <p:nvSpPr>
          <p:cNvPr id="359" name="Google Shape;359;p7"/>
          <p:cNvSpPr txBox="1"/>
          <p:nvPr/>
        </p:nvSpPr>
        <p:spPr>
          <a:xfrm>
            <a:off x="4478000" y="3536873"/>
            <a:ext cx="3160262" cy="646331"/>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Arial"/>
                <a:ea typeface="Arial"/>
                <a:cs typeface="Arial"/>
                <a:sym typeface="Arial"/>
              </a:rPr>
              <a:t>By working mechanisms and algorithms</a:t>
            </a:r>
            <a:endParaRPr/>
          </a:p>
        </p:txBody>
      </p:sp>
      <p:sp>
        <p:nvSpPr>
          <p:cNvPr id="360" name="Google Shape;360;p7"/>
          <p:cNvSpPr/>
          <p:nvPr/>
        </p:nvSpPr>
        <p:spPr>
          <a:xfrm>
            <a:off x="1229193" y="4150387"/>
            <a:ext cx="4077325" cy="1753849"/>
          </a:xfrm>
          <a:prstGeom prst="roundRect">
            <a:avLst>
              <a:gd fmla="val 15000" name="adj"/>
            </a:avLst>
          </a:prstGeom>
          <a:solidFill>
            <a:srgbClr val="F4FBFE"/>
          </a:solidFill>
          <a:ln cap="flat" cmpd="sng" w="12700">
            <a:solidFill>
              <a:srgbClr val="99DFF9"/>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Arial"/>
                <a:ea typeface="Arial"/>
                <a:cs typeface="Arial"/>
                <a:sym typeface="Arial"/>
              </a:rPr>
              <a:t>Distance Vector Routing Protocols</a:t>
            </a:r>
            <a:endParaRPr/>
          </a:p>
        </p:txBody>
      </p:sp>
      <p:sp>
        <p:nvSpPr>
          <p:cNvPr id="361" name="Google Shape;361;p7"/>
          <p:cNvSpPr/>
          <p:nvPr/>
        </p:nvSpPr>
        <p:spPr>
          <a:xfrm>
            <a:off x="6927954" y="4150387"/>
            <a:ext cx="4077325" cy="1753849"/>
          </a:xfrm>
          <a:prstGeom prst="roundRect">
            <a:avLst>
              <a:gd fmla="val 15000" name="adj"/>
            </a:avLst>
          </a:prstGeom>
          <a:solidFill>
            <a:srgbClr val="F4FBFE"/>
          </a:solidFill>
          <a:ln cap="flat" cmpd="sng" w="12700">
            <a:solidFill>
              <a:srgbClr val="99DFF9"/>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Arial"/>
                <a:ea typeface="Arial"/>
                <a:cs typeface="Arial"/>
                <a:sym typeface="Arial"/>
              </a:rPr>
              <a:t>Link-State Routing Protocols</a:t>
            </a:r>
            <a:endParaRPr/>
          </a:p>
        </p:txBody>
      </p:sp>
      <p:sp>
        <p:nvSpPr>
          <p:cNvPr id="362" name="Google Shape;362;p7"/>
          <p:cNvSpPr/>
          <p:nvPr/>
        </p:nvSpPr>
        <p:spPr>
          <a:xfrm flipH="1">
            <a:off x="7851632" y="5027311"/>
            <a:ext cx="835161" cy="494675"/>
          </a:xfrm>
          <a:prstGeom prst="roundRect">
            <a:avLst>
              <a:gd fmla="val 10000" name="adj"/>
            </a:avLst>
          </a:prstGeom>
          <a:solidFill>
            <a:srgbClr val="00B0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363" name="Google Shape;363;p7"/>
          <p:cNvSpPr txBox="1"/>
          <p:nvPr/>
        </p:nvSpPr>
        <p:spPr>
          <a:xfrm>
            <a:off x="7851631" y="5089983"/>
            <a:ext cx="835162" cy="369332"/>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800">
                <a:solidFill>
                  <a:schemeClr val="lt1"/>
                </a:solidFill>
                <a:latin typeface="Arial"/>
                <a:ea typeface="Arial"/>
                <a:cs typeface="Arial"/>
                <a:sym typeface="Arial"/>
              </a:rPr>
              <a:t>OSPF</a:t>
            </a:r>
            <a:endParaRPr/>
          </a:p>
        </p:txBody>
      </p:sp>
      <p:sp>
        <p:nvSpPr>
          <p:cNvPr id="364" name="Google Shape;364;p7"/>
          <p:cNvSpPr/>
          <p:nvPr/>
        </p:nvSpPr>
        <p:spPr>
          <a:xfrm flipH="1">
            <a:off x="9256776" y="5027311"/>
            <a:ext cx="835161" cy="494675"/>
          </a:xfrm>
          <a:prstGeom prst="roundRect">
            <a:avLst>
              <a:gd fmla="val 10000" name="adj"/>
            </a:avLst>
          </a:prstGeom>
          <a:solidFill>
            <a:srgbClr val="F3FBFE"/>
          </a:solidFill>
          <a:ln cap="flat" cmpd="sng" w="12700">
            <a:solidFill>
              <a:srgbClr val="1AABE2"/>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sz="1600">
              <a:solidFill>
                <a:srgbClr val="1D1D1A"/>
              </a:solidFill>
              <a:latin typeface="Arial"/>
              <a:ea typeface="Arial"/>
              <a:cs typeface="Arial"/>
              <a:sym typeface="Arial"/>
            </a:endParaRPr>
          </a:p>
        </p:txBody>
      </p:sp>
      <p:sp>
        <p:nvSpPr>
          <p:cNvPr id="365" name="Google Shape;365;p7"/>
          <p:cNvSpPr txBox="1"/>
          <p:nvPr/>
        </p:nvSpPr>
        <p:spPr>
          <a:xfrm>
            <a:off x="9256775" y="5089983"/>
            <a:ext cx="835162" cy="369332"/>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Arial"/>
                <a:ea typeface="Arial"/>
                <a:cs typeface="Arial"/>
                <a:sym typeface="Arial"/>
              </a:rPr>
              <a:t>IS-IS</a:t>
            </a:r>
            <a:endParaRPr/>
          </a:p>
        </p:txBody>
      </p:sp>
      <p:sp>
        <p:nvSpPr>
          <p:cNvPr id="366" name="Google Shape;366;p7"/>
          <p:cNvSpPr/>
          <p:nvPr/>
        </p:nvSpPr>
        <p:spPr>
          <a:xfrm flipH="1">
            <a:off x="2696148" y="5052318"/>
            <a:ext cx="1098629" cy="494676"/>
          </a:xfrm>
          <a:prstGeom prst="roundRect">
            <a:avLst>
              <a:gd fmla="val 10000" name="adj"/>
            </a:avLst>
          </a:prstGeom>
          <a:solidFill>
            <a:srgbClr val="F3FBFE"/>
          </a:solidFill>
          <a:ln cap="flat" cmpd="sng" w="12700">
            <a:solidFill>
              <a:srgbClr val="1AABE2"/>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sz="1600">
              <a:solidFill>
                <a:srgbClr val="1D1D1A"/>
              </a:solidFill>
              <a:latin typeface="Arial"/>
              <a:ea typeface="Arial"/>
              <a:cs typeface="Arial"/>
              <a:sym typeface="Arial"/>
            </a:endParaRPr>
          </a:p>
        </p:txBody>
      </p:sp>
      <p:sp>
        <p:nvSpPr>
          <p:cNvPr id="367" name="Google Shape;367;p7"/>
          <p:cNvSpPr txBox="1"/>
          <p:nvPr/>
        </p:nvSpPr>
        <p:spPr>
          <a:xfrm>
            <a:off x="2827025" y="5114989"/>
            <a:ext cx="835162" cy="369332"/>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Arial"/>
                <a:ea typeface="Arial"/>
                <a:cs typeface="Arial"/>
                <a:sym typeface="Arial"/>
              </a:rPr>
              <a:t>RIP</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8"/>
          <p:cNvSpPr txBox="1"/>
          <p:nvPr>
            <p:ph idx="1" type="body"/>
          </p:nvPr>
        </p:nvSpPr>
        <p:spPr>
          <a:xfrm>
            <a:off x="451877" y="1242453"/>
            <a:ext cx="11306175" cy="4680000"/>
          </a:xfrm>
          <a:prstGeom prst="rect">
            <a:avLst/>
          </a:prstGeom>
          <a:noFill/>
          <a:ln>
            <a:noFill/>
          </a:ln>
        </p:spPr>
        <p:txBody>
          <a:bodyPr anchorCtr="0" anchor="t" bIns="40050" lIns="80125" spcFirstLastPara="1" rIns="80125" wrap="square" tIns="40050">
            <a:noAutofit/>
          </a:bodyPr>
          <a:lstStyle/>
          <a:p>
            <a:pPr indent="-302279" lvl="0" marL="302279" rtl="0" algn="just">
              <a:lnSpc>
                <a:spcPct val="160000"/>
              </a:lnSpc>
              <a:spcBef>
                <a:spcPts val="0"/>
              </a:spcBef>
              <a:spcAft>
                <a:spcPts val="0"/>
              </a:spcAft>
              <a:buClr>
                <a:schemeClr val="dk1"/>
              </a:buClr>
              <a:buSzPts val="900"/>
              <a:buChar char="●"/>
            </a:pPr>
            <a:r>
              <a:rPr lang="en-US" sz="1800"/>
              <a:t>A router running a distance-vector routing protocol periodically floods routes. Through route exchange, each router learns routes from neighboring routers and installs the routes into its routing table.</a:t>
            </a:r>
            <a:endParaRPr/>
          </a:p>
          <a:p>
            <a:pPr indent="-302279" lvl="0" marL="302279" rtl="0" algn="just">
              <a:lnSpc>
                <a:spcPct val="160000"/>
              </a:lnSpc>
              <a:spcBef>
                <a:spcPts val="792"/>
              </a:spcBef>
              <a:spcAft>
                <a:spcPts val="0"/>
              </a:spcAft>
              <a:buClr>
                <a:schemeClr val="dk1"/>
              </a:buClr>
              <a:buSzPts val="900"/>
              <a:buChar char="●"/>
            </a:pPr>
            <a:r>
              <a:rPr lang="en-US" sz="1800"/>
              <a:t>Each router on a network is clear only about where the destination is and how far the destination is, but unclear about the whole network topology. This is the essence of the distance-vector algorithm.</a:t>
            </a:r>
            <a:endParaRPr/>
          </a:p>
          <a:p>
            <a:pPr indent="-245129" lvl="0" marL="302279" rtl="0" algn="just">
              <a:lnSpc>
                <a:spcPct val="140000"/>
              </a:lnSpc>
              <a:spcBef>
                <a:spcPts val="792"/>
              </a:spcBef>
              <a:spcAft>
                <a:spcPts val="0"/>
              </a:spcAft>
              <a:buClr>
                <a:schemeClr val="dk1"/>
              </a:buClr>
              <a:buSzPts val="900"/>
              <a:buNone/>
            </a:pPr>
            <a:r>
              <a:t/>
            </a:r>
            <a:endParaRPr sz="1800"/>
          </a:p>
        </p:txBody>
      </p:sp>
      <p:sp>
        <p:nvSpPr>
          <p:cNvPr id="373" name="Google Shape;373;p8"/>
          <p:cNvSpPr txBox="1"/>
          <p:nvPr>
            <p:ph type="title"/>
          </p:nvPr>
        </p:nvSpPr>
        <p:spPr>
          <a:xfrm>
            <a:off x="1594800" y="452604"/>
            <a:ext cx="9831600" cy="640800"/>
          </a:xfrm>
          <a:prstGeom prst="rect">
            <a:avLst/>
          </a:prstGeom>
          <a:noFill/>
          <a:ln>
            <a:noFill/>
          </a:ln>
        </p:spPr>
        <p:txBody>
          <a:bodyPr anchorCtr="0" anchor="ctr" bIns="50400" lIns="100800" spcFirstLastPara="1" rIns="100800" wrap="square" tIns="50400">
            <a:noAutofit/>
          </a:bodyPr>
          <a:lstStyle/>
          <a:p>
            <a:pPr indent="0" lvl="0" marL="0" rtl="0" algn="l">
              <a:lnSpc>
                <a:spcPct val="90000"/>
              </a:lnSpc>
              <a:spcBef>
                <a:spcPts val="0"/>
              </a:spcBef>
              <a:spcAft>
                <a:spcPts val="0"/>
              </a:spcAft>
              <a:buClr>
                <a:schemeClr val="dk1"/>
              </a:buClr>
              <a:buSzPts val="3400"/>
              <a:buFont typeface="Arial"/>
              <a:buNone/>
            </a:pPr>
            <a:r>
              <a:rPr lang="en-US"/>
              <a:t>Distance-Vector Routing Protocol</a:t>
            </a:r>
            <a:endParaRPr/>
          </a:p>
        </p:txBody>
      </p:sp>
      <p:cxnSp>
        <p:nvCxnSpPr>
          <p:cNvPr id="374" name="Google Shape;374;p8"/>
          <p:cNvCxnSpPr/>
          <p:nvPr/>
        </p:nvCxnSpPr>
        <p:spPr>
          <a:xfrm>
            <a:off x="2094561" y="3829000"/>
            <a:ext cx="1753671" cy="0"/>
          </a:xfrm>
          <a:prstGeom prst="straightConnector1">
            <a:avLst/>
          </a:prstGeom>
          <a:noFill/>
          <a:ln cap="flat" cmpd="sng" w="38100">
            <a:solidFill>
              <a:srgbClr val="EC7061"/>
            </a:solidFill>
            <a:prstDash val="solid"/>
            <a:miter lim="800000"/>
            <a:headEnd len="med" w="med" type="triangle"/>
            <a:tailEnd len="med" w="med" type="triangle"/>
          </a:ln>
        </p:spPr>
      </p:cxnSp>
      <p:pic>
        <p:nvPicPr>
          <p:cNvPr id="375" name="Google Shape;375;p8"/>
          <p:cNvPicPr preferRelativeResize="0"/>
          <p:nvPr/>
        </p:nvPicPr>
        <p:blipFill rotWithShape="1">
          <a:blip r:embed="rId3">
            <a:alphaModFix/>
          </a:blip>
          <a:srcRect b="0" l="0" r="0" t="0"/>
          <a:stretch/>
        </p:blipFill>
        <p:spPr>
          <a:xfrm>
            <a:off x="2683284" y="4512507"/>
            <a:ext cx="540000" cy="442800"/>
          </a:xfrm>
          <a:prstGeom prst="rect">
            <a:avLst/>
          </a:prstGeom>
          <a:noFill/>
          <a:ln>
            <a:noFill/>
          </a:ln>
        </p:spPr>
      </p:pic>
      <p:pic>
        <p:nvPicPr>
          <p:cNvPr id="376" name="Google Shape;376;p8"/>
          <p:cNvPicPr preferRelativeResize="0"/>
          <p:nvPr/>
        </p:nvPicPr>
        <p:blipFill rotWithShape="1">
          <a:blip r:embed="rId3">
            <a:alphaModFix/>
          </a:blip>
          <a:srcRect b="0" l="0" r="0" t="0"/>
          <a:stretch/>
        </p:blipFill>
        <p:spPr>
          <a:xfrm>
            <a:off x="5664094" y="4512507"/>
            <a:ext cx="540000" cy="442800"/>
          </a:xfrm>
          <a:prstGeom prst="rect">
            <a:avLst/>
          </a:prstGeom>
          <a:noFill/>
          <a:ln>
            <a:noFill/>
          </a:ln>
        </p:spPr>
      </p:pic>
      <p:pic>
        <p:nvPicPr>
          <p:cNvPr id="377" name="Google Shape;377;p8"/>
          <p:cNvPicPr preferRelativeResize="0"/>
          <p:nvPr/>
        </p:nvPicPr>
        <p:blipFill rotWithShape="1">
          <a:blip r:embed="rId3">
            <a:alphaModFix/>
          </a:blip>
          <a:srcRect b="0" l="0" r="0" t="0"/>
          <a:stretch/>
        </p:blipFill>
        <p:spPr>
          <a:xfrm>
            <a:off x="8644904" y="4512507"/>
            <a:ext cx="540000" cy="442800"/>
          </a:xfrm>
          <a:prstGeom prst="rect">
            <a:avLst/>
          </a:prstGeom>
          <a:noFill/>
          <a:ln>
            <a:noFill/>
          </a:ln>
        </p:spPr>
      </p:pic>
      <p:cxnSp>
        <p:nvCxnSpPr>
          <p:cNvPr id="378" name="Google Shape;378;p8"/>
          <p:cNvCxnSpPr>
            <a:stCxn id="376" idx="1"/>
            <a:endCxn id="375" idx="3"/>
          </p:cNvCxnSpPr>
          <p:nvPr/>
        </p:nvCxnSpPr>
        <p:spPr>
          <a:xfrm rot="10800000">
            <a:off x="3223294" y="4733907"/>
            <a:ext cx="2440800" cy="0"/>
          </a:xfrm>
          <a:prstGeom prst="straightConnector1">
            <a:avLst/>
          </a:prstGeom>
          <a:noFill/>
          <a:ln cap="flat" cmpd="sng" w="19050">
            <a:solidFill>
              <a:schemeClr val="dk1"/>
            </a:solidFill>
            <a:prstDash val="solid"/>
            <a:miter lim="800000"/>
            <a:headEnd len="sm" w="sm" type="none"/>
            <a:tailEnd len="sm" w="sm" type="none"/>
          </a:ln>
        </p:spPr>
      </p:cxnSp>
      <p:cxnSp>
        <p:nvCxnSpPr>
          <p:cNvPr id="379" name="Google Shape;379;p8"/>
          <p:cNvCxnSpPr>
            <a:stCxn id="377" idx="1"/>
            <a:endCxn id="376" idx="3"/>
          </p:cNvCxnSpPr>
          <p:nvPr/>
        </p:nvCxnSpPr>
        <p:spPr>
          <a:xfrm rot="10800000">
            <a:off x="6204104" y="4733907"/>
            <a:ext cx="2440800" cy="0"/>
          </a:xfrm>
          <a:prstGeom prst="straightConnector1">
            <a:avLst/>
          </a:prstGeom>
          <a:noFill/>
          <a:ln cap="flat" cmpd="sng" w="19050">
            <a:solidFill>
              <a:schemeClr val="dk1"/>
            </a:solidFill>
            <a:prstDash val="solid"/>
            <a:miter lim="800000"/>
            <a:headEnd len="sm" w="sm" type="none"/>
            <a:tailEnd len="sm" w="sm" type="none"/>
          </a:ln>
        </p:spPr>
      </p:cxnSp>
      <p:cxnSp>
        <p:nvCxnSpPr>
          <p:cNvPr id="380" name="Google Shape;380;p8"/>
          <p:cNvCxnSpPr>
            <a:endCxn id="375" idx="1"/>
          </p:cNvCxnSpPr>
          <p:nvPr/>
        </p:nvCxnSpPr>
        <p:spPr>
          <a:xfrm>
            <a:off x="1846584" y="4733907"/>
            <a:ext cx="836700" cy="0"/>
          </a:xfrm>
          <a:prstGeom prst="straightConnector1">
            <a:avLst/>
          </a:prstGeom>
          <a:noFill/>
          <a:ln cap="flat" cmpd="sng" w="19050">
            <a:solidFill>
              <a:schemeClr val="dk1"/>
            </a:solidFill>
            <a:prstDash val="solid"/>
            <a:miter lim="800000"/>
            <a:headEnd len="sm" w="sm" type="none"/>
            <a:tailEnd len="sm" w="sm" type="none"/>
          </a:ln>
        </p:spPr>
      </p:cxnSp>
      <p:cxnSp>
        <p:nvCxnSpPr>
          <p:cNvPr id="381" name="Google Shape;381;p8"/>
          <p:cNvCxnSpPr>
            <a:stCxn id="377" idx="3"/>
          </p:cNvCxnSpPr>
          <p:nvPr/>
        </p:nvCxnSpPr>
        <p:spPr>
          <a:xfrm>
            <a:off x="9184904" y="4733907"/>
            <a:ext cx="836700" cy="0"/>
          </a:xfrm>
          <a:prstGeom prst="straightConnector1">
            <a:avLst/>
          </a:prstGeom>
          <a:noFill/>
          <a:ln cap="flat" cmpd="sng" w="19050">
            <a:solidFill>
              <a:schemeClr val="dk1"/>
            </a:solidFill>
            <a:prstDash val="solid"/>
            <a:miter lim="800000"/>
            <a:headEnd len="sm" w="sm" type="none"/>
            <a:tailEnd len="sm" w="sm" type="none"/>
          </a:ln>
        </p:spPr>
      </p:cxnSp>
      <p:sp>
        <p:nvSpPr>
          <p:cNvPr id="382" name="Google Shape;382;p8"/>
          <p:cNvSpPr txBox="1"/>
          <p:nvPr/>
        </p:nvSpPr>
        <p:spPr>
          <a:xfrm>
            <a:off x="2737122" y="4996380"/>
            <a:ext cx="540000"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R1</a:t>
            </a:r>
            <a:endParaRPr/>
          </a:p>
        </p:txBody>
      </p:sp>
      <p:sp>
        <p:nvSpPr>
          <p:cNvPr id="383" name="Google Shape;383;p8"/>
          <p:cNvSpPr txBox="1"/>
          <p:nvPr/>
        </p:nvSpPr>
        <p:spPr>
          <a:xfrm>
            <a:off x="5686617" y="4996380"/>
            <a:ext cx="540000"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R2</a:t>
            </a:r>
            <a:endParaRPr/>
          </a:p>
        </p:txBody>
      </p:sp>
      <p:sp>
        <p:nvSpPr>
          <p:cNvPr id="384" name="Google Shape;384;p8"/>
          <p:cNvSpPr txBox="1"/>
          <p:nvPr/>
        </p:nvSpPr>
        <p:spPr>
          <a:xfrm>
            <a:off x="8723794" y="4996380"/>
            <a:ext cx="540000"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R3</a:t>
            </a:r>
            <a:endParaRPr/>
          </a:p>
        </p:txBody>
      </p:sp>
      <p:sp>
        <p:nvSpPr>
          <p:cNvPr id="385" name="Google Shape;385;p8"/>
          <p:cNvSpPr/>
          <p:nvPr/>
        </p:nvSpPr>
        <p:spPr>
          <a:xfrm>
            <a:off x="2418375" y="3401989"/>
            <a:ext cx="1116679" cy="854022"/>
          </a:xfrm>
          <a:prstGeom prst="roundRect">
            <a:avLst>
              <a:gd fmla="val 15000" name="adj"/>
            </a:avLst>
          </a:prstGeom>
          <a:solidFill>
            <a:srgbClr val="F4FBFE"/>
          </a:solidFill>
          <a:ln cap="flat" cmpd="sng" w="12700">
            <a:solidFill>
              <a:srgbClr val="00B0F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Arial"/>
                <a:ea typeface="Arial"/>
                <a:cs typeface="Arial"/>
                <a:sym typeface="Arial"/>
              </a:rPr>
              <a:t>Routing </a:t>
            </a:r>
            <a:endParaRPr/>
          </a:p>
          <a:p>
            <a:pPr indent="0" lvl="0" marL="0" marR="0" rtl="0" algn="ctr">
              <a:spcBef>
                <a:spcPts val="0"/>
              </a:spcBef>
              <a:spcAft>
                <a:spcPts val="0"/>
              </a:spcAft>
              <a:buNone/>
            </a:pPr>
            <a:r>
              <a:rPr lang="en-US" sz="1600">
                <a:solidFill>
                  <a:schemeClr val="dk1"/>
                </a:solidFill>
                <a:latin typeface="Arial"/>
                <a:ea typeface="Arial"/>
                <a:cs typeface="Arial"/>
                <a:sym typeface="Arial"/>
              </a:rPr>
              <a:t>table</a:t>
            </a:r>
            <a:endParaRPr/>
          </a:p>
        </p:txBody>
      </p:sp>
      <p:cxnSp>
        <p:nvCxnSpPr>
          <p:cNvPr id="386" name="Google Shape;386;p8"/>
          <p:cNvCxnSpPr/>
          <p:nvPr/>
        </p:nvCxnSpPr>
        <p:spPr>
          <a:xfrm>
            <a:off x="5070971" y="3829000"/>
            <a:ext cx="1753671" cy="0"/>
          </a:xfrm>
          <a:prstGeom prst="straightConnector1">
            <a:avLst/>
          </a:prstGeom>
          <a:noFill/>
          <a:ln cap="flat" cmpd="sng" w="38100">
            <a:solidFill>
              <a:srgbClr val="EC7061"/>
            </a:solidFill>
            <a:prstDash val="solid"/>
            <a:miter lim="800000"/>
            <a:headEnd len="med" w="med" type="triangle"/>
            <a:tailEnd len="med" w="med" type="triangle"/>
          </a:ln>
        </p:spPr>
      </p:cxnSp>
      <p:sp>
        <p:nvSpPr>
          <p:cNvPr id="387" name="Google Shape;387;p8"/>
          <p:cNvSpPr/>
          <p:nvPr/>
        </p:nvSpPr>
        <p:spPr>
          <a:xfrm>
            <a:off x="5394785" y="3401989"/>
            <a:ext cx="1116679" cy="854022"/>
          </a:xfrm>
          <a:prstGeom prst="roundRect">
            <a:avLst>
              <a:gd fmla="val 15000" name="adj"/>
            </a:avLst>
          </a:prstGeom>
          <a:solidFill>
            <a:srgbClr val="F3FBFE"/>
          </a:solidFill>
          <a:ln cap="flat" cmpd="sng" w="12700">
            <a:solidFill>
              <a:srgbClr val="1AABE2"/>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US" sz="1600">
                <a:solidFill>
                  <a:srgbClr val="1D1D1A"/>
                </a:solidFill>
                <a:latin typeface="Arial"/>
                <a:ea typeface="Arial"/>
                <a:cs typeface="Arial"/>
                <a:sym typeface="Arial"/>
              </a:rPr>
              <a:t>Routing </a:t>
            </a:r>
            <a:endParaRPr/>
          </a:p>
          <a:p>
            <a:pPr indent="0" lvl="0" marL="0" marR="0" rtl="0" algn="ctr">
              <a:spcBef>
                <a:spcPts val="0"/>
              </a:spcBef>
              <a:spcAft>
                <a:spcPts val="0"/>
              </a:spcAft>
              <a:buNone/>
            </a:pPr>
            <a:r>
              <a:rPr lang="en-US" sz="1600">
                <a:solidFill>
                  <a:srgbClr val="1D1D1A"/>
                </a:solidFill>
                <a:latin typeface="Arial"/>
                <a:ea typeface="Arial"/>
                <a:cs typeface="Arial"/>
                <a:sym typeface="Arial"/>
              </a:rPr>
              <a:t>table</a:t>
            </a:r>
            <a:endParaRPr/>
          </a:p>
        </p:txBody>
      </p:sp>
      <p:cxnSp>
        <p:nvCxnSpPr>
          <p:cNvPr id="388" name="Google Shape;388;p8"/>
          <p:cNvCxnSpPr/>
          <p:nvPr/>
        </p:nvCxnSpPr>
        <p:spPr>
          <a:xfrm>
            <a:off x="8047381" y="3829000"/>
            <a:ext cx="1753671" cy="0"/>
          </a:xfrm>
          <a:prstGeom prst="straightConnector1">
            <a:avLst/>
          </a:prstGeom>
          <a:noFill/>
          <a:ln cap="flat" cmpd="sng" w="38100">
            <a:solidFill>
              <a:srgbClr val="EC7061"/>
            </a:solidFill>
            <a:prstDash val="solid"/>
            <a:miter lim="800000"/>
            <a:headEnd len="med" w="med" type="triangle"/>
            <a:tailEnd len="med" w="med" type="triangle"/>
          </a:ln>
        </p:spPr>
      </p:cxnSp>
      <p:sp>
        <p:nvSpPr>
          <p:cNvPr id="389" name="Google Shape;389;p8"/>
          <p:cNvSpPr/>
          <p:nvPr/>
        </p:nvSpPr>
        <p:spPr>
          <a:xfrm>
            <a:off x="8371195" y="3401989"/>
            <a:ext cx="1116679" cy="854022"/>
          </a:xfrm>
          <a:prstGeom prst="roundRect">
            <a:avLst>
              <a:gd fmla="val 15000" name="adj"/>
            </a:avLst>
          </a:prstGeom>
          <a:solidFill>
            <a:srgbClr val="F4FBFE"/>
          </a:solidFill>
          <a:ln cap="flat" cmpd="sng" w="12700">
            <a:solidFill>
              <a:srgbClr val="00B0F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Arial"/>
                <a:ea typeface="Arial"/>
                <a:cs typeface="Arial"/>
                <a:sym typeface="Arial"/>
              </a:rPr>
              <a:t>Routing </a:t>
            </a:r>
            <a:endParaRPr/>
          </a:p>
          <a:p>
            <a:pPr indent="0" lvl="0" marL="0" marR="0" rtl="0" algn="ctr">
              <a:spcBef>
                <a:spcPts val="0"/>
              </a:spcBef>
              <a:spcAft>
                <a:spcPts val="0"/>
              </a:spcAft>
              <a:buNone/>
            </a:pPr>
            <a:r>
              <a:rPr lang="en-US" sz="1600">
                <a:solidFill>
                  <a:schemeClr val="dk1"/>
                </a:solidFill>
                <a:latin typeface="Arial"/>
                <a:ea typeface="Arial"/>
                <a:cs typeface="Arial"/>
                <a:sym typeface="Arial"/>
              </a:rPr>
              <a:t>table</a:t>
            </a:r>
            <a:endParaRPr/>
          </a:p>
        </p:txBody>
      </p:sp>
      <p:sp>
        <p:nvSpPr>
          <p:cNvPr id="390" name="Google Shape;390;p8"/>
          <p:cNvSpPr/>
          <p:nvPr/>
        </p:nvSpPr>
        <p:spPr>
          <a:xfrm>
            <a:off x="1846572" y="5442411"/>
            <a:ext cx="3212499" cy="486936"/>
          </a:xfrm>
          <a:prstGeom prst="wedgeRectCallout">
            <a:avLst>
              <a:gd fmla="val -15390" name="adj1"/>
              <a:gd fmla="val -76392" name="adj2"/>
            </a:avLst>
          </a:prstGeom>
          <a:solidFill>
            <a:srgbClr val="F4FBFE"/>
          </a:solidFill>
          <a:ln cap="flat" cmpd="sng" w="12700">
            <a:solidFill>
              <a:srgbClr val="99DF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391" name="Google Shape;391;p8"/>
          <p:cNvSpPr txBox="1"/>
          <p:nvPr/>
        </p:nvSpPr>
        <p:spPr>
          <a:xfrm>
            <a:off x="1859098" y="5521659"/>
            <a:ext cx="3235181"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Destined for </a:t>
            </a:r>
            <a:r>
              <a:rPr lang="en-US" sz="1600">
                <a:solidFill>
                  <a:srgbClr val="EC7061"/>
                </a:solidFill>
                <a:latin typeface="Arial"/>
                <a:ea typeface="Arial"/>
                <a:cs typeface="Arial"/>
                <a:sym typeface="Arial"/>
              </a:rPr>
              <a:t>3.3.3.3</a:t>
            </a:r>
            <a:r>
              <a:rPr lang="en-US" sz="1600">
                <a:solidFill>
                  <a:schemeClr val="dk1"/>
                </a:solidFill>
                <a:latin typeface="Arial"/>
                <a:ea typeface="Arial"/>
                <a:cs typeface="Arial"/>
                <a:sym typeface="Arial"/>
              </a:rPr>
              <a:t>, through R2!</a:t>
            </a:r>
            <a:endParaRPr/>
          </a:p>
        </p:txBody>
      </p:sp>
      <p:cxnSp>
        <p:nvCxnSpPr>
          <p:cNvPr id="392" name="Google Shape;392;p8"/>
          <p:cNvCxnSpPr/>
          <p:nvPr/>
        </p:nvCxnSpPr>
        <p:spPr>
          <a:xfrm rot="10800000">
            <a:off x="10021616" y="4623207"/>
            <a:ext cx="0" cy="221400"/>
          </a:xfrm>
          <a:prstGeom prst="straightConnector1">
            <a:avLst/>
          </a:prstGeom>
          <a:noFill/>
          <a:ln cap="flat" cmpd="sng" w="19050">
            <a:solidFill>
              <a:schemeClr val="dk1"/>
            </a:solidFill>
            <a:prstDash val="solid"/>
            <a:miter lim="800000"/>
            <a:headEnd len="sm" w="sm" type="none"/>
            <a:tailEnd len="sm" w="sm" type="none"/>
          </a:ln>
        </p:spPr>
      </p:cxnSp>
      <p:sp>
        <p:nvSpPr>
          <p:cNvPr id="393" name="Google Shape;393;p8"/>
          <p:cNvSpPr txBox="1"/>
          <p:nvPr/>
        </p:nvSpPr>
        <p:spPr>
          <a:xfrm>
            <a:off x="10105305" y="4552104"/>
            <a:ext cx="862737"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rgbClr val="EC7061"/>
                </a:solidFill>
                <a:latin typeface="Arial"/>
                <a:ea typeface="Arial"/>
                <a:cs typeface="Arial"/>
                <a:sym typeface="Arial"/>
              </a:rPr>
              <a:t>3.3.3.3</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9"/>
          <p:cNvSpPr txBox="1"/>
          <p:nvPr>
            <p:ph idx="1" type="body"/>
          </p:nvPr>
        </p:nvSpPr>
        <p:spPr>
          <a:xfrm>
            <a:off x="451877" y="1242453"/>
            <a:ext cx="11306175" cy="4680000"/>
          </a:xfrm>
          <a:prstGeom prst="rect">
            <a:avLst/>
          </a:prstGeom>
          <a:noFill/>
          <a:ln>
            <a:noFill/>
          </a:ln>
        </p:spPr>
        <p:txBody>
          <a:bodyPr anchorCtr="0" anchor="t" bIns="40050" lIns="80125" spcFirstLastPara="1" rIns="80125" wrap="square" tIns="40050">
            <a:noAutofit/>
          </a:bodyPr>
          <a:lstStyle/>
          <a:p>
            <a:pPr indent="-302279" lvl="0" marL="302279" rtl="0" algn="just">
              <a:lnSpc>
                <a:spcPct val="140000"/>
              </a:lnSpc>
              <a:spcBef>
                <a:spcPts val="0"/>
              </a:spcBef>
              <a:spcAft>
                <a:spcPts val="0"/>
              </a:spcAft>
              <a:buClr>
                <a:schemeClr val="dk1"/>
              </a:buClr>
              <a:buSzPts val="1000"/>
              <a:buChar char="●"/>
            </a:pPr>
            <a:r>
              <a:rPr lang="en-US" sz="2000"/>
              <a:t>Different from a distance-vector routing protocol, a link-state routing protocol advertises link status information rather than routes in the routing table. Routers that run a link-state routing protocol establish a neighbor relationship and then exchange Link State Advertisements (LSAs).</a:t>
            </a:r>
            <a:endParaRPr/>
          </a:p>
          <a:p>
            <a:pPr indent="-238779" lvl="0" marL="302279" rtl="0" algn="just">
              <a:lnSpc>
                <a:spcPct val="140000"/>
              </a:lnSpc>
              <a:spcBef>
                <a:spcPts val="792"/>
              </a:spcBef>
              <a:spcAft>
                <a:spcPts val="0"/>
              </a:spcAft>
              <a:buClr>
                <a:schemeClr val="dk1"/>
              </a:buClr>
              <a:buSzPts val="1000"/>
              <a:buNone/>
            </a:pPr>
            <a:r>
              <a:t/>
            </a:r>
            <a:endParaRPr sz="2000"/>
          </a:p>
        </p:txBody>
      </p:sp>
      <p:sp>
        <p:nvSpPr>
          <p:cNvPr id="399" name="Google Shape;399;p9"/>
          <p:cNvSpPr txBox="1"/>
          <p:nvPr>
            <p:ph type="title"/>
          </p:nvPr>
        </p:nvSpPr>
        <p:spPr>
          <a:xfrm>
            <a:off x="1594800" y="452604"/>
            <a:ext cx="9831600" cy="640800"/>
          </a:xfrm>
          <a:prstGeom prst="rect">
            <a:avLst/>
          </a:prstGeom>
          <a:noFill/>
          <a:ln>
            <a:noFill/>
          </a:ln>
        </p:spPr>
        <p:txBody>
          <a:bodyPr anchorCtr="0" anchor="ctr" bIns="50400" lIns="100800" spcFirstLastPara="1" rIns="100800" wrap="square" tIns="50400">
            <a:noAutofit/>
          </a:bodyPr>
          <a:lstStyle/>
          <a:p>
            <a:pPr indent="0" lvl="0" marL="0" rtl="0" algn="l">
              <a:lnSpc>
                <a:spcPct val="90000"/>
              </a:lnSpc>
              <a:spcBef>
                <a:spcPts val="0"/>
              </a:spcBef>
              <a:spcAft>
                <a:spcPts val="0"/>
              </a:spcAft>
              <a:buClr>
                <a:schemeClr val="dk1"/>
              </a:buClr>
              <a:buSzPts val="3400"/>
              <a:buFont typeface="Arial"/>
              <a:buNone/>
            </a:pPr>
            <a:r>
              <a:rPr lang="en-US"/>
              <a:t>Link-State Routing Protocol - LSA Flooding</a:t>
            </a:r>
            <a:endParaRPr/>
          </a:p>
        </p:txBody>
      </p:sp>
      <p:sp>
        <p:nvSpPr>
          <p:cNvPr id="400" name="Google Shape;400;p9"/>
          <p:cNvSpPr txBox="1"/>
          <p:nvPr/>
        </p:nvSpPr>
        <p:spPr>
          <a:xfrm>
            <a:off x="475225" y="1244818"/>
            <a:ext cx="11216498" cy="1421928"/>
          </a:xfrm>
          <a:prstGeom prst="rect">
            <a:avLst/>
          </a:prstGeom>
          <a:noFill/>
          <a:ln>
            <a:noFill/>
          </a:ln>
        </p:spPr>
        <p:txBody>
          <a:bodyPr anchorCtr="0" anchor="t" bIns="45700" lIns="91425" spcFirstLastPara="1" rIns="91425" wrap="square" tIns="45700">
            <a:noAutofit/>
          </a:bodyPr>
          <a:lstStyle/>
          <a:p>
            <a:pPr indent="-171450" lvl="0" marL="285750" marR="0" rtl="0" algn="l">
              <a:lnSpc>
                <a:spcPct val="160000"/>
              </a:lnSpc>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401" name="Google Shape;401;p9"/>
          <p:cNvSpPr/>
          <p:nvPr/>
        </p:nvSpPr>
        <p:spPr>
          <a:xfrm>
            <a:off x="7758412" y="3015250"/>
            <a:ext cx="3619079" cy="1984040"/>
          </a:xfrm>
          <a:prstGeom prst="wedgeRectCallout">
            <a:avLst>
              <a:gd fmla="val -57257" name="adj1"/>
              <a:gd fmla="val 13657" name="adj2"/>
            </a:avLst>
          </a:prstGeom>
          <a:solidFill>
            <a:srgbClr val="F4FBFE"/>
          </a:solidFill>
          <a:ln cap="flat" cmpd="sng" w="12700">
            <a:solidFill>
              <a:srgbClr val="99DF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402" name="Google Shape;402;p9"/>
          <p:cNvSpPr txBox="1"/>
          <p:nvPr/>
        </p:nvSpPr>
        <p:spPr>
          <a:xfrm>
            <a:off x="7821384" y="3084497"/>
            <a:ext cx="3556107" cy="1865126"/>
          </a:xfrm>
          <a:prstGeom prst="rect">
            <a:avLst/>
          </a:prstGeom>
          <a:noFill/>
          <a:ln>
            <a:noFill/>
          </a:ln>
        </p:spPr>
        <p:txBody>
          <a:bodyPr anchorCtr="0" anchor="t" bIns="45700" lIns="91425" spcFirstLastPara="1" rIns="91425" wrap="square" tIns="45700">
            <a:noAutofit/>
          </a:bodyPr>
          <a:lstStyle/>
          <a:p>
            <a:pPr indent="-285750" lvl="0" marL="285750" marR="0" rtl="0" algn="l">
              <a:lnSpc>
                <a:spcPct val="120000"/>
              </a:lnSpc>
              <a:spcBef>
                <a:spcPts val="0"/>
              </a:spcBef>
              <a:spcAft>
                <a:spcPts val="0"/>
              </a:spcAft>
              <a:buClr>
                <a:schemeClr val="dk1"/>
              </a:buClr>
              <a:buSzPts val="1600"/>
              <a:buFont typeface="Arial"/>
              <a:buChar char="•"/>
            </a:pPr>
            <a:r>
              <a:rPr lang="en-US" sz="1600">
                <a:solidFill>
                  <a:schemeClr val="dk1"/>
                </a:solidFill>
                <a:latin typeface="Arial"/>
                <a:ea typeface="Arial"/>
                <a:cs typeface="Arial"/>
                <a:sym typeface="Arial"/>
              </a:rPr>
              <a:t>LSAs, instead of routes, are advertised.</a:t>
            </a:r>
            <a:endParaRPr/>
          </a:p>
          <a:p>
            <a:pPr indent="-285750" lvl="0" marL="285750" marR="0" rtl="0" algn="l">
              <a:lnSpc>
                <a:spcPct val="120000"/>
              </a:lnSpc>
              <a:spcBef>
                <a:spcPts val="0"/>
              </a:spcBef>
              <a:spcAft>
                <a:spcPts val="0"/>
              </a:spcAft>
              <a:buClr>
                <a:schemeClr val="dk1"/>
              </a:buClr>
              <a:buSzPts val="1600"/>
              <a:buFont typeface="Arial"/>
              <a:buChar char="•"/>
            </a:pPr>
            <a:r>
              <a:rPr lang="en-US" sz="1600">
                <a:solidFill>
                  <a:schemeClr val="dk1"/>
                </a:solidFill>
                <a:latin typeface="Arial"/>
                <a:ea typeface="Arial"/>
                <a:cs typeface="Arial"/>
                <a:sym typeface="Arial"/>
              </a:rPr>
              <a:t>An LSA describes a router interface's status information, such as the cost of the interface and a connected interface name.</a:t>
            </a:r>
            <a:endParaRPr/>
          </a:p>
        </p:txBody>
      </p:sp>
      <p:grpSp>
        <p:nvGrpSpPr>
          <p:cNvPr id="403" name="Google Shape;403;p9"/>
          <p:cNvGrpSpPr/>
          <p:nvPr/>
        </p:nvGrpSpPr>
        <p:grpSpPr>
          <a:xfrm>
            <a:off x="870454" y="2965511"/>
            <a:ext cx="6690688" cy="3105869"/>
            <a:chOff x="2686304" y="3319898"/>
            <a:chExt cx="6690688" cy="3105869"/>
          </a:xfrm>
        </p:grpSpPr>
        <p:grpSp>
          <p:nvGrpSpPr>
            <p:cNvPr id="404" name="Google Shape;404;p9"/>
            <p:cNvGrpSpPr/>
            <p:nvPr/>
          </p:nvGrpSpPr>
          <p:grpSpPr>
            <a:xfrm>
              <a:off x="5728202" y="3319898"/>
              <a:ext cx="595902" cy="3105869"/>
              <a:chOff x="5642527" y="3219690"/>
              <a:chExt cx="595902" cy="3105869"/>
            </a:xfrm>
          </p:grpSpPr>
          <p:pic>
            <p:nvPicPr>
              <p:cNvPr id="405" name="Google Shape;405;p9"/>
              <p:cNvPicPr preferRelativeResize="0"/>
              <p:nvPr/>
            </p:nvPicPr>
            <p:blipFill rotWithShape="1">
              <a:blip r:embed="rId3">
                <a:alphaModFix/>
              </a:blip>
              <a:srcRect b="0" l="0" r="0" t="0"/>
              <a:stretch/>
            </p:blipFill>
            <p:spPr>
              <a:xfrm>
                <a:off x="5642527" y="3219690"/>
                <a:ext cx="540000" cy="442800"/>
              </a:xfrm>
              <a:prstGeom prst="rect">
                <a:avLst/>
              </a:prstGeom>
              <a:noFill/>
              <a:ln>
                <a:noFill/>
              </a:ln>
            </p:spPr>
          </p:pic>
          <p:sp>
            <p:nvSpPr>
              <p:cNvPr id="406" name="Google Shape;406;p9"/>
              <p:cNvSpPr txBox="1"/>
              <p:nvPr/>
            </p:nvSpPr>
            <p:spPr>
              <a:xfrm>
                <a:off x="5698429" y="3680732"/>
                <a:ext cx="540000"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R2</a:t>
                </a:r>
                <a:endParaRPr/>
              </a:p>
            </p:txBody>
          </p:sp>
          <p:pic>
            <p:nvPicPr>
              <p:cNvPr id="407" name="Google Shape;407;p9"/>
              <p:cNvPicPr preferRelativeResize="0"/>
              <p:nvPr/>
            </p:nvPicPr>
            <p:blipFill rotWithShape="1">
              <a:blip r:embed="rId3">
                <a:alphaModFix/>
              </a:blip>
              <a:srcRect b="0" l="0" r="0" t="0"/>
              <a:stretch/>
            </p:blipFill>
            <p:spPr>
              <a:xfrm>
                <a:off x="5642527" y="5576744"/>
                <a:ext cx="540000" cy="442800"/>
              </a:xfrm>
              <a:prstGeom prst="rect">
                <a:avLst/>
              </a:prstGeom>
              <a:noFill/>
              <a:ln>
                <a:noFill/>
              </a:ln>
            </p:spPr>
          </p:pic>
          <p:sp>
            <p:nvSpPr>
              <p:cNvPr id="408" name="Google Shape;408;p9"/>
              <p:cNvSpPr txBox="1"/>
              <p:nvPr/>
            </p:nvSpPr>
            <p:spPr>
              <a:xfrm>
                <a:off x="5695409" y="5987005"/>
                <a:ext cx="540000"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R4</a:t>
                </a:r>
                <a:endParaRPr/>
              </a:p>
            </p:txBody>
          </p:sp>
        </p:grpSp>
        <p:grpSp>
          <p:nvGrpSpPr>
            <p:cNvPr id="409" name="Google Shape;409;p9"/>
            <p:cNvGrpSpPr/>
            <p:nvPr/>
          </p:nvGrpSpPr>
          <p:grpSpPr>
            <a:xfrm>
              <a:off x="2686304" y="3369637"/>
              <a:ext cx="6690688" cy="2675308"/>
              <a:chOff x="2686304" y="3369637"/>
              <a:chExt cx="6690688" cy="2675308"/>
            </a:xfrm>
          </p:grpSpPr>
          <p:cxnSp>
            <p:nvCxnSpPr>
              <p:cNvPr id="410" name="Google Shape;410;p9"/>
              <p:cNvCxnSpPr/>
              <p:nvPr/>
            </p:nvCxnSpPr>
            <p:spPr>
              <a:xfrm flipH="1" rot="10800000">
                <a:off x="3351564" y="3432267"/>
                <a:ext cx="2072206" cy="890340"/>
              </a:xfrm>
              <a:prstGeom prst="straightConnector1">
                <a:avLst/>
              </a:prstGeom>
              <a:noFill/>
              <a:ln cap="flat" cmpd="sng" w="25400">
                <a:solidFill>
                  <a:srgbClr val="EC7061"/>
                </a:solidFill>
                <a:prstDash val="solid"/>
                <a:miter lim="800000"/>
                <a:headEnd len="med" w="med" type="triangle"/>
                <a:tailEnd len="med" w="med" type="triangle"/>
              </a:ln>
            </p:spPr>
          </p:cxnSp>
          <p:pic>
            <p:nvPicPr>
              <p:cNvPr id="411" name="Google Shape;411;p9"/>
              <p:cNvPicPr preferRelativeResize="0"/>
              <p:nvPr/>
            </p:nvPicPr>
            <p:blipFill rotWithShape="1">
              <a:blip r:embed="rId3">
                <a:alphaModFix/>
              </a:blip>
              <a:srcRect b="0" l="0" r="0" t="0"/>
              <a:stretch/>
            </p:blipFill>
            <p:spPr>
              <a:xfrm>
                <a:off x="2686304" y="4403405"/>
                <a:ext cx="540000" cy="442800"/>
              </a:xfrm>
              <a:prstGeom prst="rect">
                <a:avLst/>
              </a:prstGeom>
              <a:noFill/>
              <a:ln>
                <a:noFill/>
              </a:ln>
            </p:spPr>
          </p:pic>
          <p:pic>
            <p:nvPicPr>
              <p:cNvPr id="412" name="Google Shape;412;p9"/>
              <p:cNvPicPr preferRelativeResize="0"/>
              <p:nvPr/>
            </p:nvPicPr>
            <p:blipFill rotWithShape="1">
              <a:blip r:embed="rId3">
                <a:alphaModFix/>
              </a:blip>
              <a:srcRect b="0" l="0" r="0" t="0"/>
              <a:stretch/>
            </p:blipFill>
            <p:spPr>
              <a:xfrm>
                <a:off x="8826002" y="4403405"/>
                <a:ext cx="540000" cy="442800"/>
              </a:xfrm>
              <a:prstGeom prst="rect">
                <a:avLst/>
              </a:prstGeom>
              <a:noFill/>
              <a:ln>
                <a:noFill/>
              </a:ln>
            </p:spPr>
          </p:pic>
          <p:cxnSp>
            <p:nvCxnSpPr>
              <p:cNvPr id="413" name="Google Shape;413;p9"/>
              <p:cNvCxnSpPr>
                <a:stCxn id="405" idx="1"/>
                <a:endCxn id="411" idx="3"/>
              </p:cNvCxnSpPr>
              <p:nvPr/>
            </p:nvCxnSpPr>
            <p:spPr>
              <a:xfrm flipH="1">
                <a:off x="3226202" y="3541298"/>
                <a:ext cx="2502000" cy="1083600"/>
              </a:xfrm>
              <a:prstGeom prst="straightConnector1">
                <a:avLst/>
              </a:prstGeom>
              <a:noFill/>
              <a:ln cap="flat" cmpd="sng" w="19050">
                <a:solidFill>
                  <a:schemeClr val="dk1"/>
                </a:solidFill>
                <a:prstDash val="solid"/>
                <a:miter lim="800000"/>
                <a:headEnd len="sm" w="sm" type="none"/>
                <a:tailEnd len="sm" w="sm" type="none"/>
              </a:ln>
            </p:spPr>
          </p:cxnSp>
          <p:cxnSp>
            <p:nvCxnSpPr>
              <p:cNvPr id="414" name="Google Shape;414;p9"/>
              <p:cNvCxnSpPr>
                <a:stCxn id="412" idx="1"/>
                <a:endCxn id="405" idx="3"/>
              </p:cNvCxnSpPr>
              <p:nvPr/>
            </p:nvCxnSpPr>
            <p:spPr>
              <a:xfrm rot="10800000">
                <a:off x="6268202" y="3541205"/>
                <a:ext cx="2557800" cy="1083600"/>
              </a:xfrm>
              <a:prstGeom prst="straightConnector1">
                <a:avLst/>
              </a:prstGeom>
              <a:noFill/>
              <a:ln cap="flat" cmpd="sng" w="19050">
                <a:solidFill>
                  <a:schemeClr val="dk1"/>
                </a:solidFill>
                <a:prstDash val="solid"/>
                <a:miter lim="800000"/>
                <a:headEnd len="sm" w="sm" type="none"/>
                <a:tailEnd len="sm" w="sm" type="none"/>
              </a:ln>
            </p:spPr>
          </p:cxnSp>
          <p:cxnSp>
            <p:nvCxnSpPr>
              <p:cNvPr id="415" name="Google Shape;415;p9"/>
              <p:cNvCxnSpPr>
                <a:stCxn id="407" idx="1"/>
                <a:endCxn id="411" idx="3"/>
              </p:cNvCxnSpPr>
              <p:nvPr/>
            </p:nvCxnSpPr>
            <p:spPr>
              <a:xfrm rot="10800000">
                <a:off x="3226202" y="4624852"/>
                <a:ext cx="2502000" cy="1273500"/>
              </a:xfrm>
              <a:prstGeom prst="straightConnector1">
                <a:avLst/>
              </a:prstGeom>
              <a:noFill/>
              <a:ln cap="flat" cmpd="sng" w="19050">
                <a:solidFill>
                  <a:schemeClr val="dk1"/>
                </a:solidFill>
                <a:prstDash val="solid"/>
                <a:miter lim="800000"/>
                <a:headEnd len="sm" w="sm" type="none"/>
                <a:tailEnd len="sm" w="sm" type="none"/>
              </a:ln>
            </p:spPr>
          </p:cxnSp>
          <p:cxnSp>
            <p:nvCxnSpPr>
              <p:cNvPr id="416" name="Google Shape;416;p9"/>
              <p:cNvCxnSpPr>
                <a:stCxn id="412" idx="1"/>
                <a:endCxn id="407" idx="3"/>
              </p:cNvCxnSpPr>
              <p:nvPr/>
            </p:nvCxnSpPr>
            <p:spPr>
              <a:xfrm flipH="1">
                <a:off x="6268202" y="4624805"/>
                <a:ext cx="2557800" cy="1273500"/>
              </a:xfrm>
              <a:prstGeom prst="straightConnector1">
                <a:avLst/>
              </a:prstGeom>
              <a:noFill/>
              <a:ln cap="flat" cmpd="sng" w="19050">
                <a:solidFill>
                  <a:schemeClr val="dk1"/>
                </a:solidFill>
                <a:prstDash val="solid"/>
                <a:miter lim="800000"/>
                <a:headEnd len="sm" w="sm" type="none"/>
                <a:tailEnd len="sm" w="sm" type="none"/>
              </a:ln>
            </p:spPr>
          </p:cxnSp>
          <p:sp>
            <p:nvSpPr>
              <p:cNvPr id="417" name="Google Shape;417;p9"/>
              <p:cNvSpPr txBox="1"/>
              <p:nvPr/>
            </p:nvSpPr>
            <p:spPr>
              <a:xfrm>
                <a:off x="2748934" y="4933887"/>
                <a:ext cx="540000"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R1</a:t>
                </a:r>
                <a:endParaRPr/>
              </a:p>
            </p:txBody>
          </p:sp>
          <p:sp>
            <p:nvSpPr>
              <p:cNvPr id="418" name="Google Shape;418;p9"/>
              <p:cNvSpPr txBox="1"/>
              <p:nvPr/>
            </p:nvSpPr>
            <p:spPr>
              <a:xfrm>
                <a:off x="8836992" y="4923024"/>
                <a:ext cx="540000"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R3</a:t>
                </a:r>
                <a:endParaRPr/>
              </a:p>
            </p:txBody>
          </p:sp>
          <p:cxnSp>
            <p:nvCxnSpPr>
              <p:cNvPr id="419" name="Google Shape;419;p9"/>
              <p:cNvCxnSpPr/>
              <p:nvPr/>
            </p:nvCxnSpPr>
            <p:spPr>
              <a:xfrm>
                <a:off x="6457953" y="3369637"/>
                <a:ext cx="2317945" cy="941552"/>
              </a:xfrm>
              <a:prstGeom prst="straightConnector1">
                <a:avLst/>
              </a:prstGeom>
              <a:noFill/>
              <a:ln cap="flat" cmpd="sng" w="25400">
                <a:solidFill>
                  <a:srgbClr val="EC7061"/>
                </a:solidFill>
                <a:prstDash val="solid"/>
                <a:miter lim="800000"/>
                <a:headEnd len="med" w="med" type="triangle"/>
                <a:tailEnd len="med" w="med" type="triangle"/>
              </a:ln>
            </p:spPr>
          </p:cxnSp>
          <p:cxnSp>
            <p:nvCxnSpPr>
              <p:cNvPr id="420" name="Google Shape;420;p9"/>
              <p:cNvCxnSpPr/>
              <p:nvPr/>
            </p:nvCxnSpPr>
            <p:spPr>
              <a:xfrm flipH="1" rot="10800000">
                <a:off x="6561718" y="4967746"/>
                <a:ext cx="2072206" cy="1034392"/>
              </a:xfrm>
              <a:prstGeom prst="straightConnector1">
                <a:avLst/>
              </a:prstGeom>
              <a:noFill/>
              <a:ln cap="flat" cmpd="sng" w="25400">
                <a:solidFill>
                  <a:srgbClr val="EC7061"/>
                </a:solidFill>
                <a:prstDash val="solid"/>
                <a:miter lim="800000"/>
                <a:headEnd len="med" w="med" type="triangle"/>
                <a:tailEnd len="med" w="med" type="triangle"/>
              </a:ln>
            </p:spPr>
          </p:cxnSp>
          <p:cxnSp>
            <p:nvCxnSpPr>
              <p:cNvPr id="421" name="Google Shape;421;p9"/>
              <p:cNvCxnSpPr/>
              <p:nvPr/>
            </p:nvCxnSpPr>
            <p:spPr>
              <a:xfrm>
                <a:off x="3338169" y="4998180"/>
                <a:ext cx="2041061" cy="1046765"/>
              </a:xfrm>
              <a:prstGeom prst="straightConnector1">
                <a:avLst/>
              </a:prstGeom>
              <a:noFill/>
              <a:ln cap="flat" cmpd="sng" w="25400">
                <a:solidFill>
                  <a:srgbClr val="EC7061"/>
                </a:solidFill>
                <a:prstDash val="solid"/>
                <a:miter lim="800000"/>
                <a:headEnd len="med" w="med" type="triangle"/>
                <a:tailEnd len="med" w="med" type="triangle"/>
              </a:ln>
            </p:spPr>
          </p:cxnSp>
          <p:sp>
            <p:nvSpPr>
              <p:cNvPr id="422" name="Google Shape;422;p9"/>
              <p:cNvSpPr txBox="1"/>
              <p:nvPr/>
            </p:nvSpPr>
            <p:spPr>
              <a:xfrm>
                <a:off x="3914259" y="3483966"/>
                <a:ext cx="958366"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rgbClr val="EC7061"/>
                    </a:solidFill>
                    <a:latin typeface="Arial"/>
                    <a:ea typeface="Arial"/>
                    <a:cs typeface="Arial"/>
                    <a:sym typeface="Arial"/>
                  </a:rPr>
                  <a:t>LSA</a:t>
                </a:r>
                <a:endParaRPr/>
              </a:p>
            </p:txBody>
          </p:sp>
          <p:sp>
            <p:nvSpPr>
              <p:cNvPr id="423" name="Google Shape;423;p9"/>
              <p:cNvSpPr txBox="1"/>
              <p:nvPr/>
            </p:nvSpPr>
            <p:spPr>
              <a:xfrm>
                <a:off x="7597821" y="3483966"/>
                <a:ext cx="958366"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rgbClr val="EC7061"/>
                    </a:solidFill>
                    <a:latin typeface="Arial"/>
                    <a:ea typeface="Arial"/>
                    <a:cs typeface="Arial"/>
                    <a:sym typeface="Arial"/>
                  </a:rPr>
                  <a:t>LSA</a:t>
                </a:r>
                <a:endParaRPr/>
              </a:p>
            </p:txBody>
          </p:sp>
          <p:sp>
            <p:nvSpPr>
              <p:cNvPr id="424" name="Google Shape;424;p9"/>
              <p:cNvSpPr txBox="1"/>
              <p:nvPr/>
            </p:nvSpPr>
            <p:spPr>
              <a:xfrm>
                <a:off x="3914259" y="5602700"/>
                <a:ext cx="958366"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rgbClr val="EC7061"/>
                    </a:solidFill>
                    <a:latin typeface="Arial"/>
                    <a:ea typeface="Arial"/>
                    <a:cs typeface="Arial"/>
                    <a:sym typeface="Arial"/>
                  </a:rPr>
                  <a:t>LSA</a:t>
                </a:r>
                <a:endParaRPr/>
              </a:p>
            </p:txBody>
          </p:sp>
          <p:sp>
            <p:nvSpPr>
              <p:cNvPr id="425" name="Google Shape;425;p9"/>
              <p:cNvSpPr txBox="1"/>
              <p:nvPr/>
            </p:nvSpPr>
            <p:spPr>
              <a:xfrm>
                <a:off x="7597821" y="5602700"/>
                <a:ext cx="958366"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rgbClr val="EC7061"/>
                    </a:solidFill>
                    <a:latin typeface="Arial"/>
                    <a:ea typeface="Arial"/>
                    <a:cs typeface="Arial"/>
                    <a:sym typeface="Arial"/>
                  </a:rPr>
                  <a:t>LSA</a:t>
                </a:r>
                <a:endParaRPr/>
              </a:p>
            </p:txBody>
          </p:sp>
          <p:sp>
            <p:nvSpPr>
              <p:cNvPr id="426" name="Google Shape;426;p9"/>
              <p:cNvSpPr txBox="1"/>
              <p:nvPr/>
            </p:nvSpPr>
            <p:spPr>
              <a:xfrm rot="-1339549">
                <a:off x="3968007" y="4054122"/>
                <a:ext cx="1375986"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600">
                    <a:solidFill>
                      <a:schemeClr val="dk1"/>
                    </a:solidFill>
                    <a:latin typeface="Arial"/>
                    <a:ea typeface="Arial"/>
                    <a:cs typeface="Arial"/>
                    <a:sym typeface="Arial"/>
                  </a:rPr>
                  <a:t>100 Mbit/s</a:t>
                </a:r>
                <a:endParaRPr/>
              </a:p>
            </p:txBody>
          </p:sp>
          <p:sp>
            <p:nvSpPr>
              <p:cNvPr id="427" name="Google Shape;427;p9"/>
              <p:cNvSpPr txBox="1"/>
              <p:nvPr/>
            </p:nvSpPr>
            <p:spPr>
              <a:xfrm rot="-1641188">
                <a:off x="6257516" y="5079969"/>
                <a:ext cx="1625813"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600">
                    <a:solidFill>
                      <a:schemeClr val="dk1"/>
                    </a:solidFill>
                    <a:latin typeface="Arial"/>
                    <a:ea typeface="Arial"/>
                    <a:cs typeface="Arial"/>
                    <a:sym typeface="Arial"/>
                  </a:rPr>
                  <a:t>1000 Mbit/s</a:t>
                </a:r>
                <a:endParaRPr/>
              </a:p>
            </p:txBody>
          </p:sp>
          <p:sp>
            <p:nvSpPr>
              <p:cNvPr id="428" name="Google Shape;428;p9"/>
              <p:cNvSpPr txBox="1"/>
              <p:nvPr/>
            </p:nvSpPr>
            <p:spPr>
              <a:xfrm rot="1354857">
                <a:off x="6365821" y="3978067"/>
                <a:ext cx="1633945"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600">
                    <a:solidFill>
                      <a:schemeClr val="dk1"/>
                    </a:solidFill>
                    <a:latin typeface="Arial"/>
                    <a:ea typeface="Arial"/>
                    <a:cs typeface="Arial"/>
                    <a:sym typeface="Arial"/>
                  </a:rPr>
                  <a:t>1.544 Mbit/s</a:t>
                </a:r>
                <a:endParaRPr/>
              </a:p>
            </p:txBody>
          </p:sp>
          <p:sp>
            <p:nvSpPr>
              <p:cNvPr id="429" name="Google Shape;429;p9"/>
              <p:cNvSpPr txBox="1"/>
              <p:nvPr/>
            </p:nvSpPr>
            <p:spPr>
              <a:xfrm rot="1514838">
                <a:off x="4287349" y="5075448"/>
                <a:ext cx="1239763"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600">
                    <a:solidFill>
                      <a:schemeClr val="dk1"/>
                    </a:solidFill>
                    <a:latin typeface="Arial"/>
                    <a:ea typeface="Arial"/>
                    <a:cs typeface="Arial"/>
                    <a:sym typeface="Arial"/>
                  </a:rPr>
                  <a:t>100 Mbit/s</a:t>
                </a:r>
                <a:endParaRPr/>
              </a:p>
            </p:txBody>
          </p:sp>
        </p:gr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10"/>
          <p:cNvSpPr/>
          <p:nvPr/>
        </p:nvSpPr>
        <p:spPr>
          <a:xfrm>
            <a:off x="7862849" y="2486390"/>
            <a:ext cx="3619079" cy="2547083"/>
          </a:xfrm>
          <a:prstGeom prst="wedgeRectCallout">
            <a:avLst>
              <a:gd fmla="val -56994" name="adj1"/>
              <a:gd fmla="val 2841" name="adj2"/>
            </a:avLst>
          </a:prstGeom>
          <a:solidFill>
            <a:srgbClr val="F4FBFE"/>
          </a:solidFill>
          <a:ln cap="flat" cmpd="sng" w="12700">
            <a:solidFill>
              <a:srgbClr val="99DF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435" name="Google Shape;435;p10"/>
          <p:cNvSpPr txBox="1"/>
          <p:nvPr>
            <p:ph idx="1" type="body"/>
          </p:nvPr>
        </p:nvSpPr>
        <p:spPr>
          <a:xfrm>
            <a:off x="451877" y="1242453"/>
            <a:ext cx="11306175" cy="4680000"/>
          </a:xfrm>
          <a:prstGeom prst="rect">
            <a:avLst/>
          </a:prstGeom>
          <a:noFill/>
          <a:ln>
            <a:noFill/>
          </a:ln>
        </p:spPr>
        <p:txBody>
          <a:bodyPr anchorCtr="0" anchor="t" bIns="40050" lIns="80125" spcFirstLastPara="1" rIns="80125" wrap="square" tIns="40050">
            <a:noAutofit/>
          </a:bodyPr>
          <a:lstStyle/>
          <a:p>
            <a:pPr indent="-302279" lvl="0" marL="302279" rtl="0" algn="just">
              <a:lnSpc>
                <a:spcPct val="140000"/>
              </a:lnSpc>
              <a:spcBef>
                <a:spcPts val="0"/>
              </a:spcBef>
              <a:spcAft>
                <a:spcPts val="0"/>
              </a:spcAft>
              <a:buClr>
                <a:schemeClr val="dk1"/>
              </a:buClr>
              <a:buSzPts val="1000"/>
              <a:buChar char="●"/>
            </a:pPr>
            <a:r>
              <a:rPr lang="en-US" sz="2000"/>
              <a:t>Each router generates LSAs and adds the received LSAs to its own link state database (LSDB). Routers learn the whole network topology through the LSDB.</a:t>
            </a:r>
            <a:endParaRPr/>
          </a:p>
          <a:p>
            <a:pPr indent="-238779" lvl="0" marL="302279" rtl="0" algn="just">
              <a:lnSpc>
                <a:spcPct val="140000"/>
              </a:lnSpc>
              <a:spcBef>
                <a:spcPts val="792"/>
              </a:spcBef>
              <a:spcAft>
                <a:spcPts val="0"/>
              </a:spcAft>
              <a:buClr>
                <a:schemeClr val="dk1"/>
              </a:buClr>
              <a:buSzPts val="1000"/>
              <a:buNone/>
            </a:pPr>
            <a:r>
              <a:t/>
            </a:r>
            <a:endParaRPr sz="2000"/>
          </a:p>
        </p:txBody>
      </p:sp>
      <p:sp>
        <p:nvSpPr>
          <p:cNvPr id="436" name="Google Shape;436;p10"/>
          <p:cNvSpPr txBox="1"/>
          <p:nvPr>
            <p:ph type="title"/>
          </p:nvPr>
        </p:nvSpPr>
        <p:spPr>
          <a:xfrm>
            <a:off x="1594800" y="452604"/>
            <a:ext cx="9831600" cy="640800"/>
          </a:xfrm>
          <a:prstGeom prst="rect">
            <a:avLst/>
          </a:prstGeom>
          <a:noFill/>
          <a:ln>
            <a:noFill/>
          </a:ln>
        </p:spPr>
        <p:txBody>
          <a:bodyPr anchorCtr="0" anchor="ctr" bIns="50400" lIns="100800" spcFirstLastPara="1" rIns="100800" wrap="square" tIns="50400">
            <a:noAutofit/>
          </a:bodyPr>
          <a:lstStyle/>
          <a:p>
            <a:pPr indent="0" lvl="0" marL="0" rtl="0" algn="l">
              <a:lnSpc>
                <a:spcPct val="90000"/>
              </a:lnSpc>
              <a:spcBef>
                <a:spcPts val="0"/>
              </a:spcBef>
              <a:spcAft>
                <a:spcPts val="0"/>
              </a:spcAft>
              <a:buClr>
                <a:schemeClr val="dk1"/>
              </a:buClr>
              <a:buSzPts val="3400"/>
              <a:buFont typeface="Arial"/>
              <a:buNone/>
            </a:pPr>
            <a:r>
              <a:rPr lang="en-US"/>
              <a:t>Link-State Routing Protocol - LSDB Creation</a:t>
            </a:r>
            <a:endParaRPr/>
          </a:p>
        </p:txBody>
      </p:sp>
      <p:grpSp>
        <p:nvGrpSpPr>
          <p:cNvPr id="437" name="Google Shape;437;p10"/>
          <p:cNvGrpSpPr/>
          <p:nvPr/>
        </p:nvGrpSpPr>
        <p:grpSpPr>
          <a:xfrm>
            <a:off x="870454" y="2965511"/>
            <a:ext cx="6690688" cy="3105869"/>
            <a:chOff x="2686304" y="3319898"/>
            <a:chExt cx="6690688" cy="3105869"/>
          </a:xfrm>
        </p:grpSpPr>
        <p:grpSp>
          <p:nvGrpSpPr>
            <p:cNvPr id="438" name="Google Shape;438;p10"/>
            <p:cNvGrpSpPr/>
            <p:nvPr/>
          </p:nvGrpSpPr>
          <p:grpSpPr>
            <a:xfrm>
              <a:off x="5728202" y="3319898"/>
              <a:ext cx="595902" cy="3105869"/>
              <a:chOff x="5642527" y="3219690"/>
              <a:chExt cx="595902" cy="3105869"/>
            </a:xfrm>
          </p:grpSpPr>
          <p:pic>
            <p:nvPicPr>
              <p:cNvPr id="439" name="Google Shape;439;p10"/>
              <p:cNvPicPr preferRelativeResize="0"/>
              <p:nvPr/>
            </p:nvPicPr>
            <p:blipFill rotWithShape="1">
              <a:blip r:embed="rId3">
                <a:alphaModFix/>
              </a:blip>
              <a:srcRect b="0" l="0" r="0" t="0"/>
              <a:stretch/>
            </p:blipFill>
            <p:spPr>
              <a:xfrm>
                <a:off x="5642527" y="3219690"/>
                <a:ext cx="540000" cy="442800"/>
              </a:xfrm>
              <a:prstGeom prst="rect">
                <a:avLst/>
              </a:prstGeom>
              <a:noFill/>
              <a:ln>
                <a:noFill/>
              </a:ln>
            </p:spPr>
          </p:pic>
          <p:sp>
            <p:nvSpPr>
              <p:cNvPr id="440" name="Google Shape;440;p10"/>
              <p:cNvSpPr txBox="1"/>
              <p:nvPr/>
            </p:nvSpPr>
            <p:spPr>
              <a:xfrm>
                <a:off x="5698429" y="3680732"/>
                <a:ext cx="540000"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R2</a:t>
                </a:r>
                <a:endParaRPr/>
              </a:p>
            </p:txBody>
          </p:sp>
          <p:pic>
            <p:nvPicPr>
              <p:cNvPr id="441" name="Google Shape;441;p10"/>
              <p:cNvPicPr preferRelativeResize="0"/>
              <p:nvPr/>
            </p:nvPicPr>
            <p:blipFill rotWithShape="1">
              <a:blip r:embed="rId3">
                <a:alphaModFix/>
              </a:blip>
              <a:srcRect b="0" l="0" r="0" t="0"/>
              <a:stretch/>
            </p:blipFill>
            <p:spPr>
              <a:xfrm>
                <a:off x="5642527" y="5576744"/>
                <a:ext cx="540000" cy="442800"/>
              </a:xfrm>
              <a:prstGeom prst="rect">
                <a:avLst/>
              </a:prstGeom>
              <a:noFill/>
              <a:ln>
                <a:noFill/>
              </a:ln>
            </p:spPr>
          </p:pic>
          <p:sp>
            <p:nvSpPr>
              <p:cNvPr id="442" name="Google Shape;442;p10"/>
              <p:cNvSpPr txBox="1"/>
              <p:nvPr/>
            </p:nvSpPr>
            <p:spPr>
              <a:xfrm>
                <a:off x="5695409" y="5987005"/>
                <a:ext cx="540000"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R4</a:t>
                </a:r>
                <a:endParaRPr/>
              </a:p>
            </p:txBody>
          </p:sp>
        </p:grpSp>
        <p:grpSp>
          <p:nvGrpSpPr>
            <p:cNvPr id="443" name="Google Shape;443;p10"/>
            <p:cNvGrpSpPr/>
            <p:nvPr/>
          </p:nvGrpSpPr>
          <p:grpSpPr>
            <a:xfrm>
              <a:off x="2686304" y="3369637"/>
              <a:ext cx="6690688" cy="2675308"/>
              <a:chOff x="2686304" y="3369637"/>
              <a:chExt cx="6690688" cy="2675308"/>
            </a:xfrm>
          </p:grpSpPr>
          <p:cxnSp>
            <p:nvCxnSpPr>
              <p:cNvPr id="444" name="Google Shape;444;p10"/>
              <p:cNvCxnSpPr/>
              <p:nvPr/>
            </p:nvCxnSpPr>
            <p:spPr>
              <a:xfrm flipH="1" rot="10800000">
                <a:off x="3351564" y="3432267"/>
                <a:ext cx="2072206" cy="890340"/>
              </a:xfrm>
              <a:prstGeom prst="straightConnector1">
                <a:avLst/>
              </a:prstGeom>
              <a:noFill/>
              <a:ln cap="flat" cmpd="sng" w="25400">
                <a:solidFill>
                  <a:srgbClr val="EC7061"/>
                </a:solidFill>
                <a:prstDash val="solid"/>
                <a:miter lim="800000"/>
                <a:headEnd len="med" w="med" type="triangle"/>
                <a:tailEnd len="med" w="med" type="triangle"/>
              </a:ln>
            </p:spPr>
          </p:cxnSp>
          <p:pic>
            <p:nvPicPr>
              <p:cNvPr id="445" name="Google Shape;445;p10"/>
              <p:cNvPicPr preferRelativeResize="0"/>
              <p:nvPr/>
            </p:nvPicPr>
            <p:blipFill rotWithShape="1">
              <a:blip r:embed="rId3">
                <a:alphaModFix/>
              </a:blip>
              <a:srcRect b="0" l="0" r="0" t="0"/>
              <a:stretch/>
            </p:blipFill>
            <p:spPr>
              <a:xfrm>
                <a:off x="2686304" y="4403405"/>
                <a:ext cx="540000" cy="442800"/>
              </a:xfrm>
              <a:prstGeom prst="rect">
                <a:avLst/>
              </a:prstGeom>
              <a:noFill/>
              <a:ln>
                <a:noFill/>
              </a:ln>
            </p:spPr>
          </p:pic>
          <p:pic>
            <p:nvPicPr>
              <p:cNvPr id="446" name="Google Shape;446;p10"/>
              <p:cNvPicPr preferRelativeResize="0"/>
              <p:nvPr/>
            </p:nvPicPr>
            <p:blipFill rotWithShape="1">
              <a:blip r:embed="rId3">
                <a:alphaModFix/>
              </a:blip>
              <a:srcRect b="0" l="0" r="0" t="0"/>
              <a:stretch/>
            </p:blipFill>
            <p:spPr>
              <a:xfrm>
                <a:off x="8826002" y="4403405"/>
                <a:ext cx="540000" cy="442800"/>
              </a:xfrm>
              <a:prstGeom prst="rect">
                <a:avLst/>
              </a:prstGeom>
              <a:noFill/>
              <a:ln>
                <a:noFill/>
              </a:ln>
            </p:spPr>
          </p:pic>
          <p:cxnSp>
            <p:nvCxnSpPr>
              <p:cNvPr id="447" name="Google Shape;447;p10"/>
              <p:cNvCxnSpPr>
                <a:stCxn id="439" idx="1"/>
                <a:endCxn id="445" idx="3"/>
              </p:cNvCxnSpPr>
              <p:nvPr/>
            </p:nvCxnSpPr>
            <p:spPr>
              <a:xfrm flipH="1">
                <a:off x="3226202" y="3541298"/>
                <a:ext cx="2502000" cy="1083600"/>
              </a:xfrm>
              <a:prstGeom prst="straightConnector1">
                <a:avLst/>
              </a:prstGeom>
              <a:noFill/>
              <a:ln cap="flat" cmpd="sng" w="19050">
                <a:solidFill>
                  <a:schemeClr val="dk1"/>
                </a:solidFill>
                <a:prstDash val="solid"/>
                <a:miter lim="800000"/>
                <a:headEnd len="sm" w="sm" type="none"/>
                <a:tailEnd len="sm" w="sm" type="none"/>
              </a:ln>
            </p:spPr>
          </p:cxnSp>
          <p:cxnSp>
            <p:nvCxnSpPr>
              <p:cNvPr id="448" name="Google Shape;448;p10"/>
              <p:cNvCxnSpPr>
                <a:stCxn id="446" idx="1"/>
                <a:endCxn id="439" idx="3"/>
              </p:cNvCxnSpPr>
              <p:nvPr/>
            </p:nvCxnSpPr>
            <p:spPr>
              <a:xfrm rot="10800000">
                <a:off x="6268202" y="3541205"/>
                <a:ext cx="2557800" cy="1083600"/>
              </a:xfrm>
              <a:prstGeom prst="straightConnector1">
                <a:avLst/>
              </a:prstGeom>
              <a:noFill/>
              <a:ln cap="flat" cmpd="sng" w="19050">
                <a:solidFill>
                  <a:schemeClr val="dk1"/>
                </a:solidFill>
                <a:prstDash val="solid"/>
                <a:miter lim="800000"/>
                <a:headEnd len="sm" w="sm" type="none"/>
                <a:tailEnd len="sm" w="sm" type="none"/>
              </a:ln>
            </p:spPr>
          </p:cxnSp>
          <p:cxnSp>
            <p:nvCxnSpPr>
              <p:cNvPr id="449" name="Google Shape;449;p10"/>
              <p:cNvCxnSpPr>
                <a:stCxn id="441" idx="1"/>
                <a:endCxn id="445" idx="3"/>
              </p:cNvCxnSpPr>
              <p:nvPr/>
            </p:nvCxnSpPr>
            <p:spPr>
              <a:xfrm rot="10800000">
                <a:off x="3226202" y="4624852"/>
                <a:ext cx="2502000" cy="1273500"/>
              </a:xfrm>
              <a:prstGeom prst="straightConnector1">
                <a:avLst/>
              </a:prstGeom>
              <a:noFill/>
              <a:ln cap="flat" cmpd="sng" w="19050">
                <a:solidFill>
                  <a:schemeClr val="dk1"/>
                </a:solidFill>
                <a:prstDash val="solid"/>
                <a:miter lim="800000"/>
                <a:headEnd len="sm" w="sm" type="none"/>
                <a:tailEnd len="sm" w="sm" type="none"/>
              </a:ln>
            </p:spPr>
          </p:cxnSp>
          <p:cxnSp>
            <p:nvCxnSpPr>
              <p:cNvPr id="450" name="Google Shape;450;p10"/>
              <p:cNvCxnSpPr>
                <a:stCxn id="446" idx="1"/>
                <a:endCxn id="441" idx="3"/>
              </p:cNvCxnSpPr>
              <p:nvPr/>
            </p:nvCxnSpPr>
            <p:spPr>
              <a:xfrm flipH="1">
                <a:off x="6268202" y="4624805"/>
                <a:ext cx="2557800" cy="1273500"/>
              </a:xfrm>
              <a:prstGeom prst="straightConnector1">
                <a:avLst/>
              </a:prstGeom>
              <a:noFill/>
              <a:ln cap="flat" cmpd="sng" w="19050">
                <a:solidFill>
                  <a:schemeClr val="dk1"/>
                </a:solidFill>
                <a:prstDash val="solid"/>
                <a:miter lim="800000"/>
                <a:headEnd len="sm" w="sm" type="none"/>
                <a:tailEnd len="sm" w="sm" type="none"/>
              </a:ln>
            </p:spPr>
          </p:cxnSp>
          <p:sp>
            <p:nvSpPr>
              <p:cNvPr id="451" name="Google Shape;451;p10"/>
              <p:cNvSpPr txBox="1"/>
              <p:nvPr/>
            </p:nvSpPr>
            <p:spPr>
              <a:xfrm>
                <a:off x="2748934" y="4933887"/>
                <a:ext cx="540000"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R1</a:t>
                </a:r>
                <a:endParaRPr/>
              </a:p>
            </p:txBody>
          </p:sp>
          <p:sp>
            <p:nvSpPr>
              <p:cNvPr id="452" name="Google Shape;452;p10"/>
              <p:cNvSpPr txBox="1"/>
              <p:nvPr/>
            </p:nvSpPr>
            <p:spPr>
              <a:xfrm>
                <a:off x="8836992" y="4923024"/>
                <a:ext cx="540000"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R3</a:t>
                </a:r>
                <a:endParaRPr/>
              </a:p>
            </p:txBody>
          </p:sp>
          <p:cxnSp>
            <p:nvCxnSpPr>
              <p:cNvPr id="453" name="Google Shape;453;p10"/>
              <p:cNvCxnSpPr/>
              <p:nvPr/>
            </p:nvCxnSpPr>
            <p:spPr>
              <a:xfrm>
                <a:off x="6457953" y="3369637"/>
                <a:ext cx="2317945" cy="941552"/>
              </a:xfrm>
              <a:prstGeom prst="straightConnector1">
                <a:avLst/>
              </a:prstGeom>
              <a:noFill/>
              <a:ln cap="flat" cmpd="sng" w="25400">
                <a:solidFill>
                  <a:srgbClr val="EC7061"/>
                </a:solidFill>
                <a:prstDash val="solid"/>
                <a:miter lim="800000"/>
                <a:headEnd len="med" w="med" type="triangle"/>
                <a:tailEnd len="med" w="med" type="triangle"/>
              </a:ln>
            </p:spPr>
          </p:cxnSp>
          <p:cxnSp>
            <p:nvCxnSpPr>
              <p:cNvPr id="454" name="Google Shape;454;p10"/>
              <p:cNvCxnSpPr/>
              <p:nvPr/>
            </p:nvCxnSpPr>
            <p:spPr>
              <a:xfrm flipH="1" rot="10800000">
                <a:off x="6561718" y="4967746"/>
                <a:ext cx="2072206" cy="1034392"/>
              </a:xfrm>
              <a:prstGeom prst="straightConnector1">
                <a:avLst/>
              </a:prstGeom>
              <a:noFill/>
              <a:ln cap="flat" cmpd="sng" w="25400">
                <a:solidFill>
                  <a:srgbClr val="EC7061"/>
                </a:solidFill>
                <a:prstDash val="solid"/>
                <a:miter lim="800000"/>
                <a:headEnd len="med" w="med" type="triangle"/>
                <a:tailEnd len="med" w="med" type="triangle"/>
              </a:ln>
            </p:spPr>
          </p:cxnSp>
          <p:cxnSp>
            <p:nvCxnSpPr>
              <p:cNvPr id="455" name="Google Shape;455;p10"/>
              <p:cNvCxnSpPr/>
              <p:nvPr/>
            </p:nvCxnSpPr>
            <p:spPr>
              <a:xfrm>
                <a:off x="3338169" y="4998180"/>
                <a:ext cx="2041061" cy="1046765"/>
              </a:xfrm>
              <a:prstGeom prst="straightConnector1">
                <a:avLst/>
              </a:prstGeom>
              <a:noFill/>
              <a:ln cap="flat" cmpd="sng" w="25400">
                <a:solidFill>
                  <a:srgbClr val="EC7061"/>
                </a:solidFill>
                <a:prstDash val="solid"/>
                <a:miter lim="800000"/>
                <a:headEnd len="med" w="med" type="triangle"/>
                <a:tailEnd len="med" w="med" type="triangle"/>
              </a:ln>
            </p:spPr>
          </p:cxnSp>
          <p:sp>
            <p:nvSpPr>
              <p:cNvPr id="456" name="Google Shape;456;p10"/>
              <p:cNvSpPr txBox="1"/>
              <p:nvPr/>
            </p:nvSpPr>
            <p:spPr>
              <a:xfrm>
                <a:off x="3914259" y="3483966"/>
                <a:ext cx="958366"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rgbClr val="EC7061"/>
                    </a:solidFill>
                    <a:latin typeface="Arial"/>
                    <a:ea typeface="Arial"/>
                    <a:cs typeface="Arial"/>
                    <a:sym typeface="Arial"/>
                  </a:rPr>
                  <a:t>LSA</a:t>
                </a:r>
                <a:endParaRPr/>
              </a:p>
            </p:txBody>
          </p:sp>
          <p:sp>
            <p:nvSpPr>
              <p:cNvPr id="457" name="Google Shape;457;p10"/>
              <p:cNvSpPr txBox="1"/>
              <p:nvPr/>
            </p:nvSpPr>
            <p:spPr>
              <a:xfrm>
                <a:off x="7597821" y="3483966"/>
                <a:ext cx="958366"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rgbClr val="EC7061"/>
                    </a:solidFill>
                    <a:latin typeface="Arial"/>
                    <a:ea typeface="Arial"/>
                    <a:cs typeface="Arial"/>
                    <a:sym typeface="Arial"/>
                  </a:rPr>
                  <a:t>LSA</a:t>
                </a:r>
                <a:endParaRPr/>
              </a:p>
            </p:txBody>
          </p:sp>
          <p:sp>
            <p:nvSpPr>
              <p:cNvPr id="458" name="Google Shape;458;p10"/>
              <p:cNvSpPr txBox="1"/>
              <p:nvPr/>
            </p:nvSpPr>
            <p:spPr>
              <a:xfrm>
                <a:off x="3914259" y="5602700"/>
                <a:ext cx="958366"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rgbClr val="EC7061"/>
                    </a:solidFill>
                    <a:latin typeface="Arial"/>
                    <a:ea typeface="Arial"/>
                    <a:cs typeface="Arial"/>
                    <a:sym typeface="Arial"/>
                  </a:rPr>
                  <a:t>LSA</a:t>
                </a:r>
                <a:endParaRPr/>
              </a:p>
            </p:txBody>
          </p:sp>
          <p:sp>
            <p:nvSpPr>
              <p:cNvPr id="459" name="Google Shape;459;p10"/>
              <p:cNvSpPr txBox="1"/>
              <p:nvPr/>
            </p:nvSpPr>
            <p:spPr>
              <a:xfrm>
                <a:off x="7597821" y="5602700"/>
                <a:ext cx="958366"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rgbClr val="EC7061"/>
                    </a:solidFill>
                    <a:latin typeface="Arial"/>
                    <a:ea typeface="Arial"/>
                    <a:cs typeface="Arial"/>
                    <a:sym typeface="Arial"/>
                  </a:rPr>
                  <a:t>LSA</a:t>
                </a:r>
                <a:endParaRPr/>
              </a:p>
            </p:txBody>
          </p:sp>
          <p:sp>
            <p:nvSpPr>
              <p:cNvPr id="460" name="Google Shape;460;p10"/>
              <p:cNvSpPr txBox="1"/>
              <p:nvPr/>
            </p:nvSpPr>
            <p:spPr>
              <a:xfrm rot="-1339549">
                <a:off x="4147585" y="3962529"/>
                <a:ext cx="1403144" cy="36309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600">
                    <a:solidFill>
                      <a:schemeClr val="dk1"/>
                    </a:solidFill>
                    <a:latin typeface="Arial"/>
                    <a:ea typeface="Arial"/>
                    <a:cs typeface="Arial"/>
                    <a:sym typeface="Arial"/>
                  </a:rPr>
                  <a:t>100 Mbit/s</a:t>
                </a:r>
                <a:endParaRPr b="1" sz="1600">
                  <a:solidFill>
                    <a:schemeClr val="dk1"/>
                  </a:solidFill>
                  <a:latin typeface="Arial"/>
                  <a:ea typeface="Arial"/>
                  <a:cs typeface="Arial"/>
                  <a:sym typeface="Arial"/>
                </a:endParaRPr>
              </a:p>
            </p:txBody>
          </p:sp>
          <p:sp>
            <p:nvSpPr>
              <p:cNvPr id="461" name="Google Shape;461;p10"/>
              <p:cNvSpPr txBox="1"/>
              <p:nvPr/>
            </p:nvSpPr>
            <p:spPr>
              <a:xfrm rot="-1641188">
                <a:off x="6665261" y="4914360"/>
                <a:ext cx="1403144" cy="36309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600">
                    <a:solidFill>
                      <a:schemeClr val="dk1"/>
                    </a:solidFill>
                    <a:latin typeface="Arial"/>
                    <a:ea typeface="Arial"/>
                    <a:cs typeface="Arial"/>
                    <a:sym typeface="Arial"/>
                  </a:rPr>
                  <a:t>1000 Mbit/s</a:t>
                </a:r>
                <a:endParaRPr b="1" sz="1600">
                  <a:solidFill>
                    <a:schemeClr val="dk1"/>
                  </a:solidFill>
                  <a:latin typeface="Arial"/>
                  <a:ea typeface="Arial"/>
                  <a:cs typeface="Arial"/>
                  <a:sym typeface="Arial"/>
                </a:endParaRPr>
              </a:p>
            </p:txBody>
          </p:sp>
          <p:sp>
            <p:nvSpPr>
              <p:cNvPr id="462" name="Google Shape;462;p10"/>
              <p:cNvSpPr txBox="1"/>
              <p:nvPr/>
            </p:nvSpPr>
            <p:spPr>
              <a:xfrm rot="1354857">
                <a:off x="6448324" y="3973978"/>
                <a:ext cx="1543458" cy="36309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600">
                    <a:solidFill>
                      <a:schemeClr val="dk1"/>
                    </a:solidFill>
                    <a:latin typeface="Arial"/>
                    <a:ea typeface="Arial"/>
                    <a:cs typeface="Arial"/>
                    <a:sym typeface="Arial"/>
                  </a:rPr>
                  <a:t>1.544 Mbit/s</a:t>
                </a:r>
                <a:endParaRPr/>
              </a:p>
            </p:txBody>
          </p:sp>
          <p:sp>
            <p:nvSpPr>
              <p:cNvPr id="463" name="Google Shape;463;p10"/>
              <p:cNvSpPr txBox="1"/>
              <p:nvPr/>
            </p:nvSpPr>
            <p:spPr>
              <a:xfrm rot="1514838">
                <a:off x="4078401" y="5003165"/>
                <a:ext cx="1403144" cy="36309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600">
                    <a:solidFill>
                      <a:schemeClr val="dk1"/>
                    </a:solidFill>
                    <a:latin typeface="Arial"/>
                    <a:ea typeface="Arial"/>
                    <a:cs typeface="Arial"/>
                    <a:sym typeface="Arial"/>
                  </a:rPr>
                  <a:t>100 Mbit/s</a:t>
                </a:r>
                <a:endParaRPr b="1" sz="1600">
                  <a:solidFill>
                    <a:schemeClr val="dk1"/>
                  </a:solidFill>
                  <a:latin typeface="Arial"/>
                  <a:ea typeface="Arial"/>
                  <a:cs typeface="Arial"/>
                  <a:sym typeface="Arial"/>
                </a:endParaRPr>
              </a:p>
            </p:txBody>
          </p:sp>
        </p:grpSp>
      </p:grpSp>
      <p:sp>
        <p:nvSpPr>
          <p:cNvPr id="464" name="Google Shape;464;p10"/>
          <p:cNvSpPr txBox="1"/>
          <p:nvPr/>
        </p:nvSpPr>
        <p:spPr>
          <a:xfrm>
            <a:off x="7925821" y="2543111"/>
            <a:ext cx="3556107" cy="2456057"/>
          </a:xfrm>
          <a:prstGeom prst="rect">
            <a:avLst/>
          </a:prstGeom>
          <a:noFill/>
          <a:ln>
            <a:noFill/>
          </a:ln>
        </p:spPr>
        <p:txBody>
          <a:bodyPr anchorCtr="0" anchor="t" bIns="45700" lIns="91425" spcFirstLastPara="1" rIns="91425" wrap="square" tIns="45700">
            <a:noAutofit/>
          </a:bodyPr>
          <a:lstStyle/>
          <a:p>
            <a:pPr indent="-285750" lvl="0" marL="285750" marR="0" rtl="0" algn="l">
              <a:lnSpc>
                <a:spcPct val="120000"/>
              </a:lnSpc>
              <a:spcBef>
                <a:spcPts val="0"/>
              </a:spcBef>
              <a:spcAft>
                <a:spcPts val="0"/>
              </a:spcAft>
              <a:buClr>
                <a:schemeClr val="dk1"/>
              </a:buClr>
              <a:buSzPts val="1600"/>
              <a:buFont typeface="Arial"/>
              <a:buChar char="•"/>
            </a:pPr>
            <a:r>
              <a:rPr lang="en-US" sz="1600">
                <a:solidFill>
                  <a:schemeClr val="dk1"/>
                </a:solidFill>
                <a:latin typeface="Arial"/>
                <a:ea typeface="Arial"/>
                <a:cs typeface="Arial"/>
                <a:sym typeface="Arial"/>
              </a:rPr>
              <a:t>The router stores LSAs in the LSDB.</a:t>
            </a:r>
            <a:endParaRPr/>
          </a:p>
          <a:p>
            <a:pPr indent="-285750" lvl="0" marL="285750" marR="0" rtl="0" algn="l">
              <a:lnSpc>
                <a:spcPct val="120000"/>
              </a:lnSpc>
              <a:spcBef>
                <a:spcPts val="0"/>
              </a:spcBef>
              <a:spcAft>
                <a:spcPts val="0"/>
              </a:spcAft>
              <a:buClr>
                <a:schemeClr val="dk1"/>
              </a:buClr>
              <a:buSzPts val="1600"/>
              <a:buFont typeface="Arial"/>
              <a:buChar char="•"/>
            </a:pPr>
            <a:r>
              <a:rPr lang="en-US" sz="1600">
                <a:solidFill>
                  <a:schemeClr val="dk1"/>
                </a:solidFill>
                <a:latin typeface="Arial"/>
                <a:ea typeface="Arial"/>
                <a:cs typeface="Arial"/>
                <a:sym typeface="Arial"/>
              </a:rPr>
              <a:t>The LSDB contains the description of all router interfaces on the network.</a:t>
            </a:r>
            <a:endParaRPr/>
          </a:p>
          <a:p>
            <a:pPr indent="-285750" lvl="0" marL="285750" marR="0" rtl="0" algn="l">
              <a:lnSpc>
                <a:spcPct val="120000"/>
              </a:lnSpc>
              <a:spcBef>
                <a:spcPts val="0"/>
              </a:spcBef>
              <a:spcAft>
                <a:spcPts val="0"/>
              </a:spcAft>
              <a:buClr>
                <a:schemeClr val="dk1"/>
              </a:buClr>
              <a:buSzPts val="1600"/>
              <a:buFont typeface="Arial"/>
              <a:buChar char="•"/>
            </a:pPr>
            <a:r>
              <a:rPr lang="en-US" sz="1600">
                <a:solidFill>
                  <a:schemeClr val="dk1"/>
                </a:solidFill>
                <a:latin typeface="Arial"/>
                <a:ea typeface="Arial"/>
                <a:cs typeface="Arial"/>
                <a:sym typeface="Arial"/>
              </a:rPr>
              <a:t>The LSDB contains the description of the entire network topology.</a:t>
            </a:r>
            <a:endParaRPr/>
          </a:p>
        </p:txBody>
      </p:sp>
      <p:sp>
        <p:nvSpPr>
          <p:cNvPr id="465" name="Google Shape;465;p10"/>
          <p:cNvSpPr/>
          <p:nvPr/>
        </p:nvSpPr>
        <p:spPr>
          <a:xfrm>
            <a:off x="794956" y="3572709"/>
            <a:ext cx="690996" cy="354768"/>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chemeClr val="lt1"/>
                </a:solidFill>
                <a:latin typeface="Arial"/>
                <a:ea typeface="Arial"/>
                <a:cs typeface="Arial"/>
                <a:sym typeface="Arial"/>
              </a:rPr>
              <a:t>LSDB</a:t>
            </a:r>
            <a:endParaRPr/>
          </a:p>
        </p:txBody>
      </p:sp>
      <p:sp>
        <p:nvSpPr>
          <p:cNvPr id="466" name="Google Shape;466;p10"/>
          <p:cNvSpPr/>
          <p:nvPr/>
        </p:nvSpPr>
        <p:spPr>
          <a:xfrm>
            <a:off x="3778629" y="6019814"/>
            <a:ext cx="825895" cy="354768"/>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chemeClr val="lt1"/>
                </a:solidFill>
                <a:latin typeface="Arial"/>
                <a:ea typeface="Arial"/>
                <a:cs typeface="Arial"/>
                <a:sym typeface="Arial"/>
              </a:rPr>
              <a:t>LSDB</a:t>
            </a:r>
            <a:endParaRPr/>
          </a:p>
        </p:txBody>
      </p:sp>
      <p:sp>
        <p:nvSpPr>
          <p:cNvPr id="467" name="Google Shape;467;p10"/>
          <p:cNvSpPr/>
          <p:nvPr/>
        </p:nvSpPr>
        <p:spPr>
          <a:xfrm>
            <a:off x="3778629" y="2536494"/>
            <a:ext cx="825895" cy="354768"/>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chemeClr val="lt1"/>
                </a:solidFill>
                <a:latin typeface="Arial"/>
                <a:ea typeface="Arial"/>
                <a:cs typeface="Arial"/>
                <a:sym typeface="Arial"/>
              </a:rPr>
              <a:t>LSDB</a:t>
            </a:r>
            <a:endParaRPr/>
          </a:p>
        </p:txBody>
      </p:sp>
      <p:sp>
        <p:nvSpPr>
          <p:cNvPr id="468" name="Google Shape;468;p10"/>
          <p:cNvSpPr/>
          <p:nvPr/>
        </p:nvSpPr>
        <p:spPr>
          <a:xfrm>
            <a:off x="6960048" y="3468133"/>
            <a:ext cx="690996" cy="459344"/>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chemeClr val="lt1"/>
                </a:solidFill>
                <a:latin typeface="Arial"/>
                <a:ea typeface="Arial"/>
                <a:cs typeface="Arial"/>
                <a:sym typeface="Arial"/>
              </a:rPr>
              <a:t>LSDB</a:t>
            </a:r>
            <a:endParaRPr sz="1600">
              <a:solidFill>
                <a:schemeClr val="lt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11"/>
          <p:cNvSpPr/>
          <p:nvPr/>
        </p:nvSpPr>
        <p:spPr>
          <a:xfrm>
            <a:off x="7061200" y="4089400"/>
            <a:ext cx="2451100" cy="1752600"/>
          </a:xfrm>
          <a:custGeom>
            <a:rect b="b" l="l" r="r" t="t"/>
            <a:pathLst>
              <a:path extrusionOk="0" h="1752600" w="2451100">
                <a:moveTo>
                  <a:pt x="2451100" y="63500"/>
                </a:moveTo>
                <a:lnTo>
                  <a:pt x="482600" y="0"/>
                </a:lnTo>
                <a:lnTo>
                  <a:pt x="0" y="342900"/>
                </a:lnTo>
                <a:lnTo>
                  <a:pt x="1422400" y="1752600"/>
                </a:lnTo>
              </a:path>
            </a:pathLst>
          </a:custGeom>
          <a:gradFill>
            <a:gsLst>
              <a:gs pos="0">
                <a:srgbClr val="F6F9FC"/>
              </a:gs>
              <a:gs pos="35000">
                <a:srgbClr val="F6F9FC"/>
              </a:gs>
              <a:gs pos="72000">
                <a:srgbClr val="B3D1EC"/>
              </a:gs>
              <a:gs pos="83000">
                <a:srgbClr val="B3D1EC"/>
              </a:gs>
              <a:gs pos="100000">
                <a:srgbClr val="CCE0F2"/>
              </a:gs>
            </a:gsLst>
            <a:lin ang="27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74" name="Google Shape;474;p11"/>
          <p:cNvSpPr/>
          <p:nvPr/>
        </p:nvSpPr>
        <p:spPr>
          <a:xfrm>
            <a:off x="8126236" y="4171289"/>
            <a:ext cx="2820271" cy="1986675"/>
          </a:xfrm>
          <a:prstGeom prst="ellipse">
            <a:avLst/>
          </a:prstGeom>
          <a:solidFill>
            <a:schemeClr val="lt1"/>
          </a:solidFill>
          <a:ln cap="flat" cmpd="sng" w="12700">
            <a:solidFill>
              <a:srgbClr val="7F6000"/>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475" name="Google Shape;475;p11"/>
          <p:cNvCxnSpPr>
            <a:stCxn id="476" idx="3"/>
            <a:endCxn id="477" idx="7"/>
          </p:cNvCxnSpPr>
          <p:nvPr/>
        </p:nvCxnSpPr>
        <p:spPr>
          <a:xfrm flipH="1" rot="10800000">
            <a:off x="8391111" y="4431813"/>
            <a:ext cx="1234500" cy="825900"/>
          </a:xfrm>
          <a:prstGeom prst="straightConnector1">
            <a:avLst/>
          </a:prstGeom>
          <a:noFill/>
          <a:ln cap="flat" cmpd="sng" w="19050">
            <a:solidFill>
              <a:schemeClr val="accent1"/>
            </a:solidFill>
            <a:prstDash val="solid"/>
            <a:miter lim="800000"/>
            <a:headEnd len="sm" w="sm" type="none"/>
            <a:tailEnd len="sm" w="sm" type="none"/>
          </a:ln>
        </p:spPr>
      </p:cxnSp>
      <p:cxnSp>
        <p:nvCxnSpPr>
          <p:cNvPr id="478" name="Google Shape;478;p11"/>
          <p:cNvCxnSpPr>
            <a:stCxn id="476" idx="1"/>
            <a:endCxn id="479" idx="5"/>
          </p:cNvCxnSpPr>
          <p:nvPr/>
        </p:nvCxnSpPr>
        <p:spPr>
          <a:xfrm>
            <a:off x="8391111" y="5079522"/>
            <a:ext cx="1234500" cy="884400"/>
          </a:xfrm>
          <a:prstGeom prst="straightConnector1">
            <a:avLst/>
          </a:prstGeom>
          <a:noFill/>
          <a:ln cap="flat" cmpd="sng" w="19050">
            <a:solidFill>
              <a:schemeClr val="accent1"/>
            </a:solidFill>
            <a:prstDash val="solid"/>
            <a:miter lim="800000"/>
            <a:headEnd len="sm" w="sm" type="none"/>
            <a:tailEnd len="sm" w="sm" type="none"/>
          </a:ln>
        </p:spPr>
      </p:cxnSp>
      <p:cxnSp>
        <p:nvCxnSpPr>
          <p:cNvPr id="480" name="Google Shape;480;p11"/>
          <p:cNvCxnSpPr>
            <a:stCxn id="481" idx="3"/>
            <a:endCxn id="479" idx="3"/>
          </p:cNvCxnSpPr>
          <p:nvPr/>
        </p:nvCxnSpPr>
        <p:spPr>
          <a:xfrm flipH="1">
            <a:off x="9447143" y="5257713"/>
            <a:ext cx="1056300" cy="706200"/>
          </a:xfrm>
          <a:prstGeom prst="straightConnector1">
            <a:avLst/>
          </a:prstGeom>
          <a:noFill/>
          <a:ln cap="flat" cmpd="sng" w="19050">
            <a:solidFill>
              <a:schemeClr val="accent1"/>
            </a:solidFill>
            <a:prstDash val="solid"/>
            <a:miter lim="800000"/>
            <a:headEnd len="sm" w="sm" type="none"/>
            <a:tailEnd len="sm" w="sm" type="none"/>
          </a:ln>
        </p:spPr>
      </p:cxnSp>
      <p:sp>
        <p:nvSpPr>
          <p:cNvPr id="482" name="Google Shape;482;p11"/>
          <p:cNvSpPr/>
          <p:nvPr/>
        </p:nvSpPr>
        <p:spPr>
          <a:xfrm>
            <a:off x="7862849" y="2738842"/>
            <a:ext cx="3619079" cy="999773"/>
          </a:xfrm>
          <a:prstGeom prst="wedgeRectCallout">
            <a:avLst>
              <a:gd fmla="val -56602" name="adj1"/>
              <a:gd fmla="val 32964" name="adj2"/>
            </a:avLst>
          </a:prstGeom>
          <a:solidFill>
            <a:srgbClr val="F4FBFE"/>
          </a:solidFill>
          <a:ln cap="flat" cmpd="sng" w="12700">
            <a:solidFill>
              <a:srgbClr val="99DF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483" name="Google Shape;483;p11"/>
          <p:cNvSpPr txBox="1"/>
          <p:nvPr>
            <p:ph idx="1" type="body"/>
          </p:nvPr>
        </p:nvSpPr>
        <p:spPr>
          <a:xfrm>
            <a:off x="451877" y="1242453"/>
            <a:ext cx="11306175" cy="4680000"/>
          </a:xfrm>
          <a:prstGeom prst="rect">
            <a:avLst/>
          </a:prstGeom>
          <a:noFill/>
          <a:ln>
            <a:noFill/>
          </a:ln>
        </p:spPr>
        <p:txBody>
          <a:bodyPr anchorCtr="0" anchor="t" bIns="40050" lIns="80125" spcFirstLastPara="1" rIns="80125" wrap="square" tIns="40050">
            <a:noAutofit/>
          </a:bodyPr>
          <a:lstStyle/>
          <a:p>
            <a:pPr indent="-302279" lvl="0" marL="302279" rtl="0" algn="just">
              <a:lnSpc>
                <a:spcPct val="140000"/>
              </a:lnSpc>
              <a:spcBef>
                <a:spcPts val="0"/>
              </a:spcBef>
              <a:spcAft>
                <a:spcPts val="0"/>
              </a:spcAft>
              <a:buClr>
                <a:schemeClr val="dk1"/>
              </a:buClr>
              <a:buSzPts val="900"/>
              <a:buChar char="●"/>
            </a:pPr>
            <a:r>
              <a:rPr lang="en-US" sz="1800"/>
              <a:t>Each router uses the Shortest Path First (SPF) algorithm and LSDB information to calculate routes. Each router calculates a loop-free tree with itself as the root and the shortest path. With this tree, a router determines the optimal path to each corner of a network.</a:t>
            </a:r>
            <a:endParaRPr/>
          </a:p>
          <a:p>
            <a:pPr indent="-245129" lvl="0" marL="302279" rtl="0" algn="just">
              <a:lnSpc>
                <a:spcPct val="140000"/>
              </a:lnSpc>
              <a:spcBef>
                <a:spcPts val="792"/>
              </a:spcBef>
              <a:spcAft>
                <a:spcPts val="0"/>
              </a:spcAft>
              <a:buClr>
                <a:schemeClr val="dk1"/>
              </a:buClr>
              <a:buSzPts val="900"/>
              <a:buNone/>
            </a:pPr>
            <a:r>
              <a:t/>
            </a:r>
            <a:endParaRPr sz="1800"/>
          </a:p>
        </p:txBody>
      </p:sp>
      <p:sp>
        <p:nvSpPr>
          <p:cNvPr id="484" name="Google Shape;484;p11"/>
          <p:cNvSpPr txBox="1"/>
          <p:nvPr>
            <p:ph type="title"/>
          </p:nvPr>
        </p:nvSpPr>
        <p:spPr>
          <a:xfrm>
            <a:off x="1594800" y="452604"/>
            <a:ext cx="10154288" cy="640800"/>
          </a:xfrm>
          <a:prstGeom prst="rect">
            <a:avLst/>
          </a:prstGeom>
          <a:noFill/>
          <a:ln>
            <a:noFill/>
          </a:ln>
        </p:spPr>
        <p:txBody>
          <a:bodyPr anchorCtr="0" anchor="ctr" bIns="50400" lIns="100800" spcFirstLastPara="1" rIns="100800" wrap="square" tIns="50400">
            <a:noAutofit/>
          </a:bodyPr>
          <a:lstStyle/>
          <a:p>
            <a:pPr indent="0" lvl="0" marL="0" rtl="0" algn="l">
              <a:lnSpc>
                <a:spcPct val="90000"/>
              </a:lnSpc>
              <a:spcBef>
                <a:spcPts val="0"/>
              </a:spcBef>
              <a:spcAft>
                <a:spcPts val="0"/>
              </a:spcAft>
              <a:buClr>
                <a:schemeClr val="dk1"/>
              </a:buClr>
              <a:buSzPts val="3400"/>
              <a:buFont typeface="Arial"/>
              <a:buNone/>
            </a:pPr>
            <a:r>
              <a:rPr lang="en-US"/>
              <a:t>Link-State Routing Protocol - SPF Calculation</a:t>
            </a:r>
            <a:endParaRPr/>
          </a:p>
        </p:txBody>
      </p:sp>
      <p:grpSp>
        <p:nvGrpSpPr>
          <p:cNvPr id="485" name="Google Shape;485;p11"/>
          <p:cNvGrpSpPr/>
          <p:nvPr/>
        </p:nvGrpSpPr>
        <p:grpSpPr>
          <a:xfrm>
            <a:off x="3912352" y="2965511"/>
            <a:ext cx="595902" cy="3105869"/>
            <a:chOff x="5642527" y="3219690"/>
            <a:chExt cx="595902" cy="3105869"/>
          </a:xfrm>
        </p:grpSpPr>
        <p:pic>
          <p:nvPicPr>
            <p:cNvPr id="486" name="Google Shape;486;p11"/>
            <p:cNvPicPr preferRelativeResize="0"/>
            <p:nvPr/>
          </p:nvPicPr>
          <p:blipFill rotWithShape="1">
            <a:blip r:embed="rId3">
              <a:alphaModFix/>
            </a:blip>
            <a:srcRect b="0" l="0" r="0" t="0"/>
            <a:stretch/>
          </p:blipFill>
          <p:spPr>
            <a:xfrm>
              <a:off x="5642527" y="3219690"/>
              <a:ext cx="540000" cy="442800"/>
            </a:xfrm>
            <a:prstGeom prst="rect">
              <a:avLst/>
            </a:prstGeom>
            <a:noFill/>
            <a:ln>
              <a:noFill/>
            </a:ln>
          </p:spPr>
        </p:pic>
        <p:sp>
          <p:nvSpPr>
            <p:cNvPr id="487" name="Google Shape;487;p11"/>
            <p:cNvSpPr txBox="1"/>
            <p:nvPr/>
          </p:nvSpPr>
          <p:spPr>
            <a:xfrm>
              <a:off x="5698429" y="3680732"/>
              <a:ext cx="540000"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R2</a:t>
              </a:r>
              <a:endParaRPr/>
            </a:p>
          </p:txBody>
        </p:sp>
        <p:pic>
          <p:nvPicPr>
            <p:cNvPr id="488" name="Google Shape;488;p11"/>
            <p:cNvPicPr preferRelativeResize="0"/>
            <p:nvPr/>
          </p:nvPicPr>
          <p:blipFill rotWithShape="1">
            <a:blip r:embed="rId3">
              <a:alphaModFix/>
            </a:blip>
            <a:srcRect b="0" l="0" r="0" t="0"/>
            <a:stretch/>
          </p:blipFill>
          <p:spPr>
            <a:xfrm>
              <a:off x="5642527" y="5576744"/>
              <a:ext cx="540000" cy="442800"/>
            </a:xfrm>
            <a:prstGeom prst="rect">
              <a:avLst/>
            </a:prstGeom>
            <a:noFill/>
            <a:ln>
              <a:noFill/>
            </a:ln>
          </p:spPr>
        </p:pic>
        <p:sp>
          <p:nvSpPr>
            <p:cNvPr id="489" name="Google Shape;489;p11"/>
            <p:cNvSpPr txBox="1"/>
            <p:nvPr/>
          </p:nvSpPr>
          <p:spPr>
            <a:xfrm>
              <a:off x="5695409" y="5987005"/>
              <a:ext cx="540000"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R4</a:t>
              </a:r>
              <a:endParaRPr/>
            </a:p>
          </p:txBody>
        </p:sp>
      </p:grpSp>
      <p:pic>
        <p:nvPicPr>
          <p:cNvPr id="490" name="Google Shape;490;p11"/>
          <p:cNvPicPr preferRelativeResize="0"/>
          <p:nvPr/>
        </p:nvPicPr>
        <p:blipFill rotWithShape="1">
          <a:blip r:embed="rId3">
            <a:alphaModFix/>
          </a:blip>
          <a:srcRect b="0" l="0" r="0" t="0"/>
          <a:stretch/>
        </p:blipFill>
        <p:spPr>
          <a:xfrm>
            <a:off x="870454" y="4049018"/>
            <a:ext cx="540000" cy="442800"/>
          </a:xfrm>
          <a:prstGeom prst="rect">
            <a:avLst/>
          </a:prstGeom>
          <a:noFill/>
          <a:ln>
            <a:noFill/>
          </a:ln>
        </p:spPr>
      </p:pic>
      <p:pic>
        <p:nvPicPr>
          <p:cNvPr id="491" name="Google Shape;491;p11"/>
          <p:cNvPicPr preferRelativeResize="0"/>
          <p:nvPr/>
        </p:nvPicPr>
        <p:blipFill rotWithShape="1">
          <a:blip r:embed="rId3">
            <a:alphaModFix/>
          </a:blip>
          <a:srcRect b="0" l="0" r="0" t="0"/>
          <a:stretch/>
        </p:blipFill>
        <p:spPr>
          <a:xfrm>
            <a:off x="7010152" y="4049018"/>
            <a:ext cx="540000" cy="442800"/>
          </a:xfrm>
          <a:prstGeom prst="rect">
            <a:avLst/>
          </a:prstGeom>
          <a:noFill/>
          <a:ln>
            <a:noFill/>
          </a:ln>
        </p:spPr>
      </p:pic>
      <p:cxnSp>
        <p:nvCxnSpPr>
          <p:cNvPr id="492" name="Google Shape;492;p11"/>
          <p:cNvCxnSpPr>
            <a:stCxn id="486" idx="1"/>
            <a:endCxn id="490" idx="3"/>
          </p:cNvCxnSpPr>
          <p:nvPr/>
        </p:nvCxnSpPr>
        <p:spPr>
          <a:xfrm flipH="1">
            <a:off x="1410352" y="3186911"/>
            <a:ext cx="2502000" cy="1083600"/>
          </a:xfrm>
          <a:prstGeom prst="straightConnector1">
            <a:avLst/>
          </a:prstGeom>
          <a:noFill/>
          <a:ln cap="flat" cmpd="sng" w="19050">
            <a:solidFill>
              <a:schemeClr val="dk1"/>
            </a:solidFill>
            <a:prstDash val="solid"/>
            <a:miter lim="800000"/>
            <a:headEnd len="sm" w="sm" type="none"/>
            <a:tailEnd len="sm" w="sm" type="none"/>
          </a:ln>
        </p:spPr>
      </p:cxnSp>
      <p:cxnSp>
        <p:nvCxnSpPr>
          <p:cNvPr id="493" name="Google Shape;493;p11"/>
          <p:cNvCxnSpPr>
            <a:stCxn id="491" idx="1"/>
            <a:endCxn id="486" idx="3"/>
          </p:cNvCxnSpPr>
          <p:nvPr/>
        </p:nvCxnSpPr>
        <p:spPr>
          <a:xfrm rot="10800000">
            <a:off x="4452352" y="3186818"/>
            <a:ext cx="2557800" cy="1083600"/>
          </a:xfrm>
          <a:prstGeom prst="straightConnector1">
            <a:avLst/>
          </a:prstGeom>
          <a:noFill/>
          <a:ln cap="flat" cmpd="sng" w="19050">
            <a:solidFill>
              <a:schemeClr val="dk1"/>
            </a:solidFill>
            <a:prstDash val="solid"/>
            <a:miter lim="800000"/>
            <a:headEnd len="sm" w="sm" type="none"/>
            <a:tailEnd len="sm" w="sm" type="none"/>
          </a:ln>
        </p:spPr>
      </p:cxnSp>
      <p:cxnSp>
        <p:nvCxnSpPr>
          <p:cNvPr id="494" name="Google Shape;494;p11"/>
          <p:cNvCxnSpPr>
            <a:stCxn id="488" idx="1"/>
            <a:endCxn id="490" idx="3"/>
          </p:cNvCxnSpPr>
          <p:nvPr/>
        </p:nvCxnSpPr>
        <p:spPr>
          <a:xfrm rot="10800000">
            <a:off x="1410352" y="4270465"/>
            <a:ext cx="2502000" cy="1273500"/>
          </a:xfrm>
          <a:prstGeom prst="straightConnector1">
            <a:avLst/>
          </a:prstGeom>
          <a:noFill/>
          <a:ln cap="flat" cmpd="sng" w="19050">
            <a:solidFill>
              <a:schemeClr val="dk1"/>
            </a:solidFill>
            <a:prstDash val="solid"/>
            <a:miter lim="800000"/>
            <a:headEnd len="sm" w="sm" type="none"/>
            <a:tailEnd len="sm" w="sm" type="none"/>
          </a:ln>
        </p:spPr>
      </p:cxnSp>
      <p:cxnSp>
        <p:nvCxnSpPr>
          <p:cNvPr id="495" name="Google Shape;495;p11"/>
          <p:cNvCxnSpPr>
            <a:stCxn id="491" idx="1"/>
            <a:endCxn id="488" idx="3"/>
          </p:cNvCxnSpPr>
          <p:nvPr/>
        </p:nvCxnSpPr>
        <p:spPr>
          <a:xfrm flipH="1">
            <a:off x="4452352" y="4270418"/>
            <a:ext cx="2557800" cy="1273500"/>
          </a:xfrm>
          <a:prstGeom prst="straightConnector1">
            <a:avLst/>
          </a:prstGeom>
          <a:noFill/>
          <a:ln cap="flat" cmpd="sng" w="19050">
            <a:solidFill>
              <a:schemeClr val="dk1"/>
            </a:solidFill>
            <a:prstDash val="solid"/>
            <a:miter lim="800000"/>
            <a:headEnd len="sm" w="sm" type="none"/>
            <a:tailEnd len="sm" w="sm" type="none"/>
          </a:ln>
        </p:spPr>
      </p:cxnSp>
      <p:sp>
        <p:nvSpPr>
          <p:cNvPr id="496" name="Google Shape;496;p11"/>
          <p:cNvSpPr txBox="1"/>
          <p:nvPr/>
        </p:nvSpPr>
        <p:spPr>
          <a:xfrm>
            <a:off x="933084" y="4579500"/>
            <a:ext cx="540000"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R1</a:t>
            </a:r>
            <a:endParaRPr/>
          </a:p>
        </p:txBody>
      </p:sp>
      <p:sp>
        <p:nvSpPr>
          <p:cNvPr id="497" name="Google Shape;497;p11"/>
          <p:cNvSpPr txBox="1"/>
          <p:nvPr/>
        </p:nvSpPr>
        <p:spPr>
          <a:xfrm>
            <a:off x="7021142" y="4568637"/>
            <a:ext cx="540000"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R3</a:t>
            </a:r>
            <a:endParaRPr/>
          </a:p>
        </p:txBody>
      </p:sp>
      <p:sp>
        <p:nvSpPr>
          <p:cNvPr id="498" name="Google Shape;498;p11"/>
          <p:cNvSpPr txBox="1"/>
          <p:nvPr/>
        </p:nvSpPr>
        <p:spPr>
          <a:xfrm rot="-1339549">
            <a:off x="2184405" y="3608142"/>
            <a:ext cx="1697804" cy="36309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600">
                <a:solidFill>
                  <a:schemeClr val="dk1"/>
                </a:solidFill>
                <a:latin typeface="Arial"/>
                <a:ea typeface="Arial"/>
                <a:cs typeface="Arial"/>
                <a:sym typeface="Arial"/>
              </a:rPr>
              <a:t>100 Mbit/s</a:t>
            </a:r>
            <a:endParaRPr/>
          </a:p>
        </p:txBody>
      </p:sp>
      <p:sp>
        <p:nvSpPr>
          <p:cNvPr id="499" name="Google Shape;499;p11"/>
          <p:cNvSpPr txBox="1"/>
          <p:nvPr/>
        </p:nvSpPr>
        <p:spPr>
          <a:xfrm rot="-1641188">
            <a:off x="4702081" y="4559973"/>
            <a:ext cx="1697804" cy="36309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600">
                <a:solidFill>
                  <a:schemeClr val="dk1"/>
                </a:solidFill>
                <a:latin typeface="Arial"/>
                <a:ea typeface="Arial"/>
                <a:cs typeface="Arial"/>
                <a:sym typeface="Arial"/>
              </a:rPr>
              <a:t>1000 Mbit/s</a:t>
            </a:r>
            <a:endParaRPr/>
          </a:p>
        </p:txBody>
      </p:sp>
      <p:sp>
        <p:nvSpPr>
          <p:cNvPr id="500" name="Google Shape;500;p11"/>
          <p:cNvSpPr txBox="1"/>
          <p:nvPr/>
        </p:nvSpPr>
        <p:spPr>
          <a:xfrm rot="1354857">
            <a:off x="4537717" y="3619591"/>
            <a:ext cx="1697804" cy="36309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600">
                <a:solidFill>
                  <a:schemeClr val="dk1"/>
                </a:solidFill>
                <a:latin typeface="Arial"/>
                <a:ea typeface="Arial"/>
                <a:cs typeface="Arial"/>
                <a:sym typeface="Arial"/>
              </a:rPr>
              <a:t>1.544 Mbit/s</a:t>
            </a:r>
            <a:endParaRPr/>
          </a:p>
        </p:txBody>
      </p:sp>
      <p:sp>
        <p:nvSpPr>
          <p:cNvPr id="501" name="Google Shape;501;p11"/>
          <p:cNvSpPr txBox="1"/>
          <p:nvPr/>
        </p:nvSpPr>
        <p:spPr>
          <a:xfrm rot="1514838">
            <a:off x="2115221" y="4648778"/>
            <a:ext cx="1697804" cy="36309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600">
                <a:solidFill>
                  <a:schemeClr val="dk1"/>
                </a:solidFill>
                <a:latin typeface="Arial"/>
                <a:ea typeface="Arial"/>
                <a:cs typeface="Arial"/>
                <a:sym typeface="Arial"/>
              </a:rPr>
              <a:t>100 Mbit/s</a:t>
            </a:r>
            <a:endParaRPr/>
          </a:p>
        </p:txBody>
      </p:sp>
      <p:sp>
        <p:nvSpPr>
          <p:cNvPr id="502" name="Google Shape;502;p11"/>
          <p:cNvSpPr txBox="1"/>
          <p:nvPr/>
        </p:nvSpPr>
        <p:spPr>
          <a:xfrm>
            <a:off x="7917029" y="2734017"/>
            <a:ext cx="3556107" cy="978729"/>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None/>
            </a:pPr>
            <a:r>
              <a:rPr lang="en-US" sz="1600">
                <a:solidFill>
                  <a:schemeClr val="dk1"/>
                </a:solidFill>
                <a:latin typeface="Arial"/>
                <a:ea typeface="Arial"/>
                <a:cs typeface="Arial"/>
                <a:sym typeface="Arial"/>
              </a:rPr>
              <a:t>Each router calculates a loop-free tree with itself as the root over the shortest path.</a:t>
            </a:r>
            <a:endParaRPr/>
          </a:p>
        </p:txBody>
      </p:sp>
      <p:sp>
        <p:nvSpPr>
          <p:cNvPr id="503" name="Google Shape;503;p11"/>
          <p:cNvSpPr/>
          <p:nvPr/>
        </p:nvSpPr>
        <p:spPr>
          <a:xfrm>
            <a:off x="794956" y="3572709"/>
            <a:ext cx="690996" cy="354768"/>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chemeClr val="lt1"/>
                </a:solidFill>
                <a:latin typeface="Arial"/>
                <a:ea typeface="Arial"/>
                <a:cs typeface="Arial"/>
                <a:sym typeface="Arial"/>
              </a:rPr>
              <a:t>LSDB</a:t>
            </a:r>
            <a:endParaRPr/>
          </a:p>
        </p:txBody>
      </p:sp>
      <p:sp>
        <p:nvSpPr>
          <p:cNvPr id="504" name="Google Shape;504;p11"/>
          <p:cNvSpPr/>
          <p:nvPr/>
        </p:nvSpPr>
        <p:spPr>
          <a:xfrm>
            <a:off x="3778629" y="6019814"/>
            <a:ext cx="825895" cy="354768"/>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chemeClr val="lt1"/>
                </a:solidFill>
                <a:latin typeface="Arial"/>
                <a:ea typeface="Arial"/>
                <a:cs typeface="Arial"/>
                <a:sym typeface="Arial"/>
              </a:rPr>
              <a:t>LSDB</a:t>
            </a:r>
            <a:endParaRPr/>
          </a:p>
        </p:txBody>
      </p:sp>
      <p:sp>
        <p:nvSpPr>
          <p:cNvPr id="505" name="Google Shape;505;p11"/>
          <p:cNvSpPr/>
          <p:nvPr/>
        </p:nvSpPr>
        <p:spPr>
          <a:xfrm>
            <a:off x="3778629" y="2536494"/>
            <a:ext cx="825895" cy="354768"/>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chemeClr val="lt1"/>
                </a:solidFill>
                <a:latin typeface="Arial"/>
                <a:ea typeface="Arial"/>
                <a:cs typeface="Arial"/>
                <a:sym typeface="Arial"/>
              </a:rPr>
              <a:t>LSDB</a:t>
            </a:r>
            <a:endParaRPr/>
          </a:p>
        </p:txBody>
      </p:sp>
      <p:sp>
        <p:nvSpPr>
          <p:cNvPr id="506" name="Google Shape;506;p11"/>
          <p:cNvSpPr/>
          <p:nvPr/>
        </p:nvSpPr>
        <p:spPr>
          <a:xfrm>
            <a:off x="6960048" y="3572709"/>
            <a:ext cx="690996" cy="354768"/>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chemeClr val="lt1"/>
                </a:solidFill>
                <a:latin typeface="Arial"/>
                <a:ea typeface="Arial"/>
                <a:cs typeface="Arial"/>
                <a:sym typeface="Arial"/>
              </a:rPr>
              <a:t>LSDB</a:t>
            </a:r>
            <a:endParaRPr/>
          </a:p>
        </p:txBody>
      </p:sp>
      <p:sp>
        <p:nvSpPr>
          <p:cNvPr id="507" name="Google Shape;507;p11"/>
          <p:cNvSpPr/>
          <p:nvPr/>
        </p:nvSpPr>
        <p:spPr>
          <a:xfrm>
            <a:off x="4536985" y="2678076"/>
            <a:ext cx="354768" cy="354768"/>
          </a:xfrm>
          <a:prstGeom prst="arc">
            <a:avLst>
              <a:gd fmla="val 14538238" name="adj1"/>
              <a:gd fmla="val 12397908" name="adj2"/>
            </a:avLst>
          </a:prstGeom>
          <a:noFill/>
          <a:ln cap="flat" cmpd="sng" w="38100">
            <a:solidFill>
              <a:srgbClr val="EC7061"/>
            </a:solidFill>
            <a:prstDash val="solid"/>
            <a:miter lim="800000"/>
            <a:headEnd len="med" w="med" type="triangl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508" name="Google Shape;508;p11"/>
          <p:cNvSpPr/>
          <p:nvPr/>
        </p:nvSpPr>
        <p:spPr>
          <a:xfrm>
            <a:off x="4536985" y="5798414"/>
            <a:ext cx="354768" cy="354768"/>
          </a:xfrm>
          <a:prstGeom prst="arc">
            <a:avLst>
              <a:gd fmla="val 14538238" name="adj1"/>
              <a:gd fmla="val 12397908" name="adj2"/>
            </a:avLst>
          </a:prstGeom>
          <a:noFill/>
          <a:ln cap="flat" cmpd="sng" w="38100">
            <a:solidFill>
              <a:srgbClr val="EC7061"/>
            </a:solidFill>
            <a:prstDash val="solid"/>
            <a:miter lim="800000"/>
            <a:headEnd len="med" w="med" type="triangl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509" name="Google Shape;509;p11"/>
          <p:cNvSpPr/>
          <p:nvPr/>
        </p:nvSpPr>
        <p:spPr>
          <a:xfrm>
            <a:off x="6706064" y="3383848"/>
            <a:ext cx="354768" cy="354768"/>
          </a:xfrm>
          <a:prstGeom prst="arc">
            <a:avLst>
              <a:gd fmla="val 14538238" name="adj1"/>
              <a:gd fmla="val 12397908" name="adj2"/>
            </a:avLst>
          </a:prstGeom>
          <a:noFill/>
          <a:ln cap="flat" cmpd="sng" w="38100">
            <a:solidFill>
              <a:srgbClr val="EC7061"/>
            </a:solidFill>
            <a:prstDash val="solid"/>
            <a:miter lim="800000"/>
            <a:headEnd len="med" w="med" type="triangl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510" name="Google Shape;510;p11"/>
          <p:cNvSpPr/>
          <p:nvPr/>
        </p:nvSpPr>
        <p:spPr>
          <a:xfrm>
            <a:off x="1381763" y="3383848"/>
            <a:ext cx="354768" cy="354768"/>
          </a:xfrm>
          <a:prstGeom prst="arc">
            <a:avLst>
              <a:gd fmla="val 14538238" name="adj1"/>
              <a:gd fmla="val 12397908" name="adj2"/>
            </a:avLst>
          </a:prstGeom>
          <a:noFill/>
          <a:ln cap="flat" cmpd="sng" w="38100">
            <a:solidFill>
              <a:srgbClr val="EC7061"/>
            </a:solidFill>
            <a:prstDash val="solid"/>
            <a:miter lim="800000"/>
            <a:headEnd len="med" w="med" type="triangl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477" name="Google Shape;477;p11"/>
          <p:cNvSpPr/>
          <p:nvPr/>
        </p:nvSpPr>
        <p:spPr>
          <a:xfrm>
            <a:off x="9410372" y="4395017"/>
            <a:ext cx="252000" cy="252000"/>
          </a:xfrm>
          <a:prstGeom prst="ellipse">
            <a:avLst/>
          </a:prstGeom>
          <a:solidFill>
            <a:srgbClr val="00B0F0"/>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2</a:t>
            </a:r>
            <a:endParaRPr/>
          </a:p>
        </p:txBody>
      </p:sp>
      <p:sp>
        <p:nvSpPr>
          <p:cNvPr id="479" name="Google Shape;479;p11"/>
          <p:cNvSpPr/>
          <p:nvPr/>
        </p:nvSpPr>
        <p:spPr>
          <a:xfrm>
            <a:off x="9410372" y="5748826"/>
            <a:ext cx="252000" cy="252000"/>
          </a:xfrm>
          <a:prstGeom prst="ellipse">
            <a:avLst/>
          </a:prstGeom>
          <a:solidFill>
            <a:srgbClr val="00B0F0"/>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4</a:t>
            </a:r>
            <a:endParaRPr/>
          </a:p>
        </p:txBody>
      </p:sp>
      <p:sp>
        <p:nvSpPr>
          <p:cNvPr id="476" name="Google Shape;476;p11"/>
          <p:cNvSpPr/>
          <p:nvPr/>
        </p:nvSpPr>
        <p:spPr>
          <a:xfrm>
            <a:off x="8354206" y="5042617"/>
            <a:ext cx="252000" cy="252000"/>
          </a:xfrm>
          <a:prstGeom prst="ellipse">
            <a:avLst/>
          </a:prstGeom>
          <a:solidFill>
            <a:srgbClr val="00B0F0"/>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1</a:t>
            </a:r>
            <a:endParaRPr/>
          </a:p>
        </p:txBody>
      </p:sp>
      <p:sp>
        <p:nvSpPr>
          <p:cNvPr id="481" name="Google Shape;481;p11"/>
          <p:cNvSpPr/>
          <p:nvPr/>
        </p:nvSpPr>
        <p:spPr>
          <a:xfrm>
            <a:off x="10466538" y="5042617"/>
            <a:ext cx="252000" cy="252000"/>
          </a:xfrm>
          <a:prstGeom prst="ellipse">
            <a:avLst/>
          </a:prstGeom>
          <a:solidFill>
            <a:srgbClr val="00B0F0"/>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4</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12"/>
          <p:cNvSpPr/>
          <p:nvPr/>
        </p:nvSpPr>
        <p:spPr>
          <a:xfrm>
            <a:off x="7778175" y="2144995"/>
            <a:ext cx="3619079" cy="940037"/>
          </a:xfrm>
          <a:prstGeom prst="wedgeRectCallout">
            <a:avLst>
              <a:gd fmla="val -32943" name="adj1"/>
              <a:gd fmla="val 85915" name="adj2"/>
            </a:avLst>
          </a:prstGeom>
          <a:solidFill>
            <a:srgbClr val="F4FBFE"/>
          </a:solidFill>
          <a:ln cap="flat" cmpd="sng" w="12700">
            <a:solidFill>
              <a:srgbClr val="99DFF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516" name="Google Shape;516;p12"/>
          <p:cNvSpPr txBox="1"/>
          <p:nvPr>
            <p:ph idx="1" type="body"/>
          </p:nvPr>
        </p:nvSpPr>
        <p:spPr>
          <a:xfrm>
            <a:off x="451877" y="1242453"/>
            <a:ext cx="11306175" cy="4680000"/>
          </a:xfrm>
          <a:prstGeom prst="rect">
            <a:avLst/>
          </a:prstGeom>
          <a:noFill/>
          <a:ln>
            <a:noFill/>
          </a:ln>
        </p:spPr>
        <p:txBody>
          <a:bodyPr anchorCtr="0" anchor="t" bIns="40050" lIns="80125" spcFirstLastPara="1" rIns="80125" wrap="square" tIns="40050">
            <a:noAutofit/>
          </a:bodyPr>
          <a:lstStyle/>
          <a:p>
            <a:pPr indent="-302279" lvl="0" marL="302279" rtl="0" algn="just">
              <a:lnSpc>
                <a:spcPct val="140000"/>
              </a:lnSpc>
              <a:spcBef>
                <a:spcPts val="0"/>
              </a:spcBef>
              <a:spcAft>
                <a:spcPts val="0"/>
              </a:spcAft>
              <a:buClr>
                <a:schemeClr val="dk1"/>
              </a:buClr>
              <a:buSzPts val="1050"/>
              <a:buChar char="●"/>
            </a:pPr>
            <a:r>
              <a:rPr lang="en-US"/>
              <a:t>Ultimately, the router installs routes for the calculated preferred paths into its routing table.</a:t>
            </a:r>
            <a:endParaRPr/>
          </a:p>
          <a:p>
            <a:pPr indent="-232460" lvl="0" marL="302279" rtl="0" algn="just">
              <a:lnSpc>
                <a:spcPct val="140000"/>
              </a:lnSpc>
              <a:spcBef>
                <a:spcPts val="792"/>
              </a:spcBef>
              <a:spcAft>
                <a:spcPts val="0"/>
              </a:spcAft>
              <a:buClr>
                <a:schemeClr val="dk1"/>
              </a:buClr>
              <a:buSzPts val="1100"/>
              <a:buNone/>
            </a:pPr>
            <a:r>
              <a:t/>
            </a:r>
            <a:endParaRPr/>
          </a:p>
        </p:txBody>
      </p:sp>
      <p:sp>
        <p:nvSpPr>
          <p:cNvPr id="517" name="Google Shape;517;p12"/>
          <p:cNvSpPr txBox="1"/>
          <p:nvPr>
            <p:ph type="title"/>
          </p:nvPr>
        </p:nvSpPr>
        <p:spPr>
          <a:xfrm>
            <a:off x="1594800" y="452604"/>
            <a:ext cx="9831600" cy="640800"/>
          </a:xfrm>
          <a:prstGeom prst="rect">
            <a:avLst/>
          </a:prstGeom>
          <a:noFill/>
          <a:ln>
            <a:noFill/>
          </a:ln>
        </p:spPr>
        <p:txBody>
          <a:bodyPr anchorCtr="0" anchor="ctr" bIns="50400" lIns="100800" spcFirstLastPara="1" rIns="100800" wrap="square" tIns="50400">
            <a:noAutofit/>
          </a:bodyPr>
          <a:lstStyle/>
          <a:p>
            <a:pPr indent="0" lvl="0" marL="0" rtl="0" algn="l">
              <a:lnSpc>
                <a:spcPct val="90000"/>
              </a:lnSpc>
              <a:spcBef>
                <a:spcPts val="0"/>
              </a:spcBef>
              <a:spcAft>
                <a:spcPts val="0"/>
              </a:spcAft>
              <a:buClr>
                <a:schemeClr val="dk1"/>
              </a:buClr>
              <a:buSzPts val="3400"/>
              <a:buFont typeface="Arial"/>
              <a:buNone/>
            </a:pPr>
            <a:r>
              <a:rPr lang="en-US"/>
              <a:t>Link-State Routing Protocol - Routing Table Generation</a:t>
            </a:r>
            <a:endParaRPr/>
          </a:p>
        </p:txBody>
      </p:sp>
      <p:grpSp>
        <p:nvGrpSpPr>
          <p:cNvPr id="518" name="Google Shape;518;p12"/>
          <p:cNvGrpSpPr/>
          <p:nvPr/>
        </p:nvGrpSpPr>
        <p:grpSpPr>
          <a:xfrm>
            <a:off x="3912352" y="2965511"/>
            <a:ext cx="595902" cy="3105869"/>
            <a:chOff x="5642527" y="3219690"/>
            <a:chExt cx="595902" cy="3105869"/>
          </a:xfrm>
        </p:grpSpPr>
        <p:pic>
          <p:nvPicPr>
            <p:cNvPr id="519" name="Google Shape;519;p12"/>
            <p:cNvPicPr preferRelativeResize="0"/>
            <p:nvPr/>
          </p:nvPicPr>
          <p:blipFill rotWithShape="1">
            <a:blip r:embed="rId3">
              <a:alphaModFix/>
            </a:blip>
            <a:srcRect b="0" l="0" r="0" t="0"/>
            <a:stretch/>
          </p:blipFill>
          <p:spPr>
            <a:xfrm>
              <a:off x="5642527" y="3219690"/>
              <a:ext cx="540000" cy="442800"/>
            </a:xfrm>
            <a:prstGeom prst="rect">
              <a:avLst/>
            </a:prstGeom>
            <a:noFill/>
            <a:ln>
              <a:noFill/>
            </a:ln>
          </p:spPr>
        </p:pic>
        <p:sp>
          <p:nvSpPr>
            <p:cNvPr id="520" name="Google Shape;520;p12"/>
            <p:cNvSpPr txBox="1"/>
            <p:nvPr/>
          </p:nvSpPr>
          <p:spPr>
            <a:xfrm>
              <a:off x="5698429" y="3680732"/>
              <a:ext cx="540000"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R2</a:t>
              </a:r>
              <a:endParaRPr/>
            </a:p>
          </p:txBody>
        </p:sp>
        <p:pic>
          <p:nvPicPr>
            <p:cNvPr id="521" name="Google Shape;521;p12"/>
            <p:cNvPicPr preferRelativeResize="0"/>
            <p:nvPr/>
          </p:nvPicPr>
          <p:blipFill rotWithShape="1">
            <a:blip r:embed="rId3">
              <a:alphaModFix/>
            </a:blip>
            <a:srcRect b="0" l="0" r="0" t="0"/>
            <a:stretch/>
          </p:blipFill>
          <p:spPr>
            <a:xfrm>
              <a:off x="5642527" y="5576744"/>
              <a:ext cx="540000" cy="442800"/>
            </a:xfrm>
            <a:prstGeom prst="rect">
              <a:avLst/>
            </a:prstGeom>
            <a:noFill/>
            <a:ln>
              <a:noFill/>
            </a:ln>
          </p:spPr>
        </p:pic>
        <p:sp>
          <p:nvSpPr>
            <p:cNvPr id="522" name="Google Shape;522;p12"/>
            <p:cNvSpPr txBox="1"/>
            <p:nvPr/>
          </p:nvSpPr>
          <p:spPr>
            <a:xfrm>
              <a:off x="5695409" y="5987005"/>
              <a:ext cx="540000"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R4</a:t>
              </a:r>
              <a:endParaRPr/>
            </a:p>
          </p:txBody>
        </p:sp>
      </p:grpSp>
      <p:pic>
        <p:nvPicPr>
          <p:cNvPr id="523" name="Google Shape;523;p12"/>
          <p:cNvPicPr preferRelativeResize="0"/>
          <p:nvPr/>
        </p:nvPicPr>
        <p:blipFill rotWithShape="1">
          <a:blip r:embed="rId3">
            <a:alphaModFix/>
          </a:blip>
          <a:srcRect b="0" l="0" r="0" t="0"/>
          <a:stretch/>
        </p:blipFill>
        <p:spPr>
          <a:xfrm>
            <a:off x="870454" y="4049018"/>
            <a:ext cx="540000" cy="442800"/>
          </a:xfrm>
          <a:prstGeom prst="rect">
            <a:avLst/>
          </a:prstGeom>
          <a:noFill/>
          <a:ln>
            <a:noFill/>
          </a:ln>
        </p:spPr>
      </p:pic>
      <p:pic>
        <p:nvPicPr>
          <p:cNvPr id="524" name="Google Shape;524;p12"/>
          <p:cNvPicPr preferRelativeResize="0"/>
          <p:nvPr/>
        </p:nvPicPr>
        <p:blipFill rotWithShape="1">
          <a:blip r:embed="rId3">
            <a:alphaModFix/>
          </a:blip>
          <a:srcRect b="0" l="0" r="0" t="0"/>
          <a:stretch/>
        </p:blipFill>
        <p:spPr>
          <a:xfrm>
            <a:off x="7010152" y="4049018"/>
            <a:ext cx="540000" cy="442800"/>
          </a:xfrm>
          <a:prstGeom prst="rect">
            <a:avLst/>
          </a:prstGeom>
          <a:noFill/>
          <a:ln>
            <a:noFill/>
          </a:ln>
        </p:spPr>
      </p:pic>
      <p:cxnSp>
        <p:nvCxnSpPr>
          <p:cNvPr id="525" name="Google Shape;525;p12"/>
          <p:cNvCxnSpPr>
            <a:stCxn id="519" idx="1"/>
            <a:endCxn id="523" idx="3"/>
          </p:cNvCxnSpPr>
          <p:nvPr/>
        </p:nvCxnSpPr>
        <p:spPr>
          <a:xfrm flipH="1">
            <a:off x="1410352" y="3186911"/>
            <a:ext cx="2502000" cy="1083600"/>
          </a:xfrm>
          <a:prstGeom prst="straightConnector1">
            <a:avLst/>
          </a:prstGeom>
          <a:noFill/>
          <a:ln cap="flat" cmpd="sng" w="19050">
            <a:solidFill>
              <a:schemeClr val="dk1"/>
            </a:solidFill>
            <a:prstDash val="solid"/>
            <a:miter lim="800000"/>
            <a:headEnd len="sm" w="sm" type="none"/>
            <a:tailEnd len="sm" w="sm" type="none"/>
          </a:ln>
        </p:spPr>
      </p:cxnSp>
      <p:cxnSp>
        <p:nvCxnSpPr>
          <p:cNvPr id="526" name="Google Shape;526;p12"/>
          <p:cNvCxnSpPr>
            <a:stCxn id="524" idx="1"/>
            <a:endCxn id="519" idx="3"/>
          </p:cNvCxnSpPr>
          <p:nvPr/>
        </p:nvCxnSpPr>
        <p:spPr>
          <a:xfrm rot="10800000">
            <a:off x="4452352" y="3186818"/>
            <a:ext cx="2557800" cy="1083600"/>
          </a:xfrm>
          <a:prstGeom prst="straightConnector1">
            <a:avLst/>
          </a:prstGeom>
          <a:noFill/>
          <a:ln cap="flat" cmpd="sng" w="19050">
            <a:solidFill>
              <a:schemeClr val="dk1"/>
            </a:solidFill>
            <a:prstDash val="solid"/>
            <a:miter lim="800000"/>
            <a:headEnd len="sm" w="sm" type="none"/>
            <a:tailEnd len="sm" w="sm" type="none"/>
          </a:ln>
        </p:spPr>
      </p:cxnSp>
      <p:cxnSp>
        <p:nvCxnSpPr>
          <p:cNvPr id="527" name="Google Shape;527;p12"/>
          <p:cNvCxnSpPr>
            <a:stCxn id="521" idx="1"/>
            <a:endCxn id="523" idx="3"/>
          </p:cNvCxnSpPr>
          <p:nvPr/>
        </p:nvCxnSpPr>
        <p:spPr>
          <a:xfrm rot="10800000">
            <a:off x="1410352" y="4270465"/>
            <a:ext cx="2502000" cy="1273500"/>
          </a:xfrm>
          <a:prstGeom prst="straightConnector1">
            <a:avLst/>
          </a:prstGeom>
          <a:noFill/>
          <a:ln cap="flat" cmpd="sng" w="19050">
            <a:solidFill>
              <a:schemeClr val="dk1"/>
            </a:solidFill>
            <a:prstDash val="solid"/>
            <a:miter lim="800000"/>
            <a:headEnd len="sm" w="sm" type="none"/>
            <a:tailEnd len="sm" w="sm" type="none"/>
          </a:ln>
        </p:spPr>
      </p:cxnSp>
      <p:cxnSp>
        <p:nvCxnSpPr>
          <p:cNvPr id="528" name="Google Shape;528;p12"/>
          <p:cNvCxnSpPr>
            <a:stCxn id="524" idx="1"/>
            <a:endCxn id="521" idx="3"/>
          </p:cNvCxnSpPr>
          <p:nvPr/>
        </p:nvCxnSpPr>
        <p:spPr>
          <a:xfrm flipH="1">
            <a:off x="4452352" y="4270418"/>
            <a:ext cx="2557800" cy="1273500"/>
          </a:xfrm>
          <a:prstGeom prst="straightConnector1">
            <a:avLst/>
          </a:prstGeom>
          <a:noFill/>
          <a:ln cap="flat" cmpd="sng" w="19050">
            <a:solidFill>
              <a:schemeClr val="dk1"/>
            </a:solidFill>
            <a:prstDash val="solid"/>
            <a:miter lim="800000"/>
            <a:headEnd len="sm" w="sm" type="none"/>
            <a:tailEnd len="sm" w="sm" type="none"/>
          </a:ln>
        </p:spPr>
      </p:cxnSp>
      <p:sp>
        <p:nvSpPr>
          <p:cNvPr id="529" name="Google Shape;529;p12"/>
          <p:cNvSpPr txBox="1"/>
          <p:nvPr/>
        </p:nvSpPr>
        <p:spPr>
          <a:xfrm>
            <a:off x="933084" y="4579500"/>
            <a:ext cx="540000"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R1</a:t>
            </a:r>
            <a:endParaRPr/>
          </a:p>
        </p:txBody>
      </p:sp>
      <p:sp>
        <p:nvSpPr>
          <p:cNvPr id="530" name="Google Shape;530;p12"/>
          <p:cNvSpPr txBox="1"/>
          <p:nvPr/>
        </p:nvSpPr>
        <p:spPr>
          <a:xfrm>
            <a:off x="7021142" y="4568637"/>
            <a:ext cx="540000"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R3</a:t>
            </a:r>
            <a:endParaRPr/>
          </a:p>
        </p:txBody>
      </p:sp>
      <p:sp>
        <p:nvSpPr>
          <p:cNvPr id="531" name="Google Shape;531;p12"/>
          <p:cNvSpPr txBox="1"/>
          <p:nvPr/>
        </p:nvSpPr>
        <p:spPr>
          <a:xfrm rot="-1339549">
            <a:off x="2261578" y="3624646"/>
            <a:ext cx="1543458" cy="33009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600">
                <a:solidFill>
                  <a:schemeClr val="dk1"/>
                </a:solidFill>
                <a:latin typeface="Arial"/>
                <a:ea typeface="Arial"/>
                <a:cs typeface="Arial"/>
                <a:sym typeface="Arial"/>
              </a:rPr>
              <a:t>100 Mbit/s</a:t>
            </a:r>
            <a:endParaRPr/>
          </a:p>
        </p:txBody>
      </p:sp>
      <p:sp>
        <p:nvSpPr>
          <p:cNvPr id="532" name="Google Shape;532;p12"/>
          <p:cNvSpPr txBox="1"/>
          <p:nvPr/>
        </p:nvSpPr>
        <p:spPr>
          <a:xfrm rot="-1641188">
            <a:off x="4779254" y="4576477"/>
            <a:ext cx="1543458" cy="33009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600">
                <a:solidFill>
                  <a:schemeClr val="dk1"/>
                </a:solidFill>
                <a:latin typeface="Arial"/>
                <a:ea typeface="Arial"/>
                <a:cs typeface="Arial"/>
                <a:sym typeface="Arial"/>
              </a:rPr>
              <a:t>1000 Mbit/s</a:t>
            </a:r>
            <a:endParaRPr/>
          </a:p>
        </p:txBody>
      </p:sp>
      <p:sp>
        <p:nvSpPr>
          <p:cNvPr id="533" name="Google Shape;533;p12"/>
          <p:cNvSpPr txBox="1"/>
          <p:nvPr/>
        </p:nvSpPr>
        <p:spPr>
          <a:xfrm rot="1354857">
            <a:off x="4614890" y="3636095"/>
            <a:ext cx="1543458" cy="33009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600">
                <a:solidFill>
                  <a:schemeClr val="dk1"/>
                </a:solidFill>
                <a:latin typeface="Arial"/>
                <a:ea typeface="Arial"/>
                <a:cs typeface="Arial"/>
                <a:sym typeface="Arial"/>
              </a:rPr>
              <a:t>1.544 Mbit/s</a:t>
            </a:r>
            <a:endParaRPr/>
          </a:p>
        </p:txBody>
      </p:sp>
      <p:sp>
        <p:nvSpPr>
          <p:cNvPr id="534" name="Google Shape;534;p12"/>
          <p:cNvSpPr txBox="1"/>
          <p:nvPr/>
        </p:nvSpPr>
        <p:spPr>
          <a:xfrm rot="1514838">
            <a:off x="2192394" y="4665282"/>
            <a:ext cx="1543458" cy="33009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600">
                <a:solidFill>
                  <a:schemeClr val="dk1"/>
                </a:solidFill>
                <a:latin typeface="Arial"/>
                <a:ea typeface="Arial"/>
                <a:cs typeface="Arial"/>
                <a:sym typeface="Arial"/>
              </a:rPr>
              <a:t>100 Mbit/s</a:t>
            </a:r>
            <a:endParaRPr/>
          </a:p>
        </p:txBody>
      </p:sp>
      <p:sp>
        <p:nvSpPr>
          <p:cNvPr id="535" name="Google Shape;535;p12"/>
          <p:cNvSpPr txBox="1"/>
          <p:nvPr/>
        </p:nvSpPr>
        <p:spPr>
          <a:xfrm>
            <a:off x="7802298" y="2095724"/>
            <a:ext cx="3556107" cy="978729"/>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None/>
            </a:pPr>
            <a:r>
              <a:rPr lang="en-US" sz="1600">
                <a:solidFill>
                  <a:schemeClr val="dk1"/>
                </a:solidFill>
                <a:latin typeface="Arial"/>
                <a:ea typeface="Arial"/>
                <a:cs typeface="Arial"/>
                <a:sym typeface="Arial"/>
              </a:rPr>
              <a:t>Based on SPF calculation results, each router installs routes into the routing table.</a:t>
            </a:r>
            <a:endParaRPr/>
          </a:p>
        </p:txBody>
      </p:sp>
      <p:sp>
        <p:nvSpPr>
          <p:cNvPr id="536" name="Google Shape;536;p12"/>
          <p:cNvSpPr/>
          <p:nvPr/>
        </p:nvSpPr>
        <p:spPr>
          <a:xfrm>
            <a:off x="794956" y="3572709"/>
            <a:ext cx="690996" cy="354768"/>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chemeClr val="lt1"/>
                </a:solidFill>
                <a:latin typeface="Arial"/>
                <a:ea typeface="Arial"/>
                <a:cs typeface="Arial"/>
                <a:sym typeface="Arial"/>
              </a:rPr>
              <a:t>LSDB</a:t>
            </a:r>
            <a:endParaRPr/>
          </a:p>
        </p:txBody>
      </p:sp>
      <p:sp>
        <p:nvSpPr>
          <p:cNvPr id="537" name="Google Shape;537;p12"/>
          <p:cNvSpPr/>
          <p:nvPr/>
        </p:nvSpPr>
        <p:spPr>
          <a:xfrm>
            <a:off x="3778629" y="6019814"/>
            <a:ext cx="825895" cy="354768"/>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chemeClr val="lt1"/>
                </a:solidFill>
                <a:latin typeface="Arial"/>
                <a:ea typeface="Arial"/>
                <a:cs typeface="Arial"/>
                <a:sym typeface="Arial"/>
              </a:rPr>
              <a:t>LSDB</a:t>
            </a:r>
            <a:endParaRPr/>
          </a:p>
        </p:txBody>
      </p:sp>
      <p:sp>
        <p:nvSpPr>
          <p:cNvPr id="538" name="Google Shape;538;p12"/>
          <p:cNvSpPr/>
          <p:nvPr/>
        </p:nvSpPr>
        <p:spPr>
          <a:xfrm>
            <a:off x="3778629" y="2536494"/>
            <a:ext cx="825895" cy="354768"/>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chemeClr val="lt1"/>
                </a:solidFill>
                <a:latin typeface="Arial"/>
                <a:ea typeface="Arial"/>
                <a:cs typeface="Arial"/>
                <a:sym typeface="Arial"/>
              </a:rPr>
              <a:t>LSDB</a:t>
            </a:r>
            <a:endParaRPr/>
          </a:p>
        </p:txBody>
      </p:sp>
      <p:sp>
        <p:nvSpPr>
          <p:cNvPr id="539" name="Google Shape;539;p12"/>
          <p:cNvSpPr/>
          <p:nvPr/>
        </p:nvSpPr>
        <p:spPr>
          <a:xfrm>
            <a:off x="6960048" y="3572709"/>
            <a:ext cx="690996" cy="354768"/>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chemeClr val="lt1"/>
                </a:solidFill>
                <a:latin typeface="Arial"/>
                <a:ea typeface="Arial"/>
                <a:cs typeface="Arial"/>
                <a:sym typeface="Arial"/>
              </a:rPr>
              <a:t>LSDB</a:t>
            </a:r>
            <a:endParaRPr/>
          </a:p>
        </p:txBody>
      </p:sp>
      <p:sp>
        <p:nvSpPr>
          <p:cNvPr id="540" name="Google Shape;540;p12"/>
          <p:cNvSpPr txBox="1"/>
          <p:nvPr/>
        </p:nvSpPr>
        <p:spPr>
          <a:xfrm>
            <a:off x="7747716" y="3588414"/>
            <a:ext cx="1523999"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lt1"/>
                </a:solidFill>
                <a:latin typeface="Arial"/>
                <a:ea typeface="Arial"/>
                <a:cs typeface="Arial"/>
                <a:sym typeface="Arial"/>
              </a:rPr>
              <a:t>Routing table</a:t>
            </a:r>
            <a:endParaRPr/>
          </a:p>
        </p:txBody>
      </p:sp>
      <p:sp>
        <p:nvSpPr>
          <p:cNvPr id="541" name="Google Shape;541;p12"/>
          <p:cNvSpPr txBox="1"/>
          <p:nvPr/>
        </p:nvSpPr>
        <p:spPr>
          <a:xfrm>
            <a:off x="1534244" y="3469860"/>
            <a:ext cx="837481" cy="552284"/>
          </a:xfrm>
          <a:prstGeom prst="rect">
            <a:avLst/>
          </a:prstGeom>
          <a:solidFill>
            <a:srgbClr val="F4FBFE"/>
          </a:solidFill>
          <a:ln cap="flat" cmpd="sng" w="12700">
            <a:solidFill>
              <a:srgbClr val="00B0F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Routing table</a:t>
            </a:r>
            <a:endParaRPr/>
          </a:p>
        </p:txBody>
      </p:sp>
      <p:sp>
        <p:nvSpPr>
          <p:cNvPr id="542" name="Google Shape;542;p12"/>
          <p:cNvSpPr txBox="1"/>
          <p:nvPr/>
        </p:nvSpPr>
        <p:spPr>
          <a:xfrm>
            <a:off x="4654935" y="2444106"/>
            <a:ext cx="840990" cy="552284"/>
          </a:xfrm>
          <a:prstGeom prst="rect">
            <a:avLst/>
          </a:prstGeom>
          <a:solidFill>
            <a:srgbClr val="F4FBFE"/>
          </a:solidFill>
          <a:ln cap="flat" cmpd="sng" w="12700">
            <a:solidFill>
              <a:srgbClr val="00B0F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Routing table</a:t>
            </a:r>
            <a:endParaRPr/>
          </a:p>
        </p:txBody>
      </p:sp>
      <p:sp>
        <p:nvSpPr>
          <p:cNvPr id="543" name="Google Shape;543;p12"/>
          <p:cNvSpPr txBox="1"/>
          <p:nvPr/>
        </p:nvSpPr>
        <p:spPr>
          <a:xfrm>
            <a:off x="7707908" y="3451074"/>
            <a:ext cx="836017" cy="552284"/>
          </a:xfrm>
          <a:prstGeom prst="rect">
            <a:avLst/>
          </a:prstGeom>
          <a:solidFill>
            <a:srgbClr val="F4FBFE"/>
          </a:solidFill>
          <a:ln cap="flat" cmpd="sng" w="12700">
            <a:solidFill>
              <a:srgbClr val="00B0F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Routing table</a:t>
            </a:r>
            <a:endParaRPr/>
          </a:p>
        </p:txBody>
      </p:sp>
      <p:sp>
        <p:nvSpPr>
          <p:cNvPr id="544" name="Google Shape;544;p12"/>
          <p:cNvSpPr txBox="1"/>
          <p:nvPr/>
        </p:nvSpPr>
        <p:spPr>
          <a:xfrm>
            <a:off x="4654935" y="5886906"/>
            <a:ext cx="840990" cy="494844"/>
          </a:xfrm>
          <a:prstGeom prst="rect">
            <a:avLst/>
          </a:prstGeom>
          <a:solidFill>
            <a:srgbClr val="F4FBFE"/>
          </a:solidFill>
          <a:ln cap="flat" cmpd="sng" w="12700">
            <a:solidFill>
              <a:srgbClr val="00B0F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Routing table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p13"/>
          <p:cNvSpPr txBox="1"/>
          <p:nvPr>
            <p:ph type="title"/>
          </p:nvPr>
        </p:nvSpPr>
        <p:spPr>
          <a:xfrm>
            <a:off x="1594800" y="452604"/>
            <a:ext cx="9831600" cy="640800"/>
          </a:xfrm>
          <a:prstGeom prst="rect">
            <a:avLst/>
          </a:prstGeom>
          <a:noFill/>
          <a:ln>
            <a:noFill/>
          </a:ln>
        </p:spPr>
        <p:txBody>
          <a:bodyPr anchorCtr="0" anchor="ctr" bIns="50400" lIns="100800" spcFirstLastPara="1" rIns="100800" wrap="square" tIns="50400">
            <a:noAutofit/>
          </a:bodyPr>
          <a:lstStyle/>
          <a:p>
            <a:pPr indent="0" lvl="0" marL="0" rtl="0" algn="l">
              <a:lnSpc>
                <a:spcPct val="90000"/>
              </a:lnSpc>
              <a:spcBef>
                <a:spcPts val="0"/>
              </a:spcBef>
              <a:spcAft>
                <a:spcPts val="0"/>
              </a:spcAft>
              <a:buClr>
                <a:schemeClr val="dk1"/>
              </a:buClr>
              <a:buSzPts val="3400"/>
              <a:buFont typeface="Arial"/>
              <a:buNone/>
            </a:pPr>
            <a:r>
              <a:rPr lang="en-US"/>
              <a:t>Summary of Link-State Routing Protocols</a:t>
            </a:r>
            <a:endParaRPr/>
          </a:p>
        </p:txBody>
      </p:sp>
      <p:pic>
        <p:nvPicPr>
          <p:cNvPr id="550" name="Google Shape;550;p13"/>
          <p:cNvPicPr preferRelativeResize="0"/>
          <p:nvPr/>
        </p:nvPicPr>
        <p:blipFill rotWithShape="1">
          <a:blip r:embed="rId3">
            <a:alphaModFix/>
          </a:blip>
          <a:srcRect b="0" l="0" r="0" t="0"/>
          <a:stretch/>
        </p:blipFill>
        <p:spPr>
          <a:xfrm>
            <a:off x="7485115" y="1625548"/>
            <a:ext cx="540000" cy="442800"/>
          </a:xfrm>
          <a:prstGeom prst="rect">
            <a:avLst/>
          </a:prstGeom>
          <a:noFill/>
          <a:ln>
            <a:noFill/>
          </a:ln>
        </p:spPr>
      </p:pic>
      <p:pic>
        <p:nvPicPr>
          <p:cNvPr id="551" name="Google Shape;551;p13"/>
          <p:cNvPicPr preferRelativeResize="0"/>
          <p:nvPr/>
        </p:nvPicPr>
        <p:blipFill rotWithShape="1">
          <a:blip r:embed="rId3">
            <a:alphaModFix/>
          </a:blip>
          <a:srcRect b="0" l="0" r="0" t="0"/>
          <a:stretch/>
        </p:blipFill>
        <p:spPr>
          <a:xfrm>
            <a:off x="9979284" y="1625548"/>
            <a:ext cx="540000" cy="442800"/>
          </a:xfrm>
          <a:prstGeom prst="rect">
            <a:avLst/>
          </a:prstGeom>
          <a:noFill/>
          <a:ln>
            <a:noFill/>
          </a:ln>
        </p:spPr>
      </p:pic>
      <p:pic>
        <p:nvPicPr>
          <p:cNvPr id="552" name="Google Shape;552;p13"/>
          <p:cNvPicPr preferRelativeResize="0"/>
          <p:nvPr/>
        </p:nvPicPr>
        <p:blipFill rotWithShape="1">
          <a:blip r:embed="rId3">
            <a:alphaModFix/>
          </a:blip>
          <a:srcRect b="0" l="0" r="0" t="0"/>
          <a:stretch/>
        </p:blipFill>
        <p:spPr>
          <a:xfrm>
            <a:off x="8751709" y="2833525"/>
            <a:ext cx="540000" cy="442800"/>
          </a:xfrm>
          <a:prstGeom prst="rect">
            <a:avLst/>
          </a:prstGeom>
          <a:noFill/>
          <a:ln>
            <a:noFill/>
          </a:ln>
        </p:spPr>
      </p:pic>
      <p:cxnSp>
        <p:nvCxnSpPr>
          <p:cNvPr id="553" name="Google Shape;553;p13"/>
          <p:cNvCxnSpPr>
            <a:stCxn id="552" idx="1"/>
            <a:endCxn id="550" idx="2"/>
          </p:cNvCxnSpPr>
          <p:nvPr/>
        </p:nvCxnSpPr>
        <p:spPr>
          <a:xfrm rot="10800000">
            <a:off x="7755109" y="2068225"/>
            <a:ext cx="996600" cy="986700"/>
          </a:xfrm>
          <a:prstGeom prst="straightConnector1">
            <a:avLst/>
          </a:prstGeom>
          <a:noFill/>
          <a:ln cap="flat" cmpd="sng" w="19050">
            <a:solidFill>
              <a:schemeClr val="dk1"/>
            </a:solidFill>
            <a:prstDash val="solid"/>
            <a:miter lim="800000"/>
            <a:headEnd len="sm" w="sm" type="none"/>
            <a:tailEnd len="sm" w="sm" type="none"/>
          </a:ln>
        </p:spPr>
      </p:cxnSp>
      <p:cxnSp>
        <p:nvCxnSpPr>
          <p:cNvPr id="554" name="Google Shape;554;p13"/>
          <p:cNvCxnSpPr>
            <a:stCxn id="552" idx="3"/>
            <a:endCxn id="551" idx="2"/>
          </p:cNvCxnSpPr>
          <p:nvPr/>
        </p:nvCxnSpPr>
        <p:spPr>
          <a:xfrm flipH="1" rot="10800000">
            <a:off x="9291709" y="2068225"/>
            <a:ext cx="957600" cy="986700"/>
          </a:xfrm>
          <a:prstGeom prst="straightConnector1">
            <a:avLst/>
          </a:prstGeom>
          <a:noFill/>
          <a:ln cap="flat" cmpd="sng" w="19050">
            <a:solidFill>
              <a:schemeClr val="dk1"/>
            </a:solidFill>
            <a:prstDash val="solid"/>
            <a:miter lim="800000"/>
            <a:headEnd len="sm" w="sm" type="none"/>
            <a:tailEnd len="sm" w="sm" type="none"/>
          </a:ln>
        </p:spPr>
      </p:cxnSp>
      <p:cxnSp>
        <p:nvCxnSpPr>
          <p:cNvPr id="555" name="Google Shape;555;p13"/>
          <p:cNvCxnSpPr>
            <a:stCxn id="551" idx="1"/>
            <a:endCxn id="550" idx="3"/>
          </p:cNvCxnSpPr>
          <p:nvPr/>
        </p:nvCxnSpPr>
        <p:spPr>
          <a:xfrm rot="10800000">
            <a:off x="8025084" y="1846948"/>
            <a:ext cx="1954200" cy="0"/>
          </a:xfrm>
          <a:prstGeom prst="straightConnector1">
            <a:avLst/>
          </a:prstGeom>
          <a:noFill/>
          <a:ln cap="flat" cmpd="sng" w="19050">
            <a:solidFill>
              <a:schemeClr val="dk1"/>
            </a:solidFill>
            <a:prstDash val="solid"/>
            <a:miter lim="800000"/>
            <a:headEnd len="sm" w="sm" type="none"/>
            <a:tailEnd len="sm" w="sm" type="none"/>
          </a:ln>
        </p:spPr>
      </p:cxnSp>
      <p:cxnSp>
        <p:nvCxnSpPr>
          <p:cNvPr id="556" name="Google Shape;556;p13"/>
          <p:cNvCxnSpPr/>
          <p:nvPr/>
        </p:nvCxnSpPr>
        <p:spPr>
          <a:xfrm>
            <a:off x="8253412" y="1724357"/>
            <a:ext cx="1517084" cy="0"/>
          </a:xfrm>
          <a:prstGeom prst="straightConnector1">
            <a:avLst/>
          </a:prstGeom>
          <a:noFill/>
          <a:ln cap="flat" cmpd="sng" w="25400">
            <a:solidFill>
              <a:srgbClr val="EC7061"/>
            </a:solidFill>
            <a:prstDash val="dash"/>
            <a:miter lim="800000"/>
            <a:headEnd len="med" w="med" type="triangle"/>
            <a:tailEnd len="med" w="med" type="triangle"/>
          </a:ln>
        </p:spPr>
      </p:cxnSp>
      <p:sp>
        <p:nvSpPr>
          <p:cNvPr id="557" name="Google Shape;557;p13"/>
          <p:cNvSpPr txBox="1"/>
          <p:nvPr/>
        </p:nvSpPr>
        <p:spPr>
          <a:xfrm>
            <a:off x="7026985" y="1652372"/>
            <a:ext cx="485420"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R1</a:t>
            </a:r>
            <a:endParaRPr/>
          </a:p>
        </p:txBody>
      </p:sp>
      <p:sp>
        <p:nvSpPr>
          <p:cNvPr id="558" name="Google Shape;558;p13"/>
          <p:cNvSpPr txBox="1"/>
          <p:nvPr/>
        </p:nvSpPr>
        <p:spPr>
          <a:xfrm>
            <a:off x="10543835" y="1639938"/>
            <a:ext cx="485420"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R2</a:t>
            </a:r>
            <a:endParaRPr/>
          </a:p>
        </p:txBody>
      </p:sp>
      <p:sp>
        <p:nvSpPr>
          <p:cNvPr id="559" name="Google Shape;559;p13"/>
          <p:cNvSpPr txBox="1"/>
          <p:nvPr/>
        </p:nvSpPr>
        <p:spPr>
          <a:xfrm>
            <a:off x="8806289" y="3267509"/>
            <a:ext cx="485420"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R3</a:t>
            </a:r>
            <a:endParaRPr/>
          </a:p>
        </p:txBody>
      </p:sp>
      <p:cxnSp>
        <p:nvCxnSpPr>
          <p:cNvPr id="560" name="Google Shape;560;p13"/>
          <p:cNvCxnSpPr/>
          <p:nvPr/>
        </p:nvCxnSpPr>
        <p:spPr>
          <a:xfrm>
            <a:off x="7755115" y="2216586"/>
            <a:ext cx="868296" cy="889221"/>
          </a:xfrm>
          <a:prstGeom prst="straightConnector1">
            <a:avLst/>
          </a:prstGeom>
          <a:noFill/>
          <a:ln cap="flat" cmpd="sng" w="25400">
            <a:solidFill>
              <a:srgbClr val="EC7061"/>
            </a:solidFill>
            <a:prstDash val="dash"/>
            <a:miter lim="800000"/>
            <a:headEnd len="med" w="med" type="triangle"/>
            <a:tailEnd len="med" w="med" type="triangle"/>
          </a:ln>
        </p:spPr>
      </p:cxnSp>
      <p:cxnSp>
        <p:nvCxnSpPr>
          <p:cNvPr id="561" name="Google Shape;561;p13"/>
          <p:cNvCxnSpPr/>
          <p:nvPr/>
        </p:nvCxnSpPr>
        <p:spPr>
          <a:xfrm flipH="1">
            <a:off x="9438764" y="2216586"/>
            <a:ext cx="810520" cy="838339"/>
          </a:xfrm>
          <a:prstGeom prst="straightConnector1">
            <a:avLst/>
          </a:prstGeom>
          <a:noFill/>
          <a:ln cap="flat" cmpd="sng" w="25400">
            <a:solidFill>
              <a:srgbClr val="EC7061"/>
            </a:solidFill>
            <a:prstDash val="dash"/>
            <a:miter lim="800000"/>
            <a:headEnd len="med" w="med" type="triangle"/>
            <a:tailEnd len="med" w="med" type="triangle"/>
          </a:ln>
        </p:spPr>
      </p:cxnSp>
      <p:sp>
        <p:nvSpPr>
          <p:cNvPr id="562" name="Google Shape;562;p13"/>
          <p:cNvSpPr txBox="1"/>
          <p:nvPr/>
        </p:nvSpPr>
        <p:spPr>
          <a:xfrm>
            <a:off x="8107076" y="1187749"/>
            <a:ext cx="1747457" cy="584775"/>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Arial"/>
                <a:ea typeface="Arial"/>
                <a:cs typeface="Arial"/>
                <a:sym typeface="Arial"/>
              </a:rPr>
              <a:t>Link status information</a:t>
            </a:r>
            <a:endParaRPr/>
          </a:p>
        </p:txBody>
      </p:sp>
      <p:sp>
        <p:nvSpPr>
          <p:cNvPr id="563" name="Google Shape;563;p13"/>
          <p:cNvSpPr txBox="1"/>
          <p:nvPr/>
        </p:nvSpPr>
        <p:spPr>
          <a:xfrm rot="2682494">
            <a:off x="7048148" y="2540860"/>
            <a:ext cx="1747457" cy="584775"/>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Arial"/>
                <a:ea typeface="Arial"/>
                <a:cs typeface="Arial"/>
                <a:sym typeface="Arial"/>
              </a:rPr>
              <a:t>Link status information</a:t>
            </a:r>
            <a:endParaRPr/>
          </a:p>
        </p:txBody>
      </p:sp>
      <p:sp>
        <p:nvSpPr>
          <p:cNvPr id="564" name="Google Shape;564;p13"/>
          <p:cNvSpPr txBox="1"/>
          <p:nvPr/>
        </p:nvSpPr>
        <p:spPr>
          <a:xfrm rot="-2715121">
            <a:off x="9218294" y="2487307"/>
            <a:ext cx="1747457" cy="584775"/>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Arial"/>
                <a:ea typeface="Arial"/>
                <a:cs typeface="Arial"/>
                <a:sym typeface="Arial"/>
              </a:rPr>
              <a:t>Link status information</a:t>
            </a:r>
            <a:endParaRPr/>
          </a:p>
        </p:txBody>
      </p:sp>
      <p:pic>
        <p:nvPicPr>
          <p:cNvPr id="565" name="Google Shape;565;p13"/>
          <p:cNvPicPr preferRelativeResize="0"/>
          <p:nvPr/>
        </p:nvPicPr>
        <p:blipFill rotWithShape="1">
          <a:blip r:embed="rId3">
            <a:alphaModFix/>
          </a:blip>
          <a:srcRect b="0" l="0" r="0" t="0"/>
          <a:stretch/>
        </p:blipFill>
        <p:spPr>
          <a:xfrm>
            <a:off x="1738976" y="1625548"/>
            <a:ext cx="540000" cy="442800"/>
          </a:xfrm>
          <a:prstGeom prst="rect">
            <a:avLst/>
          </a:prstGeom>
          <a:noFill/>
          <a:ln>
            <a:noFill/>
          </a:ln>
        </p:spPr>
      </p:pic>
      <p:pic>
        <p:nvPicPr>
          <p:cNvPr id="566" name="Google Shape;566;p13"/>
          <p:cNvPicPr preferRelativeResize="0"/>
          <p:nvPr/>
        </p:nvPicPr>
        <p:blipFill rotWithShape="1">
          <a:blip r:embed="rId3">
            <a:alphaModFix/>
          </a:blip>
          <a:srcRect b="0" l="0" r="0" t="0"/>
          <a:stretch/>
        </p:blipFill>
        <p:spPr>
          <a:xfrm>
            <a:off x="4233145" y="1625548"/>
            <a:ext cx="540000" cy="442800"/>
          </a:xfrm>
          <a:prstGeom prst="rect">
            <a:avLst/>
          </a:prstGeom>
          <a:noFill/>
          <a:ln>
            <a:noFill/>
          </a:ln>
        </p:spPr>
      </p:pic>
      <p:pic>
        <p:nvPicPr>
          <p:cNvPr id="567" name="Google Shape;567;p13"/>
          <p:cNvPicPr preferRelativeResize="0"/>
          <p:nvPr/>
        </p:nvPicPr>
        <p:blipFill rotWithShape="1">
          <a:blip r:embed="rId3">
            <a:alphaModFix/>
          </a:blip>
          <a:srcRect b="0" l="0" r="0" t="0"/>
          <a:stretch/>
        </p:blipFill>
        <p:spPr>
          <a:xfrm>
            <a:off x="3005570" y="2833525"/>
            <a:ext cx="540000" cy="442800"/>
          </a:xfrm>
          <a:prstGeom prst="rect">
            <a:avLst/>
          </a:prstGeom>
          <a:noFill/>
          <a:ln>
            <a:noFill/>
          </a:ln>
        </p:spPr>
      </p:pic>
      <p:cxnSp>
        <p:nvCxnSpPr>
          <p:cNvPr id="568" name="Google Shape;568;p13"/>
          <p:cNvCxnSpPr>
            <a:stCxn id="567" idx="1"/>
            <a:endCxn id="565" idx="2"/>
          </p:cNvCxnSpPr>
          <p:nvPr/>
        </p:nvCxnSpPr>
        <p:spPr>
          <a:xfrm rot="10800000">
            <a:off x="2008970" y="2068225"/>
            <a:ext cx="996600" cy="986700"/>
          </a:xfrm>
          <a:prstGeom prst="straightConnector1">
            <a:avLst/>
          </a:prstGeom>
          <a:noFill/>
          <a:ln cap="flat" cmpd="sng" w="19050">
            <a:solidFill>
              <a:schemeClr val="dk1"/>
            </a:solidFill>
            <a:prstDash val="solid"/>
            <a:miter lim="800000"/>
            <a:headEnd len="sm" w="sm" type="none"/>
            <a:tailEnd len="sm" w="sm" type="none"/>
          </a:ln>
        </p:spPr>
      </p:cxnSp>
      <p:cxnSp>
        <p:nvCxnSpPr>
          <p:cNvPr id="569" name="Google Shape;569;p13"/>
          <p:cNvCxnSpPr>
            <a:stCxn id="567" idx="3"/>
            <a:endCxn id="566" idx="2"/>
          </p:cNvCxnSpPr>
          <p:nvPr/>
        </p:nvCxnSpPr>
        <p:spPr>
          <a:xfrm flipH="1" rot="10800000">
            <a:off x="3545570" y="2068225"/>
            <a:ext cx="957600" cy="986700"/>
          </a:xfrm>
          <a:prstGeom prst="straightConnector1">
            <a:avLst/>
          </a:prstGeom>
          <a:noFill/>
          <a:ln cap="flat" cmpd="sng" w="19050">
            <a:solidFill>
              <a:schemeClr val="dk1"/>
            </a:solidFill>
            <a:prstDash val="solid"/>
            <a:miter lim="800000"/>
            <a:headEnd len="sm" w="sm" type="none"/>
            <a:tailEnd len="sm" w="sm" type="none"/>
          </a:ln>
        </p:spPr>
      </p:cxnSp>
      <p:cxnSp>
        <p:nvCxnSpPr>
          <p:cNvPr id="570" name="Google Shape;570;p13"/>
          <p:cNvCxnSpPr>
            <a:stCxn id="566" idx="1"/>
            <a:endCxn id="565" idx="3"/>
          </p:cNvCxnSpPr>
          <p:nvPr/>
        </p:nvCxnSpPr>
        <p:spPr>
          <a:xfrm rot="10800000">
            <a:off x="2278945" y="1846948"/>
            <a:ext cx="1954200" cy="0"/>
          </a:xfrm>
          <a:prstGeom prst="straightConnector1">
            <a:avLst/>
          </a:prstGeom>
          <a:noFill/>
          <a:ln cap="flat" cmpd="sng" w="19050">
            <a:solidFill>
              <a:schemeClr val="dk1"/>
            </a:solidFill>
            <a:prstDash val="solid"/>
            <a:miter lim="800000"/>
            <a:headEnd len="sm" w="sm" type="none"/>
            <a:tailEnd len="sm" w="sm" type="none"/>
          </a:ln>
        </p:spPr>
      </p:cxnSp>
      <p:cxnSp>
        <p:nvCxnSpPr>
          <p:cNvPr id="571" name="Google Shape;571;p13"/>
          <p:cNvCxnSpPr/>
          <p:nvPr/>
        </p:nvCxnSpPr>
        <p:spPr>
          <a:xfrm>
            <a:off x="2507273" y="1773785"/>
            <a:ext cx="1517084" cy="0"/>
          </a:xfrm>
          <a:prstGeom prst="straightConnector1">
            <a:avLst/>
          </a:prstGeom>
          <a:noFill/>
          <a:ln cap="flat" cmpd="sng" w="25400">
            <a:solidFill>
              <a:srgbClr val="EC7061"/>
            </a:solidFill>
            <a:prstDash val="dash"/>
            <a:miter lim="800000"/>
            <a:headEnd len="med" w="med" type="triangle"/>
            <a:tailEnd len="med" w="med" type="triangle"/>
          </a:ln>
        </p:spPr>
      </p:cxnSp>
      <p:sp>
        <p:nvSpPr>
          <p:cNvPr id="572" name="Google Shape;572;p13"/>
          <p:cNvSpPr txBox="1"/>
          <p:nvPr/>
        </p:nvSpPr>
        <p:spPr>
          <a:xfrm>
            <a:off x="1280846" y="1652372"/>
            <a:ext cx="485420"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R1</a:t>
            </a:r>
            <a:endParaRPr/>
          </a:p>
        </p:txBody>
      </p:sp>
      <p:sp>
        <p:nvSpPr>
          <p:cNvPr id="573" name="Google Shape;573;p13"/>
          <p:cNvSpPr txBox="1"/>
          <p:nvPr/>
        </p:nvSpPr>
        <p:spPr>
          <a:xfrm>
            <a:off x="4797696" y="1639938"/>
            <a:ext cx="485420"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R2</a:t>
            </a:r>
            <a:endParaRPr/>
          </a:p>
        </p:txBody>
      </p:sp>
      <p:sp>
        <p:nvSpPr>
          <p:cNvPr id="574" name="Google Shape;574;p13"/>
          <p:cNvSpPr txBox="1"/>
          <p:nvPr/>
        </p:nvSpPr>
        <p:spPr>
          <a:xfrm>
            <a:off x="3060150" y="3267509"/>
            <a:ext cx="485420"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R3</a:t>
            </a:r>
            <a:endParaRPr/>
          </a:p>
        </p:txBody>
      </p:sp>
      <p:cxnSp>
        <p:nvCxnSpPr>
          <p:cNvPr id="575" name="Google Shape;575;p13"/>
          <p:cNvCxnSpPr/>
          <p:nvPr/>
        </p:nvCxnSpPr>
        <p:spPr>
          <a:xfrm>
            <a:off x="2008976" y="2216586"/>
            <a:ext cx="868296" cy="889221"/>
          </a:xfrm>
          <a:prstGeom prst="straightConnector1">
            <a:avLst/>
          </a:prstGeom>
          <a:noFill/>
          <a:ln cap="flat" cmpd="sng" w="25400">
            <a:solidFill>
              <a:srgbClr val="EC7061"/>
            </a:solidFill>
            <a:prstDash val="dash"/>
            <a:miter lim="800000"/>
            <a:headEnd len="med" w="med" type="triangle"/>
            <a:tailEnd len="med" w="med" type="triangle"/>
          </a:ln>
        </p:spPr>
      </p:cxnSp>
      <p:cxnSp>
        <p:nvCxnSpPr>
          <p:cNvPr id="576" name="Google Shape;576;p13"/>
          <p:cNvCxnSpPr/>
          <p:nvPr/>
        </p:nvCxnSpPr>
        <p:spPr>
          <a:xfrm flipH="1">
            <a:off x="3692625" y="2216586"/>
            <a:ext cx="810520" cy="838339"/>
          </a:xfrm>
          <a:prstGeom prst="straightConnector1">
            <a:avLst/>
          </a:prstGeom>
          <a:noFill/>
          <a:ln cap="flat" cmpd="sng" w="25400">
            <a:solidFill>
              <a:srgbClr val="EC7061"/>
            </a:solidFill>
            <a:prstDash val="dash"/>
            <a:miter lim="800000"/>
            <a:headEnd len="med" w="med" type="triangle"/>
            <a:tailEnd len="med" w="med" type="triangle"/>
          </a:ln>
        </p:spPr>
      </p:cxnSp>
      <p:sp>
        <p:nvSpPr>
          <p:cNvPr id="577" name="Google Shape;577;p13"/>
          <p:cNvSpPr txBox="1"/>
          <p:nvPr/>
        </p:nvSpPr>
        <p:spPr>
          <a:xfrm>
            <a:off x="2240886" y="1187749"/>
            <a:ext cx="2089554" cy="584775"/>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Arial"/>
                <a:ea typeface="Arial"/>
                <a:cs typeface="Arial"/>
                <a:sym typeface="Arial"/>
              </a:rPr>
              <a:t>Neighbor relationship setup</a:t>
            </a:r>
            <a:endParaRPr/>
          </a:p>
        </p:txBody>
      </p:sp>
      <p:sp>
        <p:nvSpPr>
          <p:cNvPr id="578" name="Google Shape;578;p13"/>
          <p:cNvSpPr txBox="1"/>
          <p:nvPr/>
        </p:nvSpPr>
        <p:spPr>
          <a:xfrm rot="2682494">
            <a:off x="1245450" y="2604063"/>
            <a:ext cx="1980005" cy="584775"/>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Arial"/>
                <a:ea typeface="Arial"/>
                <a:cs typeface="Arial"/>
                <a:sym typeface="Arial"/>
              </a:rPr>
              <a:t>Neighbor relationship setup</a:t>
            </a:r>
            <a:endParaRPr/>
          </a:p>
        </p:txBody>
      </p:sp>
      <p:sp>
        <p:nvSpPr>
          <p:cNvPr id="579" name="Google Shape;579;p13"/>
          <p:cNvSpPr txBox="1"/>
          <p:nvPr/>
        </p:nvSpPr>
        <p:spPr>
          <a:xfrm rot="-2715121">
            <a:off x="3367992" y="2491396"/>
            <a:ext cx="2036017" cy="584775"/>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Arial"/>
                <a:ea typeface="Arial"/>
                <a:cs typeface="Arial"/>
                <a:sym typeface="Arial"/>
              </a:rPr>
              <a:t>Neighbor relationship setup</a:t>
            </a:r>
            <a:endParaRPr/>
          </a:p>
        </p:txBody>
      </p:sp>
      <p:pic>
        <p:nvPicPr>
          <p:cNvPr id="580" name="Google Shape;580;p13"/>
          <p:cNvPicPr preferRelativeResize="0"/>
          <p:nvPr/>
        </p:nvPicPr>
        <p:blipFill rotWithShape="1">
          <a:blip r:embed="rId3">
            <a:alphaModFix/>
          </a:blip>
          <a:srcRect b="0" l="0" r="0" t="0"/>
          <a:stretch/>
        </p:blipFill>
        <p:spPr>
          <a:xfrm>
            <a:off x="7485115" y="4295618"/>
            <a:ext cx="540000" cy="442800"/>
          </a:xfrm>
          <a:prstGeom prst="rect">
            <a:avLst/>
          </a:prstGeom>
          <a:noFill/>
          <a:ln>
            <a:noFill/>
          </a:ln>
        </p:spPr>
      </p:pic>
      <p:pic>
        <p:nvPicPr>
          <p:cNvPr id="581" name="Google Shape;581;p13"/>
          <p:cNvPicPr preferRelativeResize="0"/>
          <p:nvPr/>
        </p:nvPicPr>
        <p:blipFill rotWithShape="1">
          <a:blip r:embed="rId3">
            <a:alphaModFix/>
          </a:blip>
          <a:srcRect b="0" l="0" r="0" t="0"/>
          <a:stretch/>
        </p:blipFill>
        <p:spPr>
          <a:xfrm>
            <a:off x="9979284" y="4295618"/>
            <a:ext cx="540000" cy="442800"/>
          </a:xfrm>
          <a:prstGeom prst="rect">
            <a:avLst/>
          </a:prstGeom>
          <a:noFill/>
          <a:ln>
            <a:noFill/>
          </a:ln>
        </p:spPr>
      </p:pic>
      <p:pic>
        <p:nvPicPr>
          <p:cNvPr id="582" name="Google Shape;582;p13"/>
          <p:cNvPicPr preferRelativeResize="0"/>
          <p:nvPr/>
        </p:nvPicPr>
        <p:blipFill rotWithShape="1">
          <a:blip r:embed="rId3">
            <a:alphaModFix/>
          </a:blip>
          <a:srcRect b="0" l="0" r="0" t="0"/>
          <a:stretch/>
        </p:blipFill>
        <p:spPr>
          <a:xfrm>
            <a:off x="8751709" y="5503595"/>
            <a:ext cx="540000" cy="442800"/>
          </a:xfrm>
          <a:prstGeom prst="rect">
            <a:avLst/>
          </a:prstGeom>
          <a:noFill/>
          <a:ln>
            <a:noFill/>
          </a:ln>
        </p:spPr>
      </p:pic>
      <p:cxnSp>
        <p:nvCxnSpPr>
          <p:cNvPr id="583" name="Google Shape;583;p13"/>
          <p:cNvCxnSpPr>
            <a:stCxn id="582" idx="1"/>
            <a:endCxn id="580" idx="2"/>
          </p:cNvCxnSpPr>
          <p:nvPr/>
        </p:nvCxnSpPr>
        <p:spPr>
          <a:xfrm rot="10800000">
            <a:off x="7755109" y="4738295"/>
            <a:ext cx="996600" cy="986700"/>
          </a:xfrm>
          <a:prstGeom prst="straightConnector1">
            <a:avLst/>
          </a:prstGeom>
          <a:noFill/>
          <a:ln cap="flat" cmpd="sng" w="19050">
            <a:solidFill>
              <a:schemeClr val="dk1"/>
            </a:solidFill>
            <a:prstDash val="solid"/>
            <a:miter lim="800000"/>
            <a:headEnd len="sm" w="sm" type="none"/>
            <a:tailEnd len="sm" w="sm" type="none"/>
          </a:ln>
        </p:spPr>
      </p:cxnSp>
      <p:cxnSp>
        <p:nvCxnSpPr>
          <p:cNvPr id="584" name="Google Shape;584;p13"/>
          <p:cNvCxnSpPr>
            <a:stCxn id="582" idx="3"/>
            <a:endCxn id="581" idx="2"/>
          </p:cNvCxnSpPr>
          <p:nvPr/>
        </p:nvCxnSpPr>
        <p:spPr>
          <a:xfrm flipH="1" rot="10800000">
            <a:off x="9291709" y="4738295"/>
            <a:ext cx="957600" cy="986700"/>
          </a:xfrm>
          <a:prstGeom prst="straightConnector1">
            <a:avLst/>
          </a:prstGeom>
          <a:noFill/>
          <a:ln cap="flat" cmpd="sng" w="19050">
            <a:solidFill>
              <a:schemeClr val="dk1"/>
            </a:solidFill>
            <a:prstDash val="solid"/>
            <a:miter lim="800000"/>
            <a:headEnd len="sm" w="sm" type="none"/>
            <a:tailEnd len="sm" w="sm" type="none"/>
          </a:ln>
        </p:spPr>
      </p:cxnSp>
      <p:cxnSp>
        <p:nvCxnSpPr>
          <p:cNvPr id="585" name="Google Shape;585;p13"/>
          <p:cNvCxnSpPr>
            <a:stCxn id="581" idx="1"/>
            <a:endCxn id="580" idx="3"/>
          </p:cNvCxnSpPr>
          <p:nvPr/>
        </p:nvCxnSpPr>
        <p:spPr>
          <a:xfrm rot="10800000">
            <a:off x="8025084" y="4517018"/>
            <a:ext cx="1954200" cy="0"/>
          </a:xfrm>
          <a:prstGeom prst="straightConnector1">
            <a:avLst/>
          </a:prstGeom>
          <a:noFill/>
          <a:ln cap="flat" cmpd="sng" w="19050">
            <a:solidFill>
              <a:schemeClr val="dk1"/>
            </a:solidFill>
            <a:prstDash val="solid"/>
            <a:miter lim="800000"/>
            <a:headEnd len="sm" w="sm" type="none"/>
            <a:tailEnd len="sm" w="sm" type="none"/>
          </a:ln>
        </p:spPr>
      </p:cxnSp>
      <p:sp>
        <p:nvSpPr>
          <p:cNvPr id="586" name="Google Shape;586;p13"/>
          <p:cNvSpPr txBox="1"/>
          <p:nvPr/>
        </p:nvSpPr>
        <p:spPr>
          <a:xfrm>
            <a:off x="7026985" y="4322442"/>
            <a:ext cx="485420"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R1</a:t>
            </a:r>
            <a:endParaRPr/>
          </a:p>
        </p:txBody>
      </p:sp>
      <p:sp>
        <p:nvSpPr>
          <p:cNvPr id="587" name="Google Shape;587;p13"/>
          <p:cNvSpPr txBox="1"/>
          <p:nvPr/>
        </p:nvSpPr>
        <p:spPr>
          <a:xfrm>
            <a:off x="10543835" y="4310008"/>
            <a:ext cx="485420"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R2</a:t>
            </a:r>
            <a:endParaRPr/>
          </a:p>
        </p:txBody>
      </p:sp>
      <p:sp>
        <p:nvSpPr>
          <p:cNvPr id="588" name="Google Shape;588;p13"/>
          <p:cNvSpPr txBox="1"/>
          <p:nvPr/>
        </p:nvSpPr>
        <p:spPr>
          <a:xfrm>
            <a:off x="8806289" y="5937579"/>
            <a:ext cx="485420"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R3</a:t>
            </a:r>
            <a:endParaRPr/>
          </a:p>
        </p:txBody>
      </p:sp>
      <p:pic>
        <p:nvPicPr>
          <p:cNvPr id="589" name="Google Shape;589;p13"/>
          <p:cNvPicPr preferRelativeResize="0"/>
          <p:nvPr/>
        </p:nvPicPr>
        <p:blipFill rotWithShape="1">
          <a:blip r:embed="rId3">
            <a:alphaModFix/>
          </a:blip>
          <a:srcRect b="0" l="0" r="0" t="0"/>
          <a:stretch/>
        </p:blipFill>
        <p:spPr>
          <a:xfrm>
            <a:off x="1738976" y="4295618"/>
            <a:ext cx="540000" cy="442800"/>
          </a:xfrm>
          <a:prstGeom prst="rect">
            <a:avLst/>
          </a:prstGeom>
          <a:noFill/>
          <a:ln>
            <a:noFill/>
          </a:ln>
        </p:spPr>
      </p:pic>
      <p:pic>
        <p:nvPicPr>
          <p:cNvPr id="590" name="Google Shape;590;p13"/>
          <p:cNvPicPr preferRelativeResize="0"/>
          <p:nvPr/>
        </p:nvPicPr>
        <p:blipFill rotWithShape="1">
          <a:blip r:embed="rId3">
            <a:alphaModFix/>
          </a:blip>
          <a:srcRect b="0" l="0" r="0" t="0"/>
          <a:stretch/>
        </p:blipFill>
        <p:spPr>
          <a:xfrm>
            <a:off x="4233145" y="4295618"/>
            <a:ext cx="540000" cy="442800"/>
          </a:xfrm>
          <a:prstGeom prst="rect">
            <a:avLst/>
          </a:prstGeom>
          <a:noFill/>
          <a:ln>
            <a:noFill/>
          </a:ln>
        </p:spPr>
      </p:pic>
      <p:pic>
        <p:nvPicPr>
          <p:cNvPr id="591" name="Google Shape;591;p13"/>
          <p:cNvPicPr preferRelativeResize="0"/>
          <p:nvPr/>
        </p:nvPicPr>
        <p:blipFill rotWithShape="1">
          <a:blip r:embed="rId3">
            <a:alphaModFix/>
          </a:blip>
          <a:srcRect b="0" l="0" r="0" t="0"/>
          <a:stretch/>
        </p:blipFill>
        <p:spPr>
          <a:xfrm>
            <a:off x="3005570" y="5503595"/>
            <a:ext cx="540000" cy="442800"/>
          </a:xfrm>
          <a:prstGeom prst="rect">
            <a:avLst/>
          </a:prstGeom>
          <a:noFill/>
          <a:ln>
            <a:noFill/>
          </a:ln>
        </p:spPr>
      </p:pic>
      <p:cxnSp>
        <p:nvCxnSpPr>
          <p:cNvPr id="592" name="Google Shape;592;p13"/>
          <p:cNvCxnSpPr>
            <a:stCxn id="591" idx="1"/>
            <a:endCxn id="589" idx="2"/>
          </p:cNvCxnSpPr>
          <p:nvPr/>
        </p:nvCxnSpPr>
        <p:spPr>
          <a:xfrm rot="10800000">
            <a:off x="2008970" y="4738295"/>
            <a:ext cx="996600" cy="986700"/>
          </a:xfrm>
          <a:prstGeom prst="straightConnector1">
            <a:avLst/>
          </a:prstGeom>
          <a:noFill/>
          <a:ln cap="flat" cmpd="sng" w="19050">
            <a:solidFill>
              <a:schemeClr val="dk1"/>
            </a:solidFill>
            <a:prstDash val="solid"/>
            <a:miter lim="800000"/>
            <a:headEnd len="sm" w="sm" type="none"/>
            <a:tailEnd len="sm" w="sm" type="none"/>
          </a:ln>
        </p:spPr>
      </p:cxnSp>
      <p:cxnSp>
        <p:nvCxnSpPr>
          <p:cNvPr id="593" name="Google Shape;593;p13"/>
          <p:cNvCxnSpPr>
            <a:stCxn id="591" idx="3"/>
            <a:endCxn id="590" idx="2"/>
          </p:cNvCxnSpPr>
          <p:nvPr/>
        </p:nvCxnSpPr>
        <p:spPr>
          <a:xfrm flipH="1" rot="10800000">
            <a:off x="3545570" y="4738295"/>
            <a:ext cx="957600" cy="986700"/>
          </a:xfrm>
          <a:prstGeom prst="straightConnector1">
            <a:avLst/>
          </a:prstGeom>
          <a:noFill/>
          <a:ln cap="flat" cmpd="sng" w="19050">
            <a:solidFill>
              <a:schemeClr val="dk1"/>
            </a:solidFill>
            <a:prstDash val="solid"/>
            <a:miter lim="800000"/>
            <a:headEnd len="sm" w="sm" type="none"/>
            <a:tailEnd len="sm" w="sm" type="none"/>
          </a:ln>
        </p:spPr>
      </p:cxnSp>
      <p:cxnSp>
        <p:nvCxnSpPr>
          <p:cNvPr id="594" name="Google Shape;594;p13"/>
          <p:cNvCxnSpPr>
            <a:stCxn id="590" idx="1"/>
            <a:endCxn id="589" idx="3"/>
          </p:cNvCxnSpPr>
          <p:nvPr/>
        </p:nvCxnSpPr>
        <p:spPr>
          <a:xfrm rot="10800000">
            <a:off x="2278945" y="4517018"/>
            <a:ext cx="1954200" cy="0"/>
          </a:xfrm>
          <a:prstGeom prst="straightConnector1">
            <a:avLst/>
          </a:prstGeom>
          <a:noFill/>
          <a:ln cap="flat" cmpd="sng" w="19050">
            <a:solidFill>
              <a:schemeClr val="dk1"/>
            </a:solidFill>
            <a:prstDash val="solid"/>
            <a:miter lim="800000"/>
            <a:headEnd len="sm" w="sm" type="none"/>
            <a:tailEnd len="sm" w="sm" type="none"/>
          </a:ln>
        </p:spPr>
      </p:cxnSp>
      <p:sp>
        <p:nvSpPr>
          <p:cNvPr id="595" name="Google Shape;595;p13"/>
          <p:cNvSpPr txBox="1"/>
          <p:nvPr/>
        </p:nvSpPr>
        <p:spPr>
          <a:xfrm>
            <a:off x="1280846" y="4322442"/>
            <a:ext cx="485420"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R1</a:t>
            </a:r>
            <a:endParaRPr/>
          </a:p>
        </p:txBody>
      </p:sp>
      <p:sp>
        <p:nvSpPr>
          <p:cNvPr id="596" name="Google Shape;596;p13"/>
          <p:cNvSpPr txBox="1"/>
          <p:nvPr/>
        </p:nvSpPr>
        <p:spPr>
          <a:xfrm>
            <a:off x="4797696" y="4310008"/>
            <a:ext cx="485420"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R2</a:t>
            </a:r>
            <a:endParaRPr/>
          </a:p>
        </p:txBody>
      </p:sp>
      <p:sp>
        <p:nvSpPr>
          <p:cNvPr id="597" name="Google Shape;597;p13"/>
          <p:cNvSpPr txBox="1"/>
          <p:nvPr/>
        </p:nvSpPr>
        <p:spPr>
          <a:xfrm>
            <a:off x="3060150" y="5937579"/>
            <a:ext cx="485420"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R3</a:t>
            </a:r>
            <a:endParaRPr/>
          </a:p>
        </p:txBody>
      </p:sp>
      <p:sp>
        <p:nvSpPr>
          <p:cNvPr id="598" name="Google Shape;598;p13"/>
          <p:cNvSpPr txBox="1"/>
          <p:nvPr/>
        </p:nvSpPr>
        <p:spPr>
          <a:xfrm>
            <a:off x="1111796" y="3887791"/>
            <a:ext cx="1859571"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Path computation</a:t>
            </a:r>
            <a:endParaRPr/>
          </a:p>
        </p:txBody>
      </p:sp>
      <p:sp>
        <p:nvSpPr>
          <p:cNvPr id="599" name="Google Shape;599;p13"/>
          <p:cNvSpPr txBox="1"/>
          <p:nvPr/>
        </p:nvSpPr>
        <p:spPr>
          <a:xfrm>
            <a:off x="3505562" y="3887791"/>
            <a:ext cx="1980838"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Path computation</a:t>
            </a:r>
            <a:endParaRPr/>
          </a:p>
        </p:txBody>
      </p:sp>
      <p:sp>
        <p:nvSpPr>
          <p:cNvPr id="600" name="Google Shape;600;p13"/>
          <p:cNvSpPr txBox="1"/>
          <p:nvPr/>
        </p:nvSpPr>
        <p:spPr>
          <a:xfrm>
            <a:off x="1145136" y="5916989"/>
            <a:ext cx="1907409"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Path computation</a:t>
            </a:r>
            <a:endParaRPr/>
          </a:p>
        </p:txBody>
      </p:sp>
      <p:sp>
        <p:nvSpPr>
          <p:cNvPr id="601" name="Google Shape;601;p13"/>
          <p:cNvSpPr/>
          <p:nvPr/>
        </p:nvSpPr>
        <p:spPr>
          <a:xfrm rot="5400000">
            <a:off x="3467159" y="5413086"/>
            <a:ext cx="972237" cy="815415"/>
          </a:xfrm>
          <a:custGeom>
            <a:rect b="b" l="l" r="r" t="t"/>
            <a:pathLst>
              <a:path extrusionOk="0" h="2021791" w="4800518">
                <a:moveTo>
                  <a:pt x="1961299" y="2021791"/>
                </a:moveTo>
                <a:lnTo>
                  <a:pt x="0" y="15240"/>
                </a:lnTo>
                <a:lnTo>
                  <a:pt x="4800518" y="0"/>
                </a:lnTo>
                <a:lnTo>
                  <a:pt x="2772069" y="2019868"/>
                </a:lnTo>
                <a:lnTo>
                  <a:pt x="1961299" y="2021791"/>
                </a:lnTo>
                <a:close/>
              </a:path>
            </a:pathLst>
          </a:custGeom>
          <a:gradFill>
            <a:gsLst>
              <a:gs pos="0">
                <a:schemeClr val="lt1"/>
              </a:gs>
              <a:gs pos="100000">
                <a:srgbClr val="00B0F0"/>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Arial"/>
              <a:ea typeface="Arial"/>
              <a:cs typeface="Arial"/>
              <a:sym typeface="Arial"/>
            </a:endParaRPr>
          </a:p>
        </p:txBody>
      </p:sp>
      <p:sp>
        <p:nvSpPr>
          <p:cNvPr id="602" name="Google Shape;602;p13"/>
          <p:cNvSpPr/>
          <p:nvPr/>
        </p:nvSpPr>
        <p:spPr>
          <a:xfrm>
            <a:off x="4123256" y="5112079"/>
            <a:ext cx="1299778" cy="1277787"/>
          </a:xfrm>
          <a:prstGeom prst="ellipse">
            <a:avLst/>
          </a:prstGeom>
          <a:noFill/>
          <a:ln cap="flat" cmpd="sng" w="12700">
            <a:solidFill>
              <a:srgbClr val="151515"/>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Arial"/>
              <a:ea typeface="Arial"/>
              <a:cs typeface="Arial"/>
              <a:sym typeface="Arial"/>
            </a:endParaRPr>
          </a:p>
        </p:txBody>
      </p:sp>
      <p:sp>
        <p:nvSpPr>
          <p:cNvPr id="603" name="Google Shape;603;p13"/>
          <p:cNvSpPr/>
          <p:nvPr/>
        </p:nvSpPr>
        <p:spPr>
          <a:xfrm>
            <a:off x="4237252" y="5346267"/>
            <a:ext cx="282142" cy="282142"/>
          </a:xfrm>
          <a:prstGeom prst="ellipse">
            <a:avLst/>
          </a:prstGeom>
          <a:noFill/>
          <a:ln cap="flat" cmpd="sng" w="19050">
            <a:solidFill>
              <a:schemeClr val="dk1"/>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1</a:t>
            </a:r>
            <a:endParaRPr/>
          </a:p>
        </p:txBody>
      </p:sp>
      <p:sp>
        <p:nvSpPr>
          <p:cNvPr id="604" name="Google Shape;604;p13"/>
          <p:cNvSpPr/>
          <p:nvPr/>
        </p:nvSpPr>
        <p:spPr>
          <a:xfrm>
            <a:off x="5020927" y="5352151"/>
            <a:ext cx="282142" cy="282142"/>
          </a:xfrm>
          <a:prstGeom prst="ellipse">
            <a:avLst/>
          </a:prstGeom>
          <a:noFill/>
          <a:ln cap="flat" cmpd="sng" w="19050">
            <a:solidFill>
              <a:schemeClr val="dk1"/>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2</a:t>
            </a:r>
            <a:endParaRPr/>
          </a:p>
        </p:txBody>
      </p:sp>
      <p:sp>
        <p:nvSpPr>
          <p:cNvPr id="605" name="Google Shape;605;p13"/>
          <p:cNvSpPr/>
          <p:nvPr/>
        </p:nvSpPr>
        <p:spPr>
          <a:xfrm>
            <a:off x="4632074" y="6040653"/>
            <a:ext cx="282142" cy="282142"/>
          </a:xfrm>
          <a:prstGeom prst="ellipse">
            <a:avLst/>
          </a:prstGeom>
          <a:noFill/>
          <a:ln cap="flat" cmpd="sng" w="19050">
            <a:solidFill>
              <a:schemeClr val="dk1"/>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US" sz="1600">
                <a:solidFill>
                  <a:srgbClr val="000000"/>
                </a:solidFill>
                <a:latin typeface="Arial"/>
                <a:ea typeface="Arial"/>
                <a:cs typeface="Arial"/>
                <a:sym typeface="Arial"/>
              </a:rPr>
              <a:t>3</a:t>
            </a:r>
            <a:endParaRPr/>
          </a:p>
        </p:txBody>
      </p:sp>
      <p:grpSp>
        <p:nvGrpSpPr>
          <p:cNvPr id="606" name="Google Shape;606;p13"/>
          <p:cNvGrpSpPr/>
          <p:nvPr/>
        </p:nvGrpSpPr>
        <p:grpSpPr>
          <a:xfrm>
            <a:off x="4528285" y="5390033"/>
            <a:ext cx="492642" cy="168920"/>
            <a:chOff x="5928528" y="1911781"/>
            <a:chExt cx="538143" cy="205252"/>
          </a:xfrm>
        </p:grpSpPr>
        <p:cxnSp>
          <p:nvCxnSpPr>
            <p:cNvPr id="607" name="Google Shape;607;p13"/>
            <p:cNvCxnSpPr/>
            <p:nvPr/>
          </p:nvCxnSpPr>
          <p:spPr>
            <a:xfrm>
              <a:off x="5928528" y="2117033"/>
              <a:ext cx="538143" cy="0"/>
            </a:xfrm>
            <a:prstGeom prst="straightConnector1">
              <a:avLst/>
            </a:prstGeom>
            <a:noFill/>
            <a:ln cap="flat" cmpd="sng" w="25400">
              <a:solidFill>
                <a:srgbClr val="EC7061"/>
              </a:solidFill>
              <a:prstDash val="solid"/>
              <a:miter lim="800000"/>
              <a:headEnd len="sm" w="sm" type="none"/>
              <a:tailEnd len="med" w="med" type="triangle"/>
            </a:ln>
          </p:spPr>
        </p:cxnSp>
        <p:cxnSp>
          <p:nvCxnSpPr>
            <p:cNvPr id="608" name="Google Shape;608;p13"/>
            <p:cNvCxnSpPr/>
            <p:nvPr/>
          </p:nvCxnSpPr>
          <p:spPr>
            <a:xfrm rot="10800000">
              <a:off x="5928528" y="1911781"/>
              <a:ext cx="530328" cy="0"/>
            </a:xfrm>
            <a:prstGeom prst="straightConnector1">
              <a:avLst/>
            </a:prstGeom>
            <a:noFill/>
            <a:ln cap="flat" cmpd="sng" w="25400">
              <a:solidFill>
                <a:srgbClr val="EC7061"/>
              </a:solidFill>
              <a:prstDash val="solid"/>
              <a:miter lim="800000"/>
              <a:headEnd len="sm" w="sm" type="none"/>
              <a:tailEnd len="med" w="med" type="triangle"/>
            </a:ln>
          </p:spPr>
        </p:cxnSp>
      </p:grpSp>
      <p:grpSp>
        <p:nvGrpSpPr>
          <p:cNvPr id="609" name="Google Shape;609;p13"/>
          <p:cNvGrpSpPr/>
          <p:nvPr/>
        </p:nvGrpSpPr>
        <p:grpSpPr>
          <a:xfrm rot="2959008">
            <a:off x="4185745" y="5819001"/>
            <a:ext cx="492642" cy="168920"/>
            <a:chOff x="5928528" y="1911781"/>
            <a:chExt cx="538143" cy="205252"/>
          </a:xfrm>
        </p:grpSpPr>
        <p:cxnSp>
          <p:nvCxnSpPr>
            <p:cNvPr id="610" name="Google Shape;610;p13"/>
            <p:cNvCxnSpPr/>
            <p:nvPr/>
          </p:nvCxnSpPr>
          <p:spPr>
            <a:xfrm>
              <a:off x="5928528" y="2117033"/>
              <a:ext cx="538143" cy="0"/>
            </a:xfrm>
            <a:prstGeom prst="straightConnector1">
              <a:avLst/>
            </a:prstGeom>
            <a:noFill/>
            <a:ln cap="flat" cmpd="sng" w="25400">
              <a:solidFill>
                <a:srgbClr val="EC7061"/>
              </a:solidFill>
              <a:prstDash val="solid"/>
              <a:miter lim="800000"/>
              <a:headEnd len="sm" w="sm" type="none"/>
              <a:tailEnd len="med" w="med" type="triangle"/>
            </a:ln>
          </p:spPr>
        </p:cxnSp>
        <p:cxnSp>
          <p:nvCxnSpPr>
            <p:cNvPr id="611" name="Google Shape;611;p13"/>
            <p:cNvCxnSpPr/>
            <p:nvPr/>
          </p:nvCxnSpPr>
          <p:spPr>
            <a:xfrm rot="10800000">
              <a:off x="5928528" y="1911781"/>
              <a:ext cx="530328" cy="0"/>
            </a:xfrm>
            <a:prstGeom prst="straightConnector1">
              <a:avLst/>
            </a:prstGeom>
            <a:noFill/>
            <a:ln cap="flat" cmpd="sng" w="25400">
              <a:solidFill>
                <a:srgbClr val="EC7061"/>
              </a:solidFill>
              <a:prstDash val="solid"/>
              <a:miter lim="800000"/>
              <a:headEnd len="sm" w="sm" type="none"/>
              <a:tailEnd len="med" w="med" type="triangle"/>
            </a:ln>
          </p:spPr>
        </p:cxnSp>
      </p:grpSp>
      <p:grpSp>
        <p:nvGrpSpPr>
          <p:cNvPr id="612" name="Google Shape;612;p13"/>
          <p:cNvGrpSpPr/>
          <p:nvPr/>
        </p:nvGrpSpPr>
        <p:grpSpPr>
          <a:xfrm rot="-3908844">
            <a:off x="4865969" y="5805220"/>
            <a:ext cx="492642" cy="168920"/>
            <a:chOff x="5928528" y="1911781"/>
            <a:chExt cx="538143" cy="205252"/>
          </a:xfrm>
        </p:grpSpPr>
        <p:cxnSp>
          <p:nvCxnSpPr>
            <p:cNvPr id="613" name="Google Shape;613;p13"/>
            <p:cNvCxnSpPr/>
            <p:nvPr/>
          </p:nvCxnSpPr>
          <p:spPr>
            <a:xfrm>
              <a:off x="5928528" y="2117033"/>
              <a:ext cx="538143" cy="0"/>
            </a:xfrm>
            <a:prstGeom prst="straightConnector1">
              <a:avLst/>
            </a:prstGeom>
            <a:noFill/>
            <a:ln cap="flat" cmpd="sng" w="25400">
              <a:solidFill>
                <a:srgbClr val="EC7061"/>
              </a:solidFill>
              <a:prstDash val="solid"/>
              <a:miter lim="800000"/>
              <a:headEnd len="sm" w="sm" type="none"/>
              <a:tailEnd len="med" w="med" type="triangle"/>
            </a:ln>
          </p:spPr>
        </p:cxnSp>
        <p:cxnSp>
          <p:nvCxnSpPr>
            <p:cNvPr id="614" name="Google Shape;614;p13"/>
            <p:cNvCxnSpPr/>
            <p:nvPr/>
          </p:nvCxnSpPr>
          <p:spPr>
            <a:xfrm rot="10800000">
              <a:off x="5928528" y="1911781"/>
              <a:ext cx="530328" cy="0"/>
            </a:xfrm>
            <a:prstGeom prst="straightConnector1">
              <a:avLst/>
            </a:prstGeom>
            <a:noFill/>
            <a:ln cap="flat" cmpd="sng" w="25400">
              <a:solidFill>
                <a:srgbClr val="EC7061"/>
              </a:solidFill>
              <a:prstDash val="solid"/>
              <a:miter lim="800000"/>
              <a:headEnd len="sm" w="sm" type="none"/>
              <a:tailEnd len="med" w="med" type="triangle"/>
            </a:ln>
          </p:spPr>
        </p:cxnSp>
      </p:grpSp>
      <p:sp>
        <p:nvSpPr>
          <p:cNvPr id="615" name="Google Shape;615;p13"/>
          <p:cNvSpPr/>
          <p:nvPr/>
        </p:nvSpPr>
        <p:spPr>
          <a:xfrm>
            <a:off x="7343080" y="1262984"/>
            <a:ext cx="775633" cy="330460"/>
          </a:xfrm>
          <a:prstGeom prst="roundRect">
            <a:avLst>
              <a:gd fmla="val 15000" name="adj"/>
            </a:avLst>
          </a:prstGeom>
          <a:solidFill>
            <a:srgbClr val="F4FBFE"/>
          </a:solidFill>
          <a:ln cap="flat" cmpd="sng" w="12700">
            <a:solidFill>
              <a:srgbClr val="00B0F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Arial"/>
                <a:ea typeface="Arial"/>
                <a:cs typeface="Arial"/>
                <a:sym typeface="Arial"/>
              </a:rPr>
              <a:t>LSDB</a:t>
            </a:r>
            <a:endParaRPr/>
          </a:p>
        </p:txBody>
      </p:sp>
      <p:sp>
        <p:nvSpPr>
          <p:cNvPr id="616" name="Google Shape;616;p13"/>
          <p:cNvSpPr/>
          <p:nvPr/>
        </p:nvSpPr>
        <p:spPr>
          <a:xfrm>
            <a:off x="9861467" y="1262984"/>
            <a:ext cx="775633" cy="330460"/>
          </a:xfrm>
          <a:prstGeom prst="roundRect">
            <a:avLst>
              <a:gd fmla="val 15000" name="adj"/>
            </a:avLst>
          </a:prstGeom>
          <a:solidFill>
            <a:srgbClr val="F4FBFE"/>
          </a:solidFill>
          <a:ln cap="flat" cmpd="sng" w="12700">
            <a:solidFill>
              <a:srgbClr val="00B0F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Arial"/>
                <a:ea typeface="Arial"/>
                <a:cs typeface="Arial"/>
                <a:sym typeface="Arial"/>
              </a:rPr>
              <a:t>LSDB</a:t>
            </a:r>
            <a:endParaRPr/>
          </a:p>
        </p:txBody>
      </p:sp>
      <p:sp>
        <p:nvSpPr>
          <p:cNvPr id="617" name="Google Shape;617;p13"/>
          <p:cNvSpPr/>
          <p:nvPr/>
        </p:nvSpPr>
        <p:spPr>
          <a:xfrm>
            <a:off x="9248277" y="3342963"/>
            <a:ext cx="775633" cy="330460"/>
          </a:xfrm>
          <a:prstGeom prst="roundRect">
            <a:avLst>
              <a:gd fmla="val 15000" name="adj"/>
            </a:avLst>
          </a:prstGeom>
          <a:solidFill>
            <a:srgbClr val="F4FBFE"/>
          </a:solidFill>
          <a:ln cap="flat" cmpd="sng" w="12700">
            <a:solidFill>
              <a:srgbClr val="00B0F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Arial"/>
                <a:ea typeface="Arial"/>
                <a:cs typeface="Arial"/>
                <a:sym typeface="Arial"/>
              </a:rPr>
              <a:t>LSDB</a:t>
            </a:r>
            <a:endParaRPr/>
          </a:p>
        </p:txBody>
      </p:sp>
      <p:sp>
        <p:nvSpPr>
          <p:cNvPr id="618" name="Google Shape;618;p13"/>
          <p:cNvSpPr/>
          <p:nvPr/>
        </p:nvSpPr>
        <p:spPr>
          <a:xfrm>
            <a:off x="7343080" y="3881282"/>
            <a:ext cx="706646" cy="330460"/>
          </a:xfrm>
          <a:prstGeom prst="roundRect">
            <a:avLst>
              <a:gd fmla="val 15000" name="adj"/>
            </a:avLst>
          </a:prstGeom>
          <a:solidFill>
            <a:srgbClr val="F4FBFE"/>
          </a:solidFill>
          <a:ln cap="flat" cmpd="sng" w="12700">
            <a:solidFill>
              <a:srgbClr val="00B0F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Arial"/>
                <a:ea typeface="Arial"/>
                <a:cs typeface="Arial"/>
                <a:sym typeface="Arial"/>
              </a:rPr>
              <a:t>RIB</a:t>
            </a:r>
            <a:endParaRPr/>
          </a:p>
        </p:txBody>
      </p:sp>
      <p:sp>
        <p:nvSpPr>
          <p:cNvPr id="619" name="Google Shape;619;p13"/>
          <p:cNvSpPr/>
          <p:nvPr/>
        </p:nvSpPr>
        <p:spPr>
          <a:xfrm>
            <a:off x="9930454" y="3881282"/>
            <a:ext cx="706646" cy="330460"/>
          </a:xfrm>
          <a:prstGeom prst="roundRect">
            <a:avLst>
              <a:gd fmla="val 15000" name="adj"/>
            </a:avLst>
          </a:prstGeom>
          <a:solidFill>
            <a:srgbClr val="F4FBFE"/>
          </a:solidFill>
          <a:ln cap="flat" cmpd="sng" w="12700">
            <a:solidFill>
              <a:srgbClr val="00B0F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Arial"/>
                <a:ea typeface="Arial"/>
                <a:cs typeface="Arial"/>
                <a:sym typeface="Arial"/>
              </a:rPr>
              <a:t>RIB</a:t>
            </a:r>
            <a:endParaRPr/>
          </a:p>
        </p:txBody>
      </p:sp>
      <p:sp>
        <p:nvSpPr>
          <p:cNvPr id="620" name="Google Shape;620;p13"/>
          <p:cNvSpPr/>
          <p:nvPr/>
        </p:nvSpPr>
        <p:spPr>
          <a:xfrm>
            <a:off x="9317264" y="5795786"/>
            <a:ext cx="706646" cy="330460"/>
          </a:xfrm>
          <a:prstGeom prst="roundRect">
            <a:avLst>
              <a:gd fmla="val 15000" name="adj"/>
            </a:avLst>
          </a:prstGeom>
          <a:solidFill>
            <a:srgbClr val="F4FBFE"/>
          </a:solidFill>
          <a:ln cap="flat" cmpd="sng" w="12700">
            <a:solidFill>
              <a:srgbClr val="00B0F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Arial"/>
                <a:ea typeface="Arial"/>
                <a:cs typeface="Arial"/>
                <a:sym typeface="Arial"/>
              </a:rPr>
              <a:t>RIB</a:t>
            </a:r>
            <a:endParaRPr/>
          </a:p>
        </p:txBody>
      </p:sp>
      <p:sp>
        <p:nvSpPr>
          <p:cNvPr id="621" name="Google Shape;621;p13"/>
          <p:cNvSpPr txBox="1"/>
          <p:nvPr/>
        </p:nvSpPr>
        <p:spPr>
          <a:xfrm>
            <a:off x="6132763" y="6029770"/>
            <a:ext cx="2820431" cy="30777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RIB: Routing Information Base</a:t>
            </a:r>
            <a:endParaRPr/>
          </a:p>
        </p:txBody>
      </p:sp>
      <p:sp>
        <p:nvSpPr>
          <p:cNvPr id="622" name="Google Shape;622;p13"/>
          <p:cNvSpPr txBox="1"/>
          <p:nvPr/>
        </p:nvSpPr>
        <p:spPr>
          <a:xfrm>
            <a:off x="8049727" y="4082901"/>
            <a:ext cx="1974184"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Route  generation</a:t>
            </a:r>
            <a:endParaRPr/>
          </a:p>
        </p:txBody>
      </p:sp>
      <p:sp>
        <p:nvSpPr>
          <p:cNvPr id="623" name="Google Shape;623;p13"/>
          <p:cNvSpPr/>
          <p:nvPr/>
        </p:nvSpPr>
        <p:spPr>
          <a:xfrm>
            <a:off x="5699929" y="3389144"/>
            <a:ext cx="252000" cy="252000"/>
          </a:xfrm>
          <a:prstGeom prst="ellipse">
            <a:avLst/>
          </a:prstGeom>
          <a:solidFill>
            <a:srgbClr val="00B0F0"/>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1</a:t>
            </a:r>
            <a:endParaRPr/>
          </a:p>
        </p:txBody>
      </p:sp>
      <p:sp>
        <p:nvSpPr>
          <p:cNvPr id="624" name="Google Shape;624;p13"/>
          <p:cNvSpPr/>
          <p:nvPr/>
        </p:nvSpPr>
        <p:spPr>
          <a:xfrm>
            <a:off x="6270623" y="3389144"/>
            <a:ext cx="252000" cy="252000"/>
          </a:xfrm>
          <a:prstGeom prst="ellipse">
            <a:avLst/>
          </a:prstGeom>
          <a:solidFill>
            <a:srgbClr val="00B0F0"/>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2</a:t>
            </a:r>
            <a:endParaRPr/>
          </a:p>
        </p:txBody>
      </p:sp>
      <p:sp>
        <p:nvSpPr>
          <p:cNvPr id="625" name="Google Shape;625;p13"/>
          <p:cNvSpPr/>
          <p:nvPr/>
        </p:nvSpPr>
        <p:spPr>
          <a:xfrm>
            <a:off x="5699929" y="3881282"/>
            <a:ext cx="252000" cy="252000"/>
          </a:xfrm>
          <a:prstGeom prst="ellipse">
            <a:avLst/>
          </a:prstGeom>
          <a:solidFill>
            <a:srgbClr val="00B0F0"/>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3</a:t>
            </a:r>
            <a:endParaRPr/>
          </a:p>
        </p:txBody>
      </p:sp>
      <p:sp>
        <p:nvSpPr>
          <p:cNvPr id="626" name="Google Shape;626;p13"/>
          <p:cNvSpPr/>
          <p:nvPr/>
        </p:nvSpPr>
        <p:spPr>
          <a:xfrm>
            <a:off x="6270623" y="3881282"/>
            <a:ext cx="252000" cy="252000"/>
          </a:xfrm>
          <a:prstGeom prst="ellipse">
            <a:avLst/>
          </a:prstGeom>
          <a:solidFill>
            <a:srgbClr val="00B0F0"/>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4</a:t>
            </a:r>
            <a:endParaRPr/>
          </a:p>
        </p:txBody>
      </p:sp>
      <p:cxnSp>
        <p:nvCxnSpPr>
          <p:cNvPr id="627" name="Google Shape;627;p13"/>
          <p:cNvCxnSpPr/>
          <p:nvPr/>
        </p:nvCxnSpPr>
        <p:spPr>
          <a:xfrm>
            <a:off x="927100" y="3733134"/>
            <a:ext cx="10223500" cy="0"/>
          </a:xfrm>
          <a:prstGeom prst="straightConnector1">
            <a:avLst/>
          </a:prstGeom>
          <a:noFill/>
          <a:ln cap="flat" cmpd="sng" w="19050">
            <a:solidFill>
              <a:schemeClr val="accent1"/>
            </a:solidFill>
            <a:prstDash val="solid"/>
            <a:miter lim="800000"/>
            <a:headEnd len="sm" w="sm" type="none"/>
            <a:tailEnd len="sm" w="sm" type="none"/>
          </a:ln>
        </p:spPr>
      </p:cxnSp>
      <p:cxnSp>
        <p:nvCxnSpPr>
          <p:cNvPr id="628" name="Google Shape;628;p13"/>
          <p:cNvCxnSpPr/>
          <p:nvPr/>
        </p:nvCxnSpPr>
        <p:spPr>
          <a:xfrm>
            <a:off x="6096000" y="1266451"/>
            <a:ext cx="0" cy="5081295"/>
          </a:xfrm>
          <a:prstGeom prst="straightConnector1">
            <a:avLst/>
          </a:prstGeom>
          <a:noFill/>
          <a:ln cap="flat" cmpd="sng" w="19050">
            <a:solidFill>
              <a:schemeClr val="accent1"/>
            </a:solidFill>
            <a:prstDash val="solid"/>
            <a:miter lim="800000"/>
            <a:headEnd len="sm" w="sm" type="none"/>
            <a:tailEnd len="sm" w="sm" type="none"/>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14"/>
          <p:cNvSpPr txBox="1"/>
          <p:nvPr>
            <p:ph idx="1" type="body"/>
          </p:nvPr>
        </p:nvSpPr>
        <p:spPr>
          <a:xfrm>
            <a:off x="451877" y="1242453"/>
            <a:ext cx="11306175" cy="4680000"/>
          </a:xfrm>
          <a:prstGeom prst="rect">
            <a:avLst/>
          </a:prstGeom>
          <a:noFill/>
          <a:ln>
            <a:noFill/>
          </a:ln>
        </p:spPr>
        <p:txBody>
          <a:bodyPr anchorCtr="0" anchor="t" bIns="40050" lIns="80125" spcFirstLastPara="1" rIns="80125" wrap="square" tIns="40050">
            <a:noAutofit/>
          </a:bodyPr>
          <a:lstStyle/>
          <a:p>
            <a:pPr indent="-302279" lvl="0" marL="302279" rtl="0" algn="just">
              <a:lnSpc>
                <a:spcPct val="160000"/>
              </a:lnSpc>
              <a:spcBef>
                <a:spcPts val="0"/>
              </a:spcBef>
              <a:spcAft>
                <a:spcPts val="0"/>
              </a:spcAft>
              <a:buClr>
                <a:schemeClr val="dk1"/>
              </a:buClr>
              <a:buSzPts val="800"/>
              <a:buChar char="●"/>
            </a:pPr>
            <a:r>
              <a:rPr lang="en-US" sz="1600"/>
              <a:t>OSPF is a typical link-state routing protocol and one of the widely used IGPs in the industry.</a:t>
            </a:r>
            <a:endParaRPr/>
          </a:p>
          <a:p>
            <a:pPr indent="-302279" lvl="0" marL="302279" rtl="0" algn="just">
              <a:lnSpc>
                <a:spcPct val="160000"/>
              </a:lnSpc>
              <a:spcBef>
                <a:spcPts val="792"/>
              </a:spcBef>
              <a:spcAft>
                <a:spcPts val="0"/>
              </a:spcAft>
              <a:buClr>
                <a:schemeClr val="dk1"/>
              </a:buClr>
              <a:buSzPts val="800"/>
              <a:buChar char="●"/>
            </a:pPr>
            <a:r>
              <a:rPr lang="en-US" sz="1600"/>
              <a:t>OSPFv2, as defined in RFC 2328, is designed for IPv4. OSPFv3, as defined in RFC 2740, is designed for IPv6. Unless otherwise specified, OSPF in this presentation refers to OSPFv2.</a:t>
            </a:r>
            <a:endParaRPr/>
          </a:p>
          <a:p>
            <a:pPr indent="-302279" lvl="0" marL="302279" rtl="0" algn="just">
              <a:lnSpc>
                <a:spcPct val="160000"/>
              </a:lnSpc>
              <a:spcBef>
                <a:spcPts val="792"/>
              </a:spcBef>
              <a:spcAft>
                <a:spcPts val="0"/>
              </a:spcAft>
              <a:buClr>
                <a:schemeClr val="dk1"/>
              </a:buClr>
              <a:buSzPts val="800"/>
              <a:buChar char="●"/>
            </a:pPr>
            <a:r>
              <a:rPr lang="en-US" sz="1600"/>
              <a:t>OSPF routers exchange link status information, but not routes. Link status information is key information for OSPF to perform topology and route calculation.</a:t>
            </a:r>
            <a:endParaRPr/>
          </a:p>
          <a:p>
            <a:pPr indent="-302279" lvl="0" marL="302279" rtl="0" algn="just">
              <a:lnSpc>
                <a:spcPct val="160000"/>
              </a:lnSpc>
              <a:spcBef>
                <a:spcPts val="792"/>
              </a:spcBef>
              <a:spcAft>
                <a:spcPts val="0"/>
              </a:spcAft>
              <a:buClr>
                <a:schemeClr val="dk1"/>
              </a:buClr>
              <a:buSzPts val="800"/>
              <a:buChar char="●"/>
            </a:pPr>
            <a:r>
              <a:rPr lang="en-US" sz="1600"/>
              <a:t>An OSPF router collects link status information on a network and stores the information in the LSDB. Routers are aware of the intra-area network topology and be able to calculate loop-free paths.</a:t>
            </a:r>
            <a:endParaRPr/>
          </a:p>
          <a:p>
            <a:pPr indent="-302279" lvl="0" marL="302279" rtl="0" algn="just">
              <a:lnSpc>
                <a:spcPct val="160000"/>
              </a:lnSpc>
              <a:spcBef>
                <a:spcPts val="792"/>
              </a:spcBef>
              <a:spcAft>
                <a:spcPts val="0"/>
              </a:spcAft>
              <a:buClr>
                <a:schemeClr val="dk1"/>
              </a:buClr>
              <a:buSzPts val="800"/>
              <a:buChar char="●"/>
            </a:pPr>
            <a:r>
              <a:rPr lang="en-US" sz="1600"/>
              <a:t>Each OSPF router uses the SPF algorithm to calculate the shortest path to a specific destination. Routers generate routes based on these paths and install the routes to the routing table.</a:t>
            </a:r>
            <a:endParaRPr/>
          </a:p>
          <a:p>
            <a:pPr indent="-302279" lvl="0" marL="302279" rtl="0" algn="just">
              <a:lnSpc>
                <a:spcPct val="160000"/>
              </a:lnSpc>
              <a:spcBef>
                <a:spcPts val="792"/>
              </a:spcBef>
              <a:spcAft>
                <a:spcPts val="0"/>
              </a:spcAft>
              <a:buClr>
                <a:schemeClr val="dk1"/>
              </a:buClr>
              <a:buSzPts val="800"/>
              <a:buChar char="●"/>
            </a:pPr>
            <a:r>
              <a:rPr lang="en-US" sz="1600"/>
              <a:t>OSPF supports the variable length subnet mask (VLSM) mechanism and manual route summarization.</a:t>
            </a:r>
            <a:endParaRPr/>
          </a:p>
          <a:p>
            <a:pPr indent="-302279" lvl="0" marL="302279" rtl="0" algn="just">
              <a:lnSpc>
                <a:spcPct val="160000"/>
              </a:lnSpc>
              <a:spcBef>
                <a:spcPts val="792"/>
              </a:spcBef>
              <a:spcAft>
                <a:spcPts val="0"/>
              </a:spcAft>
              <a:buClr>
                <a:schemeClr val="dk1"/>
              </a:buClr>
              <a:buSzPts val="800"/>
              <a:buChar char="●"/>
            </a:pPr>
            <a:r>
              <a:rPr lang="en-US" sz="1600"/>
              <a:t>The multi-area design enables OSPF to support a larger network.</a:t>
            </a:r>
            <a:endParaRPr/>
          </a:p>
          <a:p>
            <a:pPr indent="-251479" lvl="0" marL="302279" rtl="0" algn="just">
              <a:lnSpc>
                <a:spcPct val="140000"/>
              </a:lnSpc>
              <a:spcBef>
                <a:spcPts val="792"/>
              </a:spcBef>
              <a:spcAft>
                <a:spcPts val="0"/>
              </a:spcAft>
              <a:buClr>
                <a:schemeClr val="dk1"/>
              </a:buClr>
              <a:buSzPts val="800"/>
              <a:buNone/>
            </a:pPr>
            <a:r>
              <a:t/>
            </a:r>
            <a:endParaRPr sz="1600"/>
          </a:p>
        </p:txBody>
      </p:sp>
      <p:sp>
        <p:nvSpPr>
          <p:cNvPr id="634" name="Google Shape;634;p14"/>
          <p:cNvSpPr txBox="1"/>
          <p:nvPr>
            <p:ph type="title"/>
          </p:nvPr>
        </p:nvSpPr>
        <p:spPr>
          <a:xfrm>
            <a:off x="1594800" y="452604"/>
            <a:ext cx="9831600" cy="640800"/>
          </a:xfrm>
          <a:prstGeom prst="rect">
            <a:avLst/>
          </a:prstGeom>
          <a:noFill/>
          <a:ln>
            <a:noFill/>
          </a:ln>
        </p:spPr>
        <p:txBody>
          <a:bodyPr anchorCtr="0" anchor="ctr" bIns="50400" lIns="100800" spcFirstLastPara="1" rIns="100800" wrap="square" tIns="50400">
            <a:noAutofit/>
          </a:bodyPr>
          <a:lstStyle/>
          <a:p>
            <a:pPr indent="0" lvl="0" marL="0" rtl="0" algn="l">
              <a:lnSpc>
                <a:spcPct val="90000"/>
              </a:lnSpc>
              <a:spcBef>
                <a:spcPts val="0"/>
              </a:spcBef>
              <a:spcAft>
                <a:spcPts val="0"/>
              </a:spcAft>
              <a:buClr>
                <a:schemeClr val="dk1"/>
              </a:buClr>
              <a:buSzPts val="3400"/>
              <a:buFont typeface="Arial"/>
              <a:buNone/>
            </a:pPr>
            <a:r>
              <a:rPr lang="en-US"/>
              <a:t>Introduction to OSPF</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sp>
        <p:nvSpPr>
          <p:cNvPr id="639" name="Google Shape;639;p15"/>
          <p:cNvSpPr/>
          <p:nvPr/>
        </p:nvSpPr>
        <p:spPr>
          <a:xfrm>
            <a:off x="1173480" y="2292579"/>
            <a:ext cx="10248458" cy="2299128"/>
          </a:xfrm>
          <a:prstGeom prst="roundRect">
            <a:avLst>
              <a:gd fmla="val 15000" name="adj"/>
            </a:avLst>
          </a:prstGeom>
          <a:solidFill>
            <a:srgbClr val="F4FBFE"/>
          </a:solidFill>
          <a:ln cap="flat" cmpd="sng" w="12700">
            <a:solidFill>
              <a:srgbClr val="00B0F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rgbClr val="EC7061"/>
                </a:solidFill>
                <a:latin typeface="Arial"/>
                <a:ea typeface="Arial"/>
                <a:cs typeface="Arial"/>
                <a:sym typeface="Arial"/>
              </a:rPr>
              <a:t>The core switch and aggregation </a:t>
            </a:r>
            <a:endParaRPr/>
          </a:p>
          <a:p>
            <a:pPr indent="0" lvl="0" marL="0" marR="0" rtl="0" algn="l">
              <a:spcBef>
                <a:spcPts val="0"/>
              </a:spcBef>
              <a:spcAft>
                <a:spcPts val="0"/>
              </a:spcAft>
              <a:buNone/>
            </a:pPr>
            <a:r>
              <a:rPr lang="en-US" sz="1600">
                <a:solidFill>
                  <a:srgbClr val="EC7061"/>
                </a:solidFill>
                <a:latin typeface="Arial"/>
                <a:ea typeface="Arial"/>
                <a:cs typeface="Arial"/>
                <a:sym typeface="Arial"/>
              </a:rPr>
              <a:t>switches run OSPF to implement </a:t>
            </a:r>
            <a:endParaRPr/>
          </a:p>
          <a:p>
            <a:pPr indent="0" lvl="0" marL="0" marR="0" rtl="0" algn="l">
              <a:spcBef>
                <a:spcPts val="0"/>
              </a:spcBef>
              <a:spcAft>
                <a:spcPts val="0"/>
              </a:spcAft>
              <a:buNone/>
            </a:pPr>
            <a:r>
              <a:rPr lang="en-US" sz="1600">
                <a:solidFill>
                  <a:srgbClr val="EC7061"/>
                </a:solidFill>
                <a:latin typeface="Arial"/>
                <a:ea typeface="Arial"/>
                <a:cs typeface="Arial"/>
                <a:sym typeface="Arial"/>
              </a:rPr>
              <a:t>reachable routes </a:t>
            </a:r>
            <a:endParaRPr/>
          </a:p>
          <a:p>
            <a:pPr indent="0" lvl="0" marL="0" marR="0" rtl="0" algn="l">
              <a:spcBef>
                <a:spcPts val="0"/>
              </a:spcBef>
              <a:spcAft>
                <a:spcPts val="0"/>
              </a:spcAft>
              <a:buNone/>
            </a:pPr>
            <a:r>
              <a:rPr lang="en-US" sz="1600">
                <a:solidFill>
                  <a:srgbClr val="EC7061"/>
                </a:solidFill>
                <a:latin typeface="Arial"/>
                <a:ea typeface="Arial"/>
                <a:cs typeface="Arial"/>
                <a:sym typeface="Arial"/>
              </a:rPr>
              <a:t>on the campus network.</a:t>
            </a:r>
            <a:endParaRPr/>
          </a:p>
        </p:txBody>
      </p:sp>
      <p:sp>
        <p:nvSpPr>
          <p:cNvPr id="640" name="Google Shape;640;p15"/>
          <p:cNvSpPr txBox="1"/>
          <p:nvPr>
            <p:ph type="title"/>
          </p:nvPr>
        </p:nvSpPr>
        <p:spPr>
          <a:xfrm>
            <a:off x="1594800" y="452604"/>
            <a:ext cx="9831600" cy="640800"/>
          </a:xfrm>
          <a:prstGeom prst="rect">
            <a:avLst/>
          </a:prstGeom>
          <a:noFill/>
          <a:ln>
            <a:noFill/>
          </a:ln>
        </p:spPr>
        <p:txBody>
          <a:bodyPr anchorCtr="0" anchor="ctr" bIns="50400" lIns="100800" spcFirstLastPara="1" rIns="100800" wrap="square" tIns="50400">
            <a:noAutofit/>
          </a:bodyPr>
          <a:lstStyle/>
          <a:p>
            <a:pPr indent="0" lvl="0" marL="0" rtl="0" algn="l">
              <a:lnSpc>
                <a:spcPct val="90000"/>
              </a:lnSpc>
              <a:spcBef>
                <a:spcPts val="0"/>
              </a:spcBef>
              <a:spcAft>
                <a:spcPts val="0"/>
              </a:spcAft>
              <a:buClr>
                <a:schemeClr val="dk1"/>
              </a:buClr>
              <a:buSzPts val="3400"/>
              <a:buFont typeface="Arial"/>
              <a:buNone/>
            </a:pPr>
            <a:r>
              <a:rPr lang="en-US"/>
              <a:t>OSPF Application on a Campus Network</a:t>
            </a:r>
            <a:endParaRPr/>
          </a:p>
        </p:txBody>
      </p:sp>
      <p:pic>
        <p:nvPicPr>
          <p:cNvPr id="641" name="Google Shape;641;p15"/>
          <p:cNvPicPr preferRelativeResize="0"/>
          <p:nvPr/>
        </p:nvPicPr>
        <p:blipFill rotWithShape="1">
          <a:blip r:embed="rId3">
            <a:alphaModFix/>
          </a:blip>
          <a:srcRect b="0" l="0" r="0" t="0"/>
          <a:stretch/>
        </p:blipFill>
        <p:spPr>
          <a:xfrm>
            <a:off x="5841051" y="1730429"/>
            <a:ext cx="540000" cy="442174"/>
          </a:xfrm>
          <a:prstGeom prst="rect">
            <a:avLst/>
          </a:prstGeom>
          <a:noFill/>
          <a:ln>
            <a:noFill/>
          </a:ln>
        </p:spPr>
      </p:pic>
      <p:sp>
        <p:nvSpPr>
          <p:cNvPr id="642" name="Google Shape;642;p15"/>
          <p:cNvSpPr/>
          <p:nvPr/>
        </p:nvSpPr>
        <p:spPr>
          <a:xfrm flipH="1">
            <a:off x="2660810" y="1341989"/>
            <a:ext cx="2044665" cy="894507"/>
          </a:xfrm>
          <a:custGeom>
            <a:rect b="b" l="l" r="r" t="t"/>
            <a:pathLst>
              <a:path extrusionOk="0" h="2316519" w="4431601">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lt1"/>
          </a:solidFill>
          <a:ln cap="flat" cmpd="sng" w="28575">
            <a:solidFill>
              <a:srgbClr val="A5A5A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43" name="Google Shape;643;p15"/>
          <p:cNvSpPr txBox="1"/>
          <p:nvPr/>
        </p:nvSpPr>
        <p:spPr>
          <a:xfrm>
            <a:off x="3044904" y="1649724"/>
            <a:ext cx="1264021" cy="40011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Arial"/>
                <a:ea typeface="Arial"/>
                <a:cs typeface="Arial"/>
                <a:sym typeface="Arial"/>
              </a:rPr>
              <a:t>Internet</a:t>
            </a:r>
            <a:endParaRPr/>
          </a:p>
        </p:txBody>
      </p:sp>
      <p:cxnSp>
        <p:nvCxnSpPr>
          <p:cNvPr id="644" name="Google Shape;644;p15"/>
          <p:cNvCxnSpPr>
            <a:stCxn id="641" idx="1"/>
            <a:endCxn id="642" idx="8"/>
          </p:cNvCxnSpPr>
          <p:nvPr/>
        </p:nvCxnSpPr>
        <p:spPr>
          <a:xfrm flipH="1">
            <a:off x="4705551" y="1951516"/>
            <a:ext cx="1135500" cy="1200"/>
          </a:xfrm>
          <a:prstGeom prst="straightConnector1">
            <a:avLst/>
          </a:prstGeom>
          <a:noFill/>
          <a:ln cap="flat" cmpd="sng" w="19050">
            <a:solidFill>
              <a:schemeClr val="dk1"/>
            </a:solidFill>
            <a:prstDash val="solid"/>
            <a:miter lim="800000"/>
            <a:headEnd len="sm" w="sm" type="none"/>
            <a:tailEnd len="sm" w="sm" type="none"/>
          </a:ln>
        </p:spPr>
      </p:cxnSp>
      <p:pic>
        <p:nvPicPr>
          <p:cNvPr id="645" name="Google Shape;645;p15"/>
          <p:cNvPicPr preferRelativeResize="0"/>
          <p:nvPr/>
        </p:nvPicPr>
        <p:blipFill rotWithShape="1">
          <a:blip r:embed="rId4">
            <a:alphaModFix/>
          </a:blip>
          <a:srcRect b="0" l="0" r="0" t="0"/>
          <a:stretch/>
        </p:blipFill>
        <p:spPr>
          <a:xfrm>
            <a:off x="5841051" y="2843987"/>
            <a:ext cx="540000" cy="442800"/>
          </a:xfrm>
          <a:prstGeom prst="rect">
            <a:avLst/>
          </a:prstGeom>
          <a:noFill/>
          <a:ln>
            <a:noFill/>
          </a:ln>
        </p:spPr>
      </p:pic>
      <p:pic>
        <p:nvPicPr>
          <p:cNvPr id="646" name="Google Shape;646;p15"/>
          <p:cNvPicPr preferRelativeResize="0"/>
          <p:nvPr/>
        </p:nvPicPr>
        <p:blipFill rotWithShape="1">
          <a:blip r:embed="rId5">
            <a:alphaModFix/>
          </a:blip>
          <a:srcRect b="0" l="0" r="0" t="0"/>
          <a:stretch/>
        </p:blipFill>
        <p:spPr>
          <a:xfrm>
            <a:off x="8289761" y="2843987"/>
            <a:ext cx="540000" cy="442800"/>
          </a:xfrm>
          <a:prstGeom prst="rect">
            <a:avLst/>
          </a:prstGeom>
          <a:noFill/>
          <a:ln>
            <a:noFill/>
          </a:ln>
        </p:spPr>
      </p:pic>
      <p:cxnSp>
        <p:nvCxnSpPr>
          <p:cNvPr id="647" name="Google Shape;647;p15"/>
          <p:cNvCxnSpPr>
            <a:stCxn id="646" idx="1"/>
            <a:endCxn id="645" idx="3"/>
          </p:cNvCxnSpPr>
          <p:nvPr/>
        </p:nvCxnSpPr>
        <p:spPr>
          <a:xfrm rot="10800000">
            <a:off x="6381161" y="3065387"/>
            <a:ext cx="1908600" cy="0"/>
          </a:xfrm>
          <a:prstGeom prst="straightConnector1">
            <a:avLst/>
          </a:prstGeom>
          <a:noFill/>
          <a:ln cap="flat" cmpd="sng" w="19050">
            <a:solidFill>
              <a:schemeClr val="dk1"/>
            </a:solidFill>
            <a:prstDash val="solid"/>
            <a:miter lim="800000"/>
            <a:headEnd len="sm" w="sm" type="none"/>
            <a:tailEnd len="sm" w="sm" type="none"/>
          </a:ln>
        </p:spPr>
      </p:cxnSp>
      <p:cxnSp>
        <p:nvCxnSpPr>
          <p:cNvPr id="648" name="Google Shape;648;p15"/>
          <p:cNvCxnSpPr>
            <a:stCxn id="641" idx="2"/>
            <a:endCxn id="645" idx="0"/>
          </p:cNvCxnSpPr>
          <p:nvPr/>
        </p:nvCxnSpPr>
        <p:spPr>
          <a:xfrm>
            <a:off x="6111051" y="2172603"/>
            <a:ext cx="0" cy="671400"/>
          </a:xfrm>
          <a:prstGeom prst="straightConnector1">
            <a:avLst/>
          </a:prstGeom>
          <a:noFill/>
          <a:ln cap="flat" cmpd="sng" w="19050">
            <a:solidFill>
              <a:schemeClr val="dk1"/>
            </a:solidFill>
            <a:prstDash val="solid"/>
            <a:miter lim="800000"/>
            <a:headEnd len="sm" w="sm" type="none"/>
            <a:tailEnd len="sm" w="sm" type="none"/>
          </a:ln>
        </p:spPr>
      </p:cxnSp>
      <p:pic>
        <p:nvPicPr>
          <p:cNvPr id="649" name="Google Shape;649;p15"/>
          <p:cNvPicPr preferRelativeResize="0"/>
          <p:nvPr/>
        </p:nvPicPr>
        <p:blipFill rotWithShape="1">
          <a:blip r:embed="rId6">
            <a:alphaModFix/>
          </a:blip>
          <a:srcRect b="0" l="0" r="0" t="0"/>
          <a:stretch/>
        </p:blipFill>
        <p:spPr>
          <a:xfrm>
            <a:off x="10141706" y="1793352"/>
            <a:ext cx="540000" cy="442800"/>
          </a:xfrm>
          <a:prstGeom prst="rect">
            <a:avLst/>
          </a:prstGeom>
          <a:noFill/>
          <a:ln>
            <a:noFill/>
          </a:ln>
        </p:spPr>
      </p:pic>
      <p:pic>
        <p:nvPicPr>
          <p:cNvPr id="650" name="Google Shape;650;p15"/>
          <p:cNvPicPr preferRelativeResize="0"/>
          <p:nvPr/>
        </p:nvPicPr>
        <p:blipFill rotWithShape="1">
          <a:blip r:embed="rId6">
            <a:alphaModFix/>
          </a:blip>
          <a:srcRect b="0" l="0" r="0" t="0"/>
          <a:stretch/>
        </p:blipFill>
        <p:spPr>
          <a:xfrm>
            <a:off x="10141706" y="2843987"/>
            <a:ext cx="540000" cy="442800"/>
          </a:xfrm>
          <a:prstGeom prst="rect">
            <a:avLst/>
          </a:prstGeom>
          <a:noFill/>
          <a:ln>
            <a:noFill/>
          </a:ln>
        </p:spPr>
      </p:pic>
      <p:cxnSp>
        <p:nvCxnSpPr>
          <p:cNvPr id="651" name="Google Shape;651;p15"/>
          <p:cNvCxnSpPr>
            <a:stCxn id="650" idx="1"/>
            <a:endCxn id="646" idx="3"/>
          </p:cNvCxnSpPr>
          <p:nvPr/>
        </p:nvCxnSpPr>
        <p:spPr>
          <a:xfrm rot="10800000">
            <a:off x="8829806" y="3065387"/>
            <a:ext cx="1311900" cy="0"/>
          </a:xfrm>
          <a:prstGeom prst="straightConnector1">
            <a:avLst/>
          </a:prstGeom>
          <a:noFill/>
          <a:ln cap="flat" cmpd="sng" w="19050">
            <a:solidFill>
              <a:schemeClr val="dk1"/>
            </a:solidFill>
            <a:prstDash val="solid"/>
            <a:miter lim="800000"/>
            <a:headEnd len="sm" w="sm" type="none"/>
            <a:tailEnd len="sm" w="sm" type="none"/>
          </a:ln>
        </p:spPr>
      </p:cxnSp>
      <p:cxnSp>
        <p:nvCxnSpPr>
          <p:cNvPr id="652" name="Google Shape;652;p15"/>
          <p:cNvCxnSpPr/>
          <p:nvPr/>
        </p:nvCxnSpPr>
        <p:spPr>
          <a:xfrm>
            <a:off x="9485733" y="1991856"/>
            <a:ext cx="655973" cy="1"/>
          </a:xfrm>
          <a:prstGeom prst="straightConnector1">
            <a:avLst/>
          </a:prstGeom>
          <a:noFill/>
          <a:ln cap="flat" cmpd="sng" w="19050">
            <a:solidFill>
              <a:schemeClr val="dk1"/>
            </a:solidFill>
            <a:prstDash val="solid"/>
            <a:miter lim="800000"/>
            <a:headEnd len="sm" w="sm" type="none"/>
            <a:tailEnd len="sm" w="sm" type="none"/>
          </a:ln>
        </p:spPr>
      </p:cxnSp>
      <p:cxnSp>
        <p:nvCxnSpPr>
          <p:cNvPr id="653" name="Google Shape;653;p15"/>
          <p:cNvCxnSpPr/>
          <p:nvPr/>
        </p:nvCxnSpPr>
        <p:spPr>
          <a:xfrm rot="10800000">
            <a:off x="9485733" y="2014439"/>
            <a:ext cx="0" cy="1050948"/>
          </a:xfrm>
          <a:prstGeom prst="straightConnector1">
            <a:avLst/>
          </a:prstGeom>
          <a:noFill/>
          <a:ln cap="flat" cmpd="sng" w="19050">
            <a:solidFill>
              <a:schemeClr val="dk1"/>
            </a:solidFill>
            <a:prstDash val="solid"/>
            <a:miter lim="800000"/>
            <a:headEnd len="sm" w="sm" type="none"/>
            <a:tailEnd len="sm" w="sm" type="none"/>
          </a:ln>
        </p:spPr>
      </p:cxnSp>
      <p:pic>
        <p:nvPicPr>
          <p:cNvPr id="654" name="Google Shape;654;p15"/>
          <p:cNvPicPr preferRelativeResize="0"/>
          <p:nvPr/>
        </p:nvPicPr>
        <p:blipFill rotWithShape="1">
          <a:blip r:embed="rId5">
            <a:alphaModFix/>
          </a:blip>
          <a:srcRect b="0" l="0" r="0" t="0"/>
          <a:stretch/>
        </p:blipFill>
        <p:spPr>
          <a:xfrm>
            <a:off x="2604337" y="3995027"/>
            <a:ext cx="540000" cy="442800"/>
          </a:xfrm>
          <a:prstGeom prst="rect">
            <a:avLst/>
          </a:prstGeom>
          <a:noFill/>
          <a:ln>
            <a:noFill/>
          </a:ln>
        </p:spPr>
      </p:pic>
      <p:pic>
        <p:nvPicPr>
          <p:cNvPr id="655" name="Google Shape;655;p15"/>
          <p:cNvPicPr preferRelativeResize="0"/>
          <p:nvPr/>
        </p:nvPicPr>
        <p:blipFill rotWithShape="1">
          <a:blip r:embed="rId5">
            <a:alphaModFix/>
          </a:blip>
          <a:srcRect b="0" l="0" r="0" t="0"/>
          <a:stretch/>
        </p:blipFill>
        <p:spPr>
          <a:xfrm>
            <a:off x="5826000" y="3995027"/>
            <a:ext cx="540000" cy="442800"/>
          </a:xfrm>
          <a:prstGeom prst="rect">
            <a:avLst/>
          </a:prstGeom>
          <a:noFill/>
          <a:ln>
            <a:noFill/>
          </a:ln>
        </p:spPr>
      </p:pic>
      <p:pic>
        <p:nvPicPr>
          <p:cNvPr id="656" name="Google Shape;656;p15"/>
          <p:cNvPicPr preferRelativeResize="0"/>
          <p:nvPr/>
        </p:nvPicPr>
        <p:blipFill rotWithShape="1">
          <a:blip r:embed="rId5">
            <a:alphaModFix/>
          </a:blip>
          <a:srcRect b="0" l="0" r="0" t="0"/>
          <a:stretch/>
        </p:blipFill>
        <p:spPr>
          <a:xfrm>
            <a:off x="9047663" y="3995027"/>
            <a:ext cx="540000" cy="442800"/>
          </a:xfrm>
          <a:prstGeom prst="rect">
            <a:avLst/>
          </a:prstGeom>
          <a:noFill/>
          <a:ln>
            <a:noFill/>
          </a:ln>
        </p:spPr>
      </p:pic>
      <p:pic>
        <p:nvPicPr>
          <p:cNvPr id="657" name="Google Shape;657;p15"/>
          <p:cNvPicPr preferRelativeResize="0"/>
          <p:nvPr/>
        </p:nvPicPr>
        <p:blipFill rotWithShape="1">
          <a:blip r:embed="rId7">
            <a:alphaModFix/>
          </a:blip>
          <a:srcRect b="0" l="0" r="0" t="0"/>
          <a:stretch/>
        </p:blipFill>
        <p:spPr>
          <a:xfrm>
            <a:off x="1734921" y="4765224"/>
            <a:ext cx="540000" cy="442800"/>
          </a:xfrm>
          <a:prstGeom prst="rect">
            <a:avLst/>
          </a:prstGeom>
          <a:noFill/>
          <a:ln>
            <a:noFill/>
          </a:ln>
        </p:spPr>
      </p:pic>
      <p:pic>
        <p:nvPicPr>
          <p:cNvPr id="658" name="Google Shape;658;p15"/>
          <p:cNvPicPr preferRelativeResize="0"/>
          <p:nvPr/>
        </p:nvPicPr>
        <p:blipFill rotWithShape="1">
          <a:blip r:embed="rId7">
            <a:alphaModFix/>
          </a:blip>
          <a:srcRect b="0" l="0" r="0" t="0"/>
          <a:stretch/>
        </p:blipFill>
        <p:spPr>
          <a:xfrm>
            <a:off x="3373631" y="4765224"/>
            <a:ext cx="540000" cy="442800"/>
          </a:xfrm>
          <a:prstGeom prst="rect">
            <a:avLst/>
          </a:prstGeom>
          <a:noFill/>
          <a:ln>
            <a:noFill/>
          </a:ln>
        </p:spPr>
      </p:pic>
      <p:pic>
        <p:nvPicPr>
          <p:cNvPr id="659" name="Google Shape;659;p15"/>
          <p:cNvPicPr preferRelativeResize="0"/>
          <p:nvPr/>
        </p:nvPicPr>
        <p:blipFill rotWithShape="1">
          <a:blip r:embed="rId7">
            <a:alphaModFix/>
          </a:blip>
          <a:srcRect b="0" l="0" r="0" t="0"/>
          <a:stretch/>
        </p:blipFill>
        <p:spPr>
          <a:xfrm>
            <a:off x="5012341" y="4765224"/>
            <a:ext cx="540000" cy="442800"/>
          </a:xfrm>
          <a:prstGeom prst="rect">
            <a:avLst/>
          </a:prstGeom>
          <a:noFill/>
          <a:ln>
            <a:noFill/>
          </a:ln>
        </p:spPr>
      </p:pic>
      <p:pic>
        <p:nvPicPr>
          <p:cNvPr id="660" name="Google Shape;660;p15"/>
          <p:cNvPicPr preferRelativeResize="0"/>
          <p:nvPr/>
        </p:nvPicPr>
        <p:blipFill rotWithShape="1">
          <a:blip r:embed="rId7">
            <a:alphaModFix/>
          </a:blip>
          <a:srcRect b="0" l="0" r="0" t="0"/>
          <a:stretch/>
        </p:blipFill>
        <p:spPr>
          <a:xfrm>
            <a:off x="6651051" y="4765224"/>
            <a:ext cx="540000" cy="442800"/>
          </a:xfrm>
          <a:prstGeom prst="rect">
            <a:avLst/>
          </a:prstGeom>
          <a:noFill/>
          <a:ln>
            <a:noFill/>
          </a:ln>
        </p:spPr>
      </p:pic>
      <p:pic>
        <p:nvPicPr>
          <p:cNvPr id="661" name="Google Shape;661;p15"/>
          <p:cNvPicPr preferRelativeResize="0"/>
          <p:nvPr/>
        </p:nvPicPr>
        <p:blipFill rotWithShape="1">
          <a:blip r:embed="rId7">
            <a:alphaModFix/>
          </a:blip>
          <a:srcRect b="0" l="0" r="0" t="0"/>
          <a:stretch/>
        </p:blipFill>
        <p:spPr>
          <a:xfrm>
            <a:off x="8289761" y="4771174"/>
            <a:ext cx="540000" cy="442800"/>
          </a:xfrm>
          <a:prstGeom prst="rect">
            <a:avLst/>
          </a:prstGeom>
          <a:noFill/>
          <a:ln>
            <a:noFill/>
          </a:ln>
        </p:spPr>
      </p:pic>
      <p:pic>
        <p:nvPicPr>
          <p:cNvPr id="662" name="Google Shape;662;p15"/>
          <p:cNvPicPr preferRelativeResize="0"/>
          <p:nvPr/>
        </p:nvPicPr>
        <p:blipFill rotWithShape="1">
          <a:blip r:embed="rId7">
            <a:alphaModFix/>
          </a:blip>
          <a:srcRect b="0" l="0" r="0" t="0"/>
          <a:stretch/>
        </p:blipFill>
        <p:spPr>
          <a:xfrm>
            <a:off x="9928471" y="4765224"/>
            <a:ext cx="540000" cy="442800"/>
          </a:xfrm>
          <a:prstGeom prst="rect">
            <a:avLst/>
          </a:prstGeom>
          <a:noFill/>
          <a:ln>
            <a:noFill/>
          </a:ln>
        </p:spPr>
      </p:pic>
      <p:cxnSp>
        <p:nvCxnSpPr>
          <p:cNvPr id="663" name="Google Shape;663;p15"/>
          <p:cNvCxnSpPr>
            <a:stCxn id="654" idx="2"/>
            <a:endCxn id="657" idx="0"/>
          </p:cNvCxnSpPr>
          <p:nvPr/>
        </p:nvCxnSpPr>
        <p:spPr>
          <a:xfrm flipH="1">
            <a:off x="2004937" y="4437827"/>
            <a:ext cx="869400" cy="327300"/>
          </a:xfrm>
          <a:prstGeom prst="straightConnector1">
            <a:avLst/>
          </a:prstGeom>
          <a:noFill/>
          <a:ln cap="flat" cmpd="sng" w="19050">
            <a:solidFill>
              <a:schemeClr val="dk1"/>
            </a:solidFill>
            <a:prstDash val="solid"/>
            <a:miter lim="800000"/>
            <a:headEnd len="sm" w="sm" type="none"/>
            <a:tailEnd len="sm" w="sm" type="none"/>
          </a:ln>
        </p:spPr>
      </p:cxnSp>
      <p:cxnSp>
        <p:nvCxnSpPr>
          <p:cNvPr id="664" name="Google Shape;664;p15"/>
          <p:cNvCxnSpPr>
            <a:stCxn id="658" idx="0"/>
            <a:endCxn id="654" idx="2"/>
          </p:cNvCxnSpPr>
          <p:nvPr/>
        </p:nvCxnSpPr>
        <p:spPr>
          <a:xfrm rot="10800000">
            <a:off x="2874431" y="4437924"/>
            <a:ext cx="769200" cy="327300"/>
          </a:xfrm>
          <a:prstGeom prst="straightConnector1">
            <a:avLst/>
          </a:prstGeom>
          <a:noFill/>
          <a:ln cap="flat" cmpd="sng" w="19050">
            <a:solidFill>
              <a:schemeClr val="dk1"/>
            </a:solidFill>
            <a:prstDash val="solid"/>
            <a:miter lim="800000"/>
            <a:headEnd len="sm" w="sm" type="none"/>
            <a:tailEnd len="sm" w="sm" type="none"/>
          </a:ln>
        </p:spPr>
      </p:cxnSp>
      <p:cxnSp>
        <p:nvCxnSpPr>
          <p:cNvPr id="665" name="Google Shape;665;p15"/>
          <p:cNvCxnSpPr>
            <a:stCxn id="655" idx="2"/>
            <a:endCxn id="659" idx="0"/>
          </p:cNvCxnSpPr>
          <p:nvPr/>
        </p:nvCxnSpPr>
        <p:spPr>
          <a:xfrm flipH="1">
            <a:off x="5282400" y="4437827"/>
            <a:ext cx="813600" cy="327300"/>
          </a:xfrm>
          <a:prstGeom prst="straightConnector1">
            <a:avLst/>
          </a:prstGeom>
          <a:noFill/>
          <a:ln cap="flat" cmpd="sng" w="19050">
            <a:solidFill>
              <a:schemeClr val="dk1"/>
            </a:solidFill>
            <a:prstDash val="solid"/>
            <a:miter lim="800000"/>
            <a:headEnd len="sm" w="sm" type="none"/>
            <a:tailEnd len="sm" w="sm" type="none"/>
          </a:ln>
        </p:spPr>
      </p:cxnSp>
      <p:cxnSp>
        <p:nvCxnSpPr>
          <p:cNvPr id="666" name="Google Shape;666;p15"/>
          <p:cNvCxnSpPr>
            <a:stCxn id="655" idx="2"/>
            <a:endCxn id="660" idx="0"/>
          </p:cNvCxnSpPr>
          <p:nvPr/>
        </p:nvCxnSpPr>
        <p:spPr>
          <a:xfrm>
            <a:off x="6096000" y="4437827"/>
            <a:ext cx="825000" cy="327300"/>
          </a:xfrm>
          <a:prstGeom prst="straightConnector1">
            <a:avLst/>
          </a:prstGeom>
          <a:noFill/>
          <a:ln cap="flat" cmpd="sng" w="19050">
            <a:solidFill>
              <a:schemeClr val="dk1"/>
            </a:solidFill>
            <a:prstDash val="solid"/>
            <a:miter lim="800000"/>
            <a:headEnd len="sm" w="sm" type="none"/>
            <a:tailEnd len="sm" w="sm" type="none"/>
          </a:ln>
        </p:spPr>
      </p:cxnSp>
      <p:cxnSp>
        <p:nvCxnSpPr>
          <p:cNvPr id="667" name="Google Shape;667;p15"/>
          <p:cNvCxnSpPr>
            <a:stCxn id="656" idx="2"/>
            <a:endCxn id="661" idx="0"/>
          </p:cNvCxnSpPr>
          <p:nvPr/>
        </p:nvCxnSpPr>
        <p:spPr>
          <a:xfrm flipH="1">
            <a:off x="8559863" y="4437827"/>
            <a:ext cx="757800" cy="333300"/>
          </a:xfrm>
          <a:prstGeom prst="straightConnector1">
            <a:avLst/>
          </a:prstGeom>
          <a:noFill/>
          <a:ln cap="flat" cmpd="sng" w="19050">
            <a:solidFill>
              <a:schemeClr val="dk1"/>
            </a:solidFill>
            <a:prstDash val="solid"/>
            <a:miter lim="800000"/>
            <a:headEnd len="sm" w="sm" type="none"/>
            <a:tailEnd len="sm" w="sm" type="none"/>
          </a:ln>
        </p:spPr>
      </p:cxnSp>
      <p:cxnSp>
        <p:nvCxnSpPr>
          <p:cNvPr id="668" name="Google Shape;668;p15"/>
          <p:cNvCxnSpPr>
            <a:stCxn id="656" idx="2"/>
            <a:endCxn id="662" idx="0"/>
          </p:cNvCxnSpPr>
          <p:nvPr/>
        </p:nvCxnSpPr>
        <p:spPr>
          <a:xfrm>
            <a:off x="9317663" y="4437827"/>
            <a:ext cx="880800" cy="327300"/>
          </a:xfrm>
          <a:prstGeom prst="straightConnector1">
            <a:avLst/>
          </a:prstGeom>
          <a:noFill/>
          <a:ln cap="flat" cmpd="sng" w="19050">
            <a:solidFill>
              <a:schemeClr val="dk1"/>
            </a:solidFill>
            <a:prstDash val="solid"/>
            <a:miter lim="800000"/>
            <a:headEnd len="sm" w="sm" type="none"/>
            <a:tailEnd len="sm" w="sm" type="none"/>
          </a:ln>
        </p:spPr>
      </p:cxnSp>
      <p:pic>
        <p:nvPicPr>
          <p:cNvPr descr="PC.png" id="669" name="Google Shape;669;p15"/>
          <p:cNvPicPr preferRelativeResize="0"/>
          <p:nvPr/>
        </p:nvPicPr>
        <p:blipFill rotWithShape="1">
          <a:blip r:embed="rId8">
            <a:alphaModFix/>
          </a:blip>
          <a:srcRect b="0" l="0" r="0" t="0"/>
          <a:stretch/>
        </p:blipFill>
        <p:spPr>
          <a:xfrm>
            <a:off x="1734921" y="5492114"/>
            <a:ext cx="539063" cy="414000"/>
          </a:xfrm>
          <a:prstGeom prst="rect">
            <a:avLst/>
          </a:prstGeom>
          <a:noFill/>
          <a:ln>
            <a:noFill/>
          </a:ln>
        </p:spPr>
      </p:pic>
      <p:pic>
        <p:nvPicPr>
          <p:cNvPr descr="PC.png" id="670" name="Google Shape;670;p15"/>
          <p:cNvPicPr preferRelativeResize="0"/>
          <p:nvPr/>
        </p:nvPicPr>
        <p:blipFill rotWithShape="1">
          <a:blip r:embed="rId8">
            <a:alphaModFix/>
          </a:blip>
          <a:srcRect b="0" l="0" r="0" t="0"/>
          <a:stretch/>
        </p:blipFill>
        <p:spPr>
          <a:xfrm>
            <a:off x="3373631" y="5492114"/>
            <a:ext cx="539063" cy="414000"/>
          </a:xfrm>
          <a:prstGeom prst="rect">
            <a:avLst/>
          </a:prstGeom>
          <a:noFill/>
          <a:ln>
            <a:noFill/>
          </a:ln>
        </p:spPr>
      </p:pic>
      <p:pic>
        <p:nvPicPr>
          <p:cNvPr descr="PC.png" id="671" name="Google Shape;671;p15"/>
          <p:cNvPicPr preferRelativeResize="0"/>
          <p:nvPr/>
        </p:nvPicPr>
        <p:blipFill rotWithShape="1">
          <a:blip r:embed="rId8">
            <a:alphaModFix/>
          </a:blip>
          <a:srcRect b="0" l="0" r="0" t="0"/>
          <a:stretch/>
        </p:blipFill>
        <p:spPr>
          <a:xfrm>
            <a:off x="2554276" y="5492114"/>
            <a:ext cx="539063" cy="414000"/>
          </a:xfrm>
          <a:prstGeom prst="rect">
            <a:avLst/>
          </a:prstGeom>
          <a:noFill/>
          <a:ln>
            <a:noFill/>
          </a:ln>
        </p:spPr>
      </p:pic>
      <p:pic>
        <p:nvPicPr>
          <p:cNvPr descr="PC.png" id="672" name="Google Shape;672;p15"/>
          <p:cNvPicPr preferRelativeResize="0"/>
          <p:nvPr/>
        </p:nvPicPr>
        <p:blipFill rotWithShape="1">
          <a:blip r:embed="rId8">
            <a:alphaModFix/>
          </a:blip>
          <a:srcRect b="0" l="0" r="0" t="0"/>
          <a:stretch/>
        </p:blipFill>
        <p:spPr>
          <a:xfrm>
            <a:off x="5012341" y="5476874"/>
            <a:ext cx="539063" cy="414000"/>
          </a:xfrm>
          <a:prstGeom prst="rect">
            <a:avLst/>
          </a:prstGeom>
          <a:noFill/>
          <a:ln>
            <a:noFill/>
          </a:ln>
        </p:spPr>
      </p:pic>
      <p:pic>
        <p:nvPicPr>
          <p:cNvPr descr="PC.png" id="673" name="Google Shape;673;p15"/>
          <p:cNvPicPr preferRelativeResize="0"/>
          <p:nvPr/>
        </p:nvPicPr>
        <p:blipFill rotWithShape="1">
          <a:blip r:embed="rId8">
            <a:alphaModFix/>
          </a:blip>
          <a:srcRect b="0" l="0" r="0" t="0"/>
          <a:stretch/>
        </p:blipFill>
        <p:spPr>
          <a:xfrm>
            <a:off x="6651051" y="5476874"/>
            <a:ext cx="539063" cy="414000"/>
          </a:xfrm>
          <a:prstGeom prst="rect">
            <a:avLst/>
          </a:prstGeom>
          <a:noFill/>
          <a:ln>
            <a:noFill/>
          </a:ln>
        </p:spPr>
      </p:pic>
      <p:pic>
        <p:nvPicPr>
          <p:cNvPr descr="PC.png" id="674" name="Google Shape;674;p15"/>
          <p:cNvPicPr preferRelativeResize="0"/>
          <p:nvPr/>
        </p:nvPicPr>
        <p:blipFill rotWithShape="1">
          <a:blip r:embed="rId8">
            <a:alphaModFix/>
          </a:blip>
          <a:srcRect b="0" l="0" r="0" t="0"/>
          <a:stretch/>
        </p:blipFill>
        <p:spPr>
          <a:xfrm>
            <a:off x="5831696" y="5476874"/>
            <a:ext cx="539063" cy="414000"/>
          </a:xfrm>
          <a:prstGeom prst="rect">
            <a:avLst/>
          </a:prstGeom>
          <a:noFill/>
          <a:ln>
            <a:noFill/>
          </a:ln>
        </p:spPr>
      </p:pic>
      <p:pic>
        <p:nvPicPr>
          <p:cNvPr descr="PC.png" id="675" name="Google Shape;675;p15"/>
          <p:cNvPicPr preferRelativeResize="0"/>
          <p:nvPr/>
        </p:nvPicPr>
        <p:blipFill rotWithShape="1">
          <a:blip r:embed="rId8">
            <a:alphaModFix/>
          </a:blip>
          <a:srcRect b="0" l="0" r="0" t="0"/>
          <a:stretch/>
        </p:blipFill>
        <p:spPr>
          <a:xfrm>
            <a:off x="8289761" y="5492114"/>
            <a:ext cx="539063" cy="414000"/>
          </a:xfrm>
          <a:prstGeom prst="rect">
            <a:avLst/>
          </a:prstGeom>
          <a:noFill/>
          <a:ln>
            <a:noFill/>
          </a:ln>
        </p:spPr>
      </p:pic>
      <p:pic>
        <p:nvPicPr>
          <p:cNvPr descr="PC.png" id="676" name="Google Shape;676;p15"/>
          <p:cNvPicPr preferRelativeResize="0"/>
          <p:nvPr/>
        </p:nvPicPr>
        <p:blipFill rotWithShape="1">
          <a:blip r:embed="rId8">
            <a:alphaModFix/>
          </a:blip>
          <a:srcRect b="0" l="0" r="0" t="0"/>
          <a:stretch/>
        </p:blipFill>
        <p:spPr>
          <a:xfrm>
            <a:off x="9928471" y="5492114"/>
            <a:ext cx="539063" cy="414000"/>
          </a:xfrm>
          <a:prstGeom prst="rect">
            <a:avLst/>
          </a:prstGeom>
          <a:noFill/>
          <a:ln>
            <a:noFill/>
          </a:ln>
        </p:spPr>
      </p:pic>
      <p:pic>
        <p:nvPicPr>
          <p:cNvPr descr="PC.png" id="677" name="Google Shape;677;p15"/>
          <p:cNvPicPr preferRelativeResize="0"/>
          <p:nvPr/>
        </p:nvPicPr>
        <p:blipFill rotWithShape="1">
          <a:blip r:embed="rId8">
            <a:alphaModFix/>
          </a:blip>
          <a:srcRect b="0" l="0" r="0" t="0"/>
          <a:stretch/>
        </p:blipFill>
        <p:spPr>
          <a:xfrm>
            <a:off x="9109116" y="5492114"/>
            <a:ext cx="539063" cy="414000"/>
          </a:xfrm>
          <a:prstGeom prst="rect">
            <a:avLst/>
          </a:prstGeom>
          <a:noFill/>
          <a:ln>
            <a:noFill/>
          </a:ln>
        </p:spPr>
      </p:pic>
      <p:sp>
        <p:nvSpPr>
          <p:cNvPr id="678" name="Google Shape;678;p15"/>
          <p:cNvSpPr/>
          <p:nvPr/>
        </p:nvSpPr>
        <p:spPr>
          <a:xfrm>
            <a:off x="1478280" y="3627850"/>
            <a:ext cx="2653253" cy="2665411"/>
          </a:xfrm>
          <a:prstGeom prst="rect">
            <a:avLst/>
          </a:prstGeom>
          <a:noFill/>
          <a:ln cap="flat" cmpd="sng" w="12700">
            <a:solidFill>
              <a:srgbClr val="FFFFFF"/>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sz="1600">
              <a:solidFill>
                <a:srgbClr val="1D1D1A"/>
              </a:solidFill>
              <a:latin typeface="Arial"/>
              <a:ea typeface="Arial"/>
              <a:cs typeface="Arial"/>
              <a:sym typeface="Arial"/>
            </a:endParaRPr>
          </a:p>
        </p:txBody>
      </p:sp>
      <p:cxnSp>
        <p:nvCxnSpPr>
          <p:cNvPr id="679" name="Google Shape;679;p15"/>
          <p:cNvCxnSpPr>
            <a:stCxn id="654" idx="0"/>
            <a:endCxn id="645" idx="1"/>
          </p:cNvCxnSpPr>
          <p:nvPr/>
        </p:nvCxnSpPr>
        <p:spPr>
          <a:xfrm flipH="1" rot="10800000">
            <a:off x="2874337" y="3065327"/>
            <a:ext cx="2966700" cy="929700"/>
          </a:xfrm>
          <a:prstGeom prst="straightConnector1">
            <a:avLst/>
          </a:prstGeom>
          <a:noFill/>
          <a:ln cap="flat" cmpd="sng" w="19050">
            <a:solidFill>
              <a:schemeClr val="dk1"/>
            </a:solidFill>
            <a:prstDash val="solid"/>
            <a:miter lim="800000"/>
            <a:headEnd len="sm" w="sm" type="none"/>
            <a:tailEnd len="sm" w="sm" type="none"/>
          </a:ln>
        </p:spPr>
      </p:cxnSp>
      <p:cxnSp>
        <p:nvCxnSpPr>
          <p:cNvPr id="680" name="Google Shape;680;p15"/>
          <p:cNvCxnSpPr>
            <a:stCxn id="655" idx="0"/>
            <a:endCxn id="645" idx="2"/>
          </p:cNvCxnSpPr>
          <p:nvPr/>
        </p:nvCxnSpPr>
        <p:spPr>
          <a:xfrm flipH="1" rot="10800000">
            <a:off x="6096000" y="3286727"/>
            <a:ext cx="15000" cy="708300"/>
          </a:xfrm>
          <a:prstGeom prst="straightConnector1">
            <a:avLst/>
          </a:prstGeom>
          <a:noFill/>
          <a:ln cap="flat" cmpd="sng" w="19050">
            <a:solidFill>
              <a:schemeClr val="dk1"/>
            </a:solidFill>
            <a:prstDash val="solid"/>
            <a:miter lim="800000"/>
            <a:headEnd len="sm" w="sm" type="none"/>
            <a:tailEnd len="sm" w="sm" type="none"/>
          </a:ln>
        </p:spPr>
      </p:cxnSp>
      <p:cxnSp>
        <p:nvCxnSpPr>
          <p:cNvPr id="681" name="Google Shape;681;p15"/>
          <p:cNvCxnSpPr>
            <a:stCxn id="656" idx="0"/>
            <a:endCxn id="645" idx="3"/>
          </p:cNvCxnSpPr>
          <p:nvPr/>
        </p:nvCxnSpPr>
        <p:spPr>
          <a:xfrm rot="10800000">
            <a:off x="6380963" y="3065327"/>
            <a:ext cx="2936700" cy="929700"/>
          </a:xfrm>
          <a:prstGeom prst="straightConnector1">
            <a:avLst/>
          </a:prstGeom>
          <a:noFill/>
          <a:ln cap="flat" cmpd="sng" w="19050">
            <a:solidFill>
              <a:schemeClr val="dk1"/>
            </a:solidFill>
            <a:prstDash val="solid"/>
            <a:miter lim="800000"/>
            <a:headEnd len="sm" w="sm" type="none"/>
            <a:tailEnd len="sm" w="sm" type="none"/>
          </a:ln>
        </p:spPr>
      </p:cxnSp>
      <p:sp>
        <p:nvSpPr>
          <p:cNvPr id="682" name="Google Shape;682;p15"/>
          <p:cNvSpPr txBox="1"/>
          <p:nvPr/>
        </p:nvSpPr>
        <p:spPr>
          <a:xfrm>
            <a:off x="1922804" y="5906114"/>
            <a:ext cx="2127903"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Office building 1</a:t>
            </a:r>
            <a:endParaRPr/>
          </a:p>
        </p:txBody>
      </p:sp>
      <p:sp>
        <p:nvSpPr>
          <p:cNvPr id="683" name="Google Shape;683;p15"/>
          <p:cNvSpPr/>
          <p:nvPr/>
        </p:nvSpPr>
        <p:spPr>
          <a:xfrm>
            <a:off x="4793339" y="3627850"/>
            <a:ext cx="2615614" cy="2665411"/>
          </a:xfrm>
          <a:prstGeom prst="rect">
            <a:avLst/>
          </a:prstGeom>
          <a:noFill/>
          <a:ln cap="flat" cmpd="sng" w="12700">
            <a:solidFill>
              <a:srgbClr val="FFFFFF"/>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sz="1600">
              <a:solidFill>
                <a:srgbClr val="1D1D1A"/>
              </a:solidFill>
              <a:latin typeface="Arial"/>
              <a:ea typeface="Arial"/>
              <a:cs typeface="Arial"/>
              <a:sym typeface="Arial"/>
            </a:endParaRPr>
          </a:p>
        </p:txBody>
      </p:sp>
      <p:sp>
        <p:nvSpPr>
          <p:cNvPr id="684" name="Google Shape;684;p15"/>
          <p:cNvSpPr txBox="1"/>
          <p:nvPr/>
        </p:nvSpPr>
        <p:spPr>
          <a:xfrm>
            <a:off x="5282341" y="5906114"/>
            <a:ext cx="2126611"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Office building 2</a:t>
            </a:r>
            <a:endParaRPr/>
          </a:p>
        </p:txBody>
      </p:sp>
      <p:sp>
        <p:nvSpPr>
          <p:cNvPr id="685" name="Google Shape;685;p15"/>
          <p:cNvSpPr/>
          <p:nvPr/>
        </p:nvSpPr>
        <p:spPr>
          <a:xfrm>
            <a:off x="8078414" y="3641578"/>
            <a:ext cx="2753232" cy="2665411"/>
          </a:xfrm>
          <a:prstGeom prst="rect">
            <a:avLst/>
          </a:prstGeom>
          <a:noFill/>
          <a:ln cap="flat" cmpd="sng" w="12700">
            <a:solidFill>
              <a:srgbClr val="FFFFFF"/>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sz="1600">
              <a:solidFill>
                <a:srgbClr val="1D1D1A"/>
              </a:solidFill>
              <a:latin typeface="Arial"/>
              <a:ea typeface="Arial"/>
              <a:cs typeface="Arial"/>
              <a:sym typeface="Arial"/>
            </a:endParaRPr>
          </a:p>
        </p:txBody>
      </p:sp>
      <p:sp>
        <p:nvSpPr>
          <p:cNvPr id="686" name="Google Shape;686;p15"/>
          <p:cNvSpPr txBox="1"/>
          <p:nvPr/>
        </p:nvSpPr>
        <p:spPr>
          <a:xfrm>
            <a:off x="8559761" y="5890874"/>
            <a:ext cx="2065446"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Office building 3</a:t>
            </a:r>
            <a:endParaRPr/>
          </a:p>
        </p:txBody>
      </p:sp>
      <p:sp>
        <p:nvSpPr>
          <p:cNvPr id="687" name="Google Shape;687;p15"/>
          <p:cNvSpPr/>
          <p:nvPr/>
        </p:nvSpPr>
        <p:spPr>
          <a:xfrm>
            <a:off x="8559761" y="1447715"/>
            <a:ext cx="3054842" cy="2009051"/>
          </a:xfrm>
          <a:prstGeom prst="rect">
            <a:avLst/>
          </a:prstGeom>
          <a:noFill/>
          <a:ln cap="flat" cmpd="sng" w="12700">
            <a:solidFill>
              <a:srgbClr val="FFFFFF"/>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sz="800">
              <a:solidFill>
                <a:srgbClr val="1D1D1A"/>
              </a:solidFill>
              <a:latin typeface="Arial"/>
              <a:ea typeface="Arial"/>
              <a:cs typeface="Arial"/>
              <a:sym typeface="Arial"/>
            </a:endParaRPr>
          </a:p>
        </p:txBody>
      </p:sp>
      <p:sp>
        <p:nvSpPr>
          <p:cNvPr id="688" name="Google Shape;688;p15"/>
          <p:cNvSpPr txBox="1"/>
          <p:nvPr/>
        </p:nvSpPr>
        <p:spPr>
          <a:xfrm>
            <a:off x="9919116" y="2339276"/>
            <a:ext cx="1626252"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Server cluster</a:t>
            </a:r>
            <a:endParaRPr/>
          </a:p>
        </p:txBody>
      </p:sp>
      <p:sp>
        <p:nvSpPr>
          <p:cNvPr id="689" name="Google Shape;689;p15"/>
          <p:cNvSpPr txBox="1"/>
          <p:nvPr/>
        </p:nvSpPr>
        <p:spPr>
          <a:xfrm>
            <a:off x="6454592" y="1782239"/>
            <a:ext cx="1450268"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Firewall</a:t>
            </a:r>
            <a:endParaRPr/>
          </a:p>
        </p:txBody>
      </p:sp>
      <p:sp>
        <p:nvSpPr>
          <p:cNvPr id="690" name="Google Shape;690;p15"/>
          <p:cNvSpPr txBox="1"/>
          <p:nvPr/>
        </p:nvSpPr>
        <p:spPr>
          <a:xfrm>
            <a:off x="4505602" y="2724390"/>
            <a:ext cx="1345104"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Core switch</a:t>
            </a:r>
            <a:endParaRPr/>
          </a:p>
        </p:txBody>
      </p:sp>
      <p:sp>
        <p:nvSpPr>
          <p:cNvPr id="691" name="Google Shape;691;p15"/>
          <p:cNvSpPr txBox="1"/>
          <p:nvPr/>
        </p:nvSpPr>
        <p:spPr>
          <a:xfrm>
            <a:off x="1503202" y="3669861"/>
            <a:ext cx="1345104" cy="5847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Aggregation switch</a:t>
            </a:r>
            <a:endParaRPr/>
          </a:p>
        </p:txBody>
      </p:sp>
      <p:sp>
        <p:nvSpPr>
          <p:cNvPr id="692" name="Google Shape;692;p15"/>
          <p:cNvSpPr txBox="1"/>
          <p:nvPr/>
        </p:nvSpPr>
        <p:spPr>
          <a:xfrm>
            <a:off x="4818718" y="3669861"/>
            <a:ext cx="1345104" cy="5847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Aggregation switch</a:t>
            </a:r>
            <a:endParaRPr/>
          </a:p>
        </p:txBody>
      </p:sp>
      <p:sp>
        <p:nvSpPr>
          <p:cNvPr id="693" name="Google Shape;693;p15"/>
          <p:cNvSpPr txBox="1"/>
          <p:nvPr/>
        </p:nvSpPr>
        <p:spPr>
          <a:xfrm>
            <a:off x="9556878" y="3669861"/>
            <a:ext cx="1345104" cy="5847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Aggregation switch</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p16"/>
          <p:cNvSpPr txBox="1"/>
          <p:nvPr>
            <p:ph idx="1" type="body"/>
          </p:nvPr>
        </p:nvSpPr>
        <p:spPr>
          <a:xfrm>
            <a:off x="451877" y="1242453"/>
            <a:ext cx="11306175" cy="4680000"/>
          </a:xfrm>
          <a:prstGeom prst="rect">
            <a:avLst/>
          </a:prstGeom>
          <a:noFill/>
          <a:ln>
            <a:noFill/>
          </a:ln>
        </p:spPr>
        <p:txBody>
          <a:bodyPr anchorCtr="0" anchor="t" bIns="40050" lIns="80125" spcFirstLastPara="1" rIns="80125" wrap="square" tIns="40050">
            <a:noAutofit/>
          </a:bodyPr>
          <a:lstStyle/>
          <a:p>
            <a:pPr indent="-302279" lvl="0" marL="302279" rtl="0" algn="just">
              <a:lnSpc>
                <a:spcPct val="140000"/>
              </a:lnSpc>
              <a:spcBef>
                <a:spcPts val="0"/>
              </a:spcBef>
              <a:spcAft>
                <a:spcPts val="0"/>
              </a:spcAft>
              <a:buClr>
                <a:schemeClr val="dk1"/>
              </a:buClr>
              <a:buSzPts val="1050"/>
              <a:buChar char="●"/>
            </a:pPr>
            <a:r>
              <a:rPr lang="en-US"/>
              <a:t>The OSPF area keyword identifies an OSPF area.</a:t>
            </a:r>
            <a:endParaRPr/>
          </a:p>
          <a:p>
            <a:pPr indent="-302279" lvl="0" marL="302279" rtl="0" algn="just">
              <a:lnSpc>
                <a:spcPct val="140000"/>
              </a:lnSpc>
              <a:spcBef>
                <a:spcPts val="792"/>
              </a:spcBef>
              <a:spcAft>
                <a:spcPts val="0"/>
              </a:spcAft>
              <a:buClr>
                <a:schemeClr val="dk1"/>
              </a:buClr>
              <a:buSzPts val="1050"/>
              <a:buChar char="●"/>
            </a:pPr>
            <a:r>
              <a:rPr lang="en-US"/>
              <a:t>The area is considered as a logical group, and each group is identified by an area ID.</a:t>
            </a:r>
            <a:endParaRPr/>
          </a:p>
        </p:txBody>
      </p:sp>
      <p:sp>
        <p:nvSpPr>
          <p:cNvPr id="699" name="Google Shape;699;p16"/>
          <p:cNvSpPr txBox="1"/>
          <p:nvPr>
            <p:ph type="title"/>
          </p:nvPr>
        </p:nvSpPr>
        <p:spPr>
          <a:xfrm>
            <a:off x="1594800" y="452604"/>
            <a:ext cx="9831600" cy="640800"/>
          </a:xfrm>
          <a:prstGeom prst="rect">
            <a:avLst/>
          </a:prstGeom>
          <a:noFill/>
          <a:ln>
            <a:noFill/>
          </a:ln>
        </p:spPr>
        <p:txBody>
          <a:bodyPr anchorCtr="0" anchor="ctr" bIns="50400" lIns="100800" spcFirstLastPara="1" rIns="100800" wrap="square" tIns="50400">
            <a:noAutofit/>
          </a:bodyPr>
          <a:lstStyle/>
          <a:p>
            <a:pPr indent="0" lvl="0" marL="0" rtl="0" algn="l">
              <a:lnSpc>
                <a:spcPct val="90000"/>
              </a:lnSpc>
              <a:spcBef>
                <a:spcPts val="0"/>
              </a:spcBef>
              <a:spcAft>
                <a:spcPts val="0"/>
              </a:spcAft>
              <a:buClr>
                <a:schemeClr val="dk1"/>
              </a:buClr>
              <a:buSzPts val="3400"/>
              <a:buFont typeface="Arial"/>
              <a:buNone/>
            </a:pPr>
            <a:r>
              <a:rPr lang="en-US"/>
              <a:t>Basic OSPF Concepts: Area</a:t>
            </a:r>
            <a:endParaRPr/>
          </a:p>
        </p:txBody>
      </p:sp>
      <p:sp>
        <p:nvSpPr>
          <p:cNvPr id="700" name="Google Shape;700;p16"/>
          <p:cNvSpPr/>
          <p:nvPr/>
        </p:nvSpPr>
        <p:spPr>
          <a:xfrm>
            <a:off x="2369821" y="3108960"/>
            <a:ext cx="7543800" cy="2898140"/>
          </a:xfrm>
          <a:prstGeom prst="ellipse">
            <a:avLst/>
          </a:prstGeom>
          <a:solidFill>
            <a:schemeClr val="lt1"/>
          </a:solidFill>
          <a:ln cap="flat" cmpd="sng" w="2857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701" name="Google Shape;701;p16"/>
          <p:cNvPicPr preferRelativeResize="0"/>
          <p:nvPr/>
        </p:nvPicPr>
        <p:blipFill rotWithShape="1">
          <a:blip r:embed="rId3">
            <a:alphaModFix/>
          </a:blip>
          <a:srcRect b="0" l="0" r="0" t="0"/>
          <a:stretch/>
        </p:blipFill>
        <p:spPr>
          <a:xfrm>
            <a:off x="3743017" y="3746264"/>
            <a:ext cx="540000" cy="442800"/>
          </a:xfrm>
          <a:prstGeom prst="rect">
            <a:avLst/>
          </a:prstGeom>
          <a:noFill/>
          <a:ln>
            <a:noFill/>
          </a:ln>
        </p:spPr>
      </p:pic>
      <p:pic>
        <p:nvPicPr>
          <p:cNvPr id="702" name="Google Shape;702;p16"/>
          <p:cNvPicPr preferRelativeResize="0"/>
          <p:nvPr/>
        </p:nvPicPr>
        <p:blipFill rotWithShape="1">
          <a:blip r:embed="rId3">
            <a:alphaModFix/>
          </a:blip>
          <a:srcRect b="0" l="0" r="0" t="0"/>
          <a:stretch/>
        </p:blipFill>
        <p:spPr>
          <a:xfrm>
            <a:off x="7998296" y="3746264"/>
            <a:ext cx="540000" cy="442800"/>
          </a:xfrm>
          <a:prstGeom prst="rect">
            <a:avLst/>
          </a:prstGeom>
          <a:noFill/>
          <a:ln>
            <a:noFill/>
          </a:ln>
        </p:spPr>
      </p:pic>
      <p:cxnSp>
        <p:nvCxnSpPr>
          <p:cNvPr id="703" name="Google Shape;703;p16"/>
          <p:cNvCxnSpPr/>
          <p:nvPr/>
        </p:nvCxnSpPr>
        <p:spPr>
          <a:xfrm rot="10800000">
            <a:off x="3307082" y="4754426"/>
            <a:ext cx="5669278" cy="0"/>
          </a:xfrm>
          <a:prstGeom prst="straightConnector1">
            <a:avLst/>
          </a:prstGeom>
          <a:noFill/>
          <a:ln cap="flat" cmpd="sng" w="19050">
            <a:solidFill>
              <a:schemeClr val="dk1"/>
            </a:solidFill>
            <a:prstDash val="solid"/>
            <a:miter lim="800000"/>
            <a:headEnd len="sm" w="sm" type="none"/>
            <a:tailEnd len="sm" w="sm" type="none"/>
          </a:ln>
        </p:spPr>
      </p:cxnSp>
      <p:cxnSp>
        <p:nvCxnSpPr>
          <p:cNvPr id="704" name="Google Shape;704;p16"/>
          <p:cNvCxnSpPr>
            <a:endCxn id="702" idx="2"/>
          </p:cNvCxnSpPr>
          <p:nvPr/>
        </p:nvCxnSpPr>
        <p:spPr>
          <a:xfrm rot="10800000">
            <a:off x="8268296" y="4189064"/>
            <a:ext cx="0" cy="565500"/>
          </a:xfrm>
          <a:prstGeom prst="straightConnector1">
            <a:avLst/>
          </a:prstGeom>
          <a:noFill/>
          <a:ln cap="flat" cmpd="sng" w="19050">
            <a:solidFill>
              <a:schemeClr val="dk1"/>
            </a:solidFill>
            <a:prstDash val="solid"/>
            <a:miter lim="800000"/>
            <a:headEnd len="sm" w="sm" type="none"/>
            <a:tailEnd len="sm" w="sm" type="none"/>
          </a:ln>
        </p:spPr>
      </p:cxnSp>
      <p:cxnSp>
        <p:nvCxnSpPr>
          <p:cNvPr id="705" name="Google Shape;705;p16"/>
          <p:cNvCxnSpPr>
            <a:endCxn id="701" idx="2"/>
          </p:cNvCxnSpPr>
          <p:nvPr/>
        </p:nvCxnSpPr>
        <p:spPr>
          <a:xfrm rot="10800000">
            <a:off x="4013017" y="4189064"/>
            <a:ext cx="0" cy="565500"/>
          </a:xfrm>
          <a:prstGeom prst="straightConnector1">
            <a:avLst/>
          </a:prstGeom>
          <a:noFill/>
          <a:ln cap="flat" cmpd="sng" w="19050">
            <a:solidFill>
              <a:schemeClr val="dk1"/>
            </a:solidFill>
            <a:prstDash val="solid"/>
            <a:miter lim="800000"/>
            <a:headEnd len="sm" w="sm" type="none"/>
            <a:tailEnd len="sm" w="sm" type="none"/>
          </a:ln>
        </p:spPr>
      </p:cxnSp>
      <p:cxnSp>
        <p:nvCxnSpPr>
          <p:cNvPr id="706" name="Google Shape;706;p16"/>
          <p:cNvCxnSpPr>
            <a:stCxn id="707" idx="0"/>
          </p:cNvCxnSpPr>
          <p:nvPr/>
        </p:nvCxnSpPr>
        <p:spPr>
          <a:xfrm rot="10800000">
            <a:off x="6095999" y="4754288"/>
            <a:ext cx="0" cy="565500"/>
          </a:xfrm>
          <a:prstGeom prst="straightConnector1">
            <a:avLst/>
          </a:prstGeom>
          <a:noFill/>
          <a:ln cap="flat" cmpd="sng" w="19050">
            <a:solidFill>
              <a:schemeClr val="dk1"/>
            </a:solidFill>
            <a:prstDash val="solid"/>
            <a:miter lim="800000"/>
            <a:headEnd len="sm" w="sm" type="none"/>
            <a:tailEnd len="sm" w="sm" type="none"/>
          </a:ln>
        </p:spPr>
      </p:cxnSp>
      <p:pic>
        <p:nvPicPr>
          <p:cNvPr id="707" name="Google Shape;707;p16"/>
          <p:cNvPicPr preferRelativeResize="0"/>
          <p:nvPr/>
        </p:nvPicPr>
        <p:blipFill rotWithShape="1">
          <a:blip r:embed="rId3">
            <a:alphaModFix/>
          </a:blip>
          <a:srcRect b="0" l="0" r="0" t="0"/>
          <a:stretch/>
        </p:blipFill>
        <p:spPr>
          <a:xfrm>
            <a:off x="5825999" y="5319788"/>
            <a:ext cx="540000" cy="442800"/>
          </a:xfrm>
          <a:prstGeom prst="rect">
            <a:avLst/>
          </a:prstGeom>
          <a:noFill/>
          <a:ln>
            <a:noFill/>
          </a:ln>
        </p:spPr>
      </p:pic>
      <p:sp>
        <p:nvSpPr>
          <p:cNvPr id="708" name="Google Shape;708;p16"/>
          <p:cNvSpPr txBox="1"/>
          <p:nvPr/>
        </p:nvSpPr>
        <p:spPr>
          <a:xfrm>
            <a:off x="5725494" y="3830557"/>
            <a:ext cx="907621"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EC7061"/>
                </a:solidFill>
                <a:latin typeface="Arial"/>
                <a:ea typeface="Arial"/>
                <a:cs typeface="Arial"/>
                <a:sym typeface="Arial"/>
              </a:rPr>
              <a:t>Area 0</a:t>
            </a:r>
            <a:endParaRPr/>
          </a:p>
        </p:txBody>
      </p:sp>
      <p:sp>
        <p:nvSpPr>
          <p:cNvPr id="709" name="Google Shape;709;p16"/>
          <p:cNvSpPr txBox="1"/>
          <p:nvPr/>
        </p:nvSpPr>
        <p:spPr>
          <a:xfrm>
            <a:off x="4278207" y="3814909"/>
            <a:ext cx="485420"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R1</a:t>
            </a:r>
            <a:endParaRPr/>
          </a:p>
        </p:txBody>
      </p:sp>
      <p:sp>
        <p:nvSpPr>
          <p:cNvPr id="710" name="Google Shape;710;p16"/>
          <p:cNvSpPr txBox="1"/>
          <p:nvPr/>
        </p:nvSpPr>
        <p:spPr>
          <a:xfrm>
            <a:off x="6401559" y="5371911"/>
            <a:ext cx="485420"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R3</a:t>
            </a:r>
            <a:endParaRPr/>
          </a:p>
        </p:txBody>
      </p:sp>
      <p:sp>
        <p:nvSpPr>
          <p:cNvPr id="711" name="Google Shape;711;p16"/>
          <p:cNvSpPr txBox="1"/>
          <p:nvPr/>
        </p:nvSpPr>
        <p:spPr>
          <a:xfrm>
            <a:off x="8538296" y="3814909"/>
            <a:ext cx="485420"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R2</a:t>
            </a:r>
            <a:endParaRPr/>
          </a:p>
        </p:txBody>
      </p:sp>
      <p:sp>
        <p:nvSpPr>
          <p:cNvPr id="712" name="Google Shape;712;p16"/>
          <p:cNvSpPr/>
          <p:nvPr/>
        </p:nvSpPr>
        <p:spPr>
          <a:xfrm>
            <a:off x="9692639" y="124239"/>
            <a:ext cx="662905" cy="213120"/>
          </a:xfrm>
          <a:prstGeom prst="chevron">
            <a:avLst>
              <a:gd fmla="val 50000" name="adj"/>
            </a:avLst>
          </a:prstGeom>
          <a:solidFill>
            <a:srgbClr val="00B0F0"/>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800">
                <a:solidFill>
                  <a:srgbClr val="FFFFFF"/>
                </a:solidFill>
                <a:latin typeface="Arial"/>
                <a:ea typeface="Arial"/>
                <a:cs typeface="Arial"/>
                <a:sym typeface="Arial"/>
              </a:rPr>
              <a:t>Area</a:t>
            </a:r>
            <a:endParaRPr/>
          </a:p>
        </p:txBody>
      </p:sp>
      <p:sp>
        <p:nvSpPr>
          <p:cNvPr id="713" name="Google Shape;713;p16"/>
          <p:cNvSpPr/>
          <p:nvPr/>
        </p:nvSpPr>
        <p:spPr>
          <a:xfrm>
            <a:off x="10280362" y="124239"/>
            <a:ext cx="987316" cy="213120"/>
          </a:xfrm>
          <a:prstGeom prst="chevron">
            <a:avLst>
              <a:gd fmla="val 50000" name="adj"/>
            </a:avLst>
          </a:prstGeom>
          <a:solidFill>
            <a:srgbClr val="D8D8D8"/>
          </a:solidFill>
          <a:ln>
            <a:noFill/>
          </a:ln>
        </p:spPr>
        <p:txBody>
          <a:bodyPr anchorCtr="0" anchor="ctr" bIns="0" lIns="0" spcFirstLastPara="1" rIns="0" wrap="square" tIns="0">
            <a:noAutofit/>
          </a:bodyPr>
          <a:lstStyle/>
          <a:p>
            <a:pPr indent="0" lvl="0" marL="0" marR="0" rtl="0" algn="ctr">
              <a:spcBef>
                <a:spcPts val="0"/>
              </a:spcBef>
              <a:spcAft>
                <a:spcPts val="0"/>
              </a:spcAft>
              <a:buNone/>
            </a:pPr>
            <a:r>
              <a:rPr lang="en-US" sz="800">
                <a:solidFill>
                  <a:schemeClr val="dk1"/>
                </a:solidFill>
                <a:latin typeface="Arial"/>
                <a:ea typeface="Arial"/>
                <a:cs typeface="Arial"/>
                <a:sym typeface="Arial"/>
              </a:rPr>
              <a:t>Router ID</a:t>
            </a:r>
            <a:endParaRPr/>
          </a:p>
        </p:txBody>
      </p:sp>
      <p:sp>
        <p:nvSpPr>
          <p:cNvPr id="714" name="Google Shape;714;p16"/>
          <p:cNvSpPr/>
          <p:nvPr/>
        </p:nvSpPr>
        <p:spPr>
          <a:xfrm>
            <a:off x="11192496" y="124239"/>
            <a:ext cx="781200" cy="213120"/>
          </a:xfrm>
          <a:prstGeom prst="chevron">
            <a:avLst>
              <a:gd fmla="val 50000" name="adj"/>
            </a:avLst>
          </a:prstGeom>
          <a:solidFill>
            <a:srgbClr val="D8D8D8"/>
          </a:solidFill>
          <a:ln>
            <a:noFill/>
          </a:ln>
        </p:spPr>
        <p:txBody>
          <a:bodyPr anchorCtr="0" anchor="ctr" bIns="0" lIns="0" spcFirstLastPara="1" rIns="0" wrap="square" tIns="0">
            <a:noAutofit/>
          </a:bodyPr>
          <a:lstStyle/>
          <a:p>
            <a:pPr indent="0" lvl="0" marL="0" marR="0" rtl="0" algn="ctr">
              <a:spcBef>
                <a:spcPts val="0"/>
              </a:spcBef>
              <a:spcAft>
                <a:spcPts val="0"/>
              </a:spcAft>
              <a:buNone/>
            </a:pPr>
            <a:r>
              <a:rPr lang="en-US" sz="800">
                <a:solidFill>
                  <a:schemeClr val="dk1"/>
                </a:solidFill>
                <a:latin typeface="Arial"/>
                <a:ea typeface="Arial"/>
                <a:cs typeface="Arial"/>
                <a:sym typeface="Arial"/>
              </a:rPr>
              <a:t>Cost Value</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8" name="Shape 718"/>
        <p:cNvGrpSpPr/>
        <p:nvPr/>
      </p:nvGrpSpPr>
      <p:grpSpPr>
        <a:xfrm>
          <a:off x="0" y="0"/>
          <a:ext cx="0" cy="0"/>
          <a:chOff x="0" y="0"/>
          <a:chExt cx="0" cy="0"/>
        </a:xfrm>
      </p:grpSpPr>
      <p:sp>
        <p:nvSpPr>
          <p:cNvPr id="719" name="Google Shape;719;p17"/>
          <p:cNvSpPr/>
          <p:nvPr/>
        </p:nvSpPr>
        <p:spPr>
          <a:xfrm>
            <a:off x="1916903" y="2714840"/>
            <a:ext cx="8503920" cy="3599362"/>
          </a:xfrm>
          <a:prstGeom prst="ellipse">
            <a:avLst/>
          </a:prstGeom>
          <a:solidFill>
            <a:schemeClr val="lt1"/>
          </a:solidFill>
          <a:ln cap="flat" cmpd="sng" w="2857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20" name="Google Shape;720;p17"/>
          <p:cNvSpPr txBox="1"/>
          <p:nvPr>
            <p:ph idx="1" type="body"/>
          </p:nvPr>
        </p:nvSpPr>
        <p:spPr>
          <a:xfrm>
            <a:off x="451877" y="1242453"/>
            <a:ext cx="11306175" cy="4680000"/>
          </a:xfrm>
          <a:prstGeom prst="rect">
            <a:avLst/>
          </a:prstGeom>
          <a:noFill/>
          <a:ln>
            <a:noFill/>
          </a:ln>
        </p:spPr>
        <p:txBody>
          <a:bodyPr anchorCtr="0" anchor="t" bIns="40050" lIns="80125" spcFirstLastPara="1" rIns="80125" wrap="square" tIns="40050">
            <a:noAutofit/>
          </a:bodyPr>
          <a:lstStyle/>
          <a:p>
            <a:pPr indent="-302279" lvl="0" marL="302279" rtl="0" algn="just">
              <a:lnSpc>
                <a:spcPct val="140000"/>
              </a:lnSpc>
              <a:spcBef>
                <a:spcPts val="0"/>
              </a:spcBef>
              <a:spcAft>
                <a:spcPts val="0"/>
              </a:spcAft>
              <a:buClr>
                <a:schemeClr val="dk1"/>
              </a:buClr>
              <a:buSzPts val="1050"/>
              <a:buChar char="●"/>
            </a:pPr>
            <a:r>
              <a:rPr lang="en-US"/>
              <a:t>A router ID uniquely identifies a router in an OSPF area.</a:t>
            </a:r>
            <a:endParaRPr/>
          </a:p>
          <a:p>
            <a:pPr indent="-302279" lvl="0" marL="302279" rtl="0" algn="just">
              <a:lnSpc>
                <a:spcPct val="140000"/>
              </a:lnSpc>
              <a:spcBef>
                <a:spcPts val="792"/>
              </a:spcBef>
              <a:spcAft>
                <a:spcPts val="0"/>
              </a:spcAft>
              <a:buClr>
                <a:schemeClr val="dk1"/>
              </a:buClr>
              <a:buSzPts val="1050"/>
              <a:buChar char="●"/>
            </a:pPr>
            <a:r>
              <a:rPr lang="en-US"/>
              <a:t>The router ID can be manually specified or automatically assigned by the system.</a:t>
            </a:r>
            <a:endParaRPr/>
          </a:p>
          <a:p>
            <a:pPr indent="-232460" lvl="0" marL="302279" rtl="0" algn="just">
              <a:lnSpc>
                <a:spcPct val="140000"/>
              </a:lnSpc>
              <a:spcBef>
                <a:spcPts val="792"/>
              </a:spcBef>
              <a:spcAft>
                <a:spcPts val="0"/>
              </a:spcAft>
              <a:buClr>
                <a:schemeClr val="dk1"/>
              </a:buClr>
              <a:buSzPts val="1100"/>
              <a:buNone/>
            </a:pPr>
            <a:r>
              <a:t/>
            </a:r>
            <a:endParaRPr/>
          </a:p>
        </p:txBody>
      </p:sp>
      <p:sp>
        <p:nvSpPr>
          <p:cNvPr id="721" name="Google Shape;721;p17"/>
          <p:cNvSpPr txBox="1"/>
          <p:nvPr>
            <p:ph type="title"/>
          </p:nvPr>
        </p:nvSpPr>
        <p:spPr>
          <a:xfrm>
            <a:off x="1594800" y="452604"/>
            <a:ext cx="9831600" cy="640800"/>
          </a:xfrm>
          <a:prstGeom prst="rect">
            <a:avLst/>
          </a:prstGeom>
          <a:noFill/>
          <a:ln>
            <a:noFill/>
          </a:ln>
        </p:spPr>
        <p:txBody>
          <a:bodyPr anchorCtr="0" anchor="ctr" bIns="50400" lIns="100800" spcFirstLastPara="1" rIns="100800" wrap="square" tIns="50400">
            <a:noAutofit/>
          </a:bodyPr>
          <a:lstStyle/>
          <a:p>
            <a:pPr indent="0" lvl="0" marL="0" rtl="0" algn="l">
              <a:lnSpc>
                <a:spcPct val="90000"/>
              </a:lnSpc>
              <a:spcBef>
                <a:spcPts val="0"/>
              </a:spcBef>
              <a:spcAft>
                <a:spcPts val="0"/>
              </a:spcAft>
              <a:buClr>
                <a:schemeClr val="dk1"/>
              </a:buClr>
              <a:buSzPts val="3400"/>
              <a:buFont typeface="Arial"/>
              <a:buNone/>
            </a:pPr>
            <a:r>
              <a:rPr lang="en-US"/>
              <a:t>Basic OSPF Concepts: Router ID</a:t>
            </a:r>
            <a:endParaRPr/>
          </a:p>
        </p:txBody>
      </p:sp>
      <p:pic>
        <p:nvPicPr>
          <p:cNvPr id="722" name="Google Shape;722;p17"/>
          <p:cNvPicPr preferRelativeResize="0"/>
          <p:nvPr/>
        </p:nvPicPr>
        <p:blipFill rotWithShape="1">
          <a:blip r:embed="rId3">
            <a:alphaModFix/>
          </a:blip>
          <a:srcRect b="0" l="0" r="0" t="0"/>
          <a:stretch/>
        </p:blipFill>
        <p:spPr>
          <a:xfrm>
            <a:off x="3743017" y="3746264"/>
            <a:ext cx="540000" cy="442800"/>
          </a:xfrm>
          <a:prstGeom prst="rect">
            <a:avLst/>
          </a:prstGeom>
          <a:noFill/>
          <a:ln>
            <a:noFill/>
          </a:ln>
        </p:spPr>
      </p:pic>
      <p:pic>
        <p:nvPicPr>
          <p:cNvPr id="723" name="Google Shape;723;p17"/>
          <p:cNvPicPr preferRelativeResize="0"/>
          <p:nvPr/>
        </p:nvPicPr>
        <p:blipFill rotWithShape="1">
          <a:blip r:embed="rId3">
            <a:alphaModFix/>
          </a:blip>
          <a:srcRect b="0" l="0" r="0" t="0"/>
          <a:stretch/>
        </p:blipFill>
        <p:spPr>
          <a:xfrm>
            <a:off x="7998296" y="3746264"/>
            <a:ext cx="540000" cy="442800"/>
          </a:xfrm>
          <a:prstGeom prst="rect">
            <a:avLst/>
          </a:prstGeom>
          <a:noFill/>
          <a:ln>
            <a:noFill/>
          </a:ln>
        </p:spPr>
      </p:pic>
      <p:cxnSp>
        <p:nvCxnSpPr>
          <p:cNvPr id="724" name="Google Shape;724;p17"/>
          <p:cNvCxnSpPr/>
          <p:nvPr/>
        </p:nvCxnSpPr>
        <p:spPr>
          <a:xfrm rot="10800000">
            <a:off x="3307082" y="4754426"/>
            <a:ext cx="5669278" cy="0"/>
          </a:xfrm>
          <a:prstGeom prst="straightConnector1">
            <a:avLst/>
          </a:prstGeom>
          <a:noFill/>
          <a:ln cap="flat" cmpd="sng" w="19050">
            <a:solidFill>
              <a:schemeClr val="dk1"/>
            </a:solidFill>
            <a:prstDash val="solid"/>
            <a:miter lim="800000"/>
            <a:headEnd len="sm" w="sm" type="none"/>
            <a:tailEnd len="sm" w="sm" type="none"/>
          </a:ln>
        </p:spPr>
      </p:cxnSp>
      <p:cxnSp>
        <p:nvCxnSpPr>
          <p:cNvPr id="725" name="Google Shape;725;p17"/>
          <p:cNvCxnSpPr>
            <a:endCxn id="723" idx="2"/>
          </p:cNvCxnSpPr>
          <p:nvPr/>
        </p:nvCxnSpPr>
        <p:spPr>
          <a:xfrm rot="10800000">
            <a:off x="8268296" y="4189064"/>
            <a:ext cx="0" cy="565500"/>
          </a:xfrm>
          <a:prstGeom prst="straightConnector1">
            <a:avLst/>
          </a:prstGeom>
          <a:noFill/>
          <a:ln cap="flat" cmpd="sng" w="19050">
            <a:solidFill>
              <a:schemeClr val="dk1"/>
            </a:solidFill>
            <a:prstDash val="solid"/>
            <a:miter lim="800000"/>
            <a:headEnd len="sm" w="sm" type="none"/>
            <a:tailEnd len="sm" w="sm" type="none"/>
          </a:ln>
        </p:spPr>
      </p:cxnSp>
      <p:cxnSp>
        <p:nvCxnSpPr>
          <p:cNvPr id="726" name="Google Shape;726;p17"/>
          <p:cNvCxnSpPr>
            <a:endCxn id="722" idx="2"/>
          </p:cNvCxnSpPr>
          <p:nvPr/>
        </p:nvCxnSpPr>
        <p:spPr>
          <a:xfrm rot="10800000">
            <a:off x="4013017" y="4189064"/>
            <a:ext cx="0" cy="565500"/>
          </a:xfrm>
          <a:prstGeom prst="straightConnector1">
            <a:avLst/>
          </a:prstGeom>
          <a:noFill/>
          <a:ln cap="flat" cmpd="sng" w="19050">
            <a:solidFill>
              <a:schemeClr val="dk1"/>
            </a:solidFill>
            <a:prstDash val="solid"/>
            <a:miter lim="800000"/>
            <a:headEnd len="sm" w="sm" type="none"/>
            <a:tailEnd len="sm" w="sm" type="none"/>
          </a:ln>
        </p:spPr>
      </p:cxnSp>
      <p:cxnSp>
        <p:nvCxnSpPr>
          <p:cNvPr id="727" name="Google Shape;727;p17"/>
          <p:cNvCxnSpPr>
            <a:stCxn id="728" idx="0"/>
          </p:cNvCxnSpPr>
          <p:nvPr/>
        </p:nvCxnSpPr>
        <p:spPr>
          <a:xfrm rot="10800000">
            <a:off x="6095999" y="4754288"/>
            <a:ext cx="0" cy="565500"/>
          </a:xfrm>
          <a:prstGeom prst="straightConnector1">
            <a:avLst/>
          </a:prstGeom>
          <a:noFill/>
          <a:ln cap="flat" cmpd="sng" w="19050">
            <a:solidFill>
              <a:schemeClr val="dk1"/>
            </a:solidFill>
            <a:prstDash val="solid"/>
            <a:miter lim="800000"/>
            <a:headEnd len="sm" w="sm" type="none"/>
            <a:tailEnd len="sm" w="sm" type="none"/>
          </a:ln>
        </p:spPr>
      </p:cxnSp>
      <p:pic>
        <p:nvPicPr>
          <p:cNvPr id="728" name="Google Shape;728;p17"/>
          <p:cNvPicPr preferRelativeResize="0"/>
          <p:nvPr/>
        </p:nvPicPr>
        <p:blipFill rotWithShape="1">
          <a:blip r:embed="rId3">
            <a:alphaModFix/>
          </a:blip>
          <a:srcRect b="0" l="0" r="0" t="0"/>
          <a:stretch/>
        </p:blipFill>
        <p:spPr>
          <a:xfrm>
            <a:off x="5825999" y="5319788"/>
            <a:ext cx="540000" cy="442800"/>
          </a:xfrm>
          <a:prstGeom prst="rect">
            <a:avLst/>
          </a:prstGeom>
          <a:noFill/>
          <a:ln>
            <a:noFill/>
          </a:ln>
        </p:spPr>
      </p:pic>
      <p:sp>
        <p:nvSpPr>
          <p:cNvPr id="729" name="Google Shape;729;p17"/>
          <p:cNvSpPr txBox="1"/>
          <p:nvPr/>
        </p:nvSpPr>
        <p:spPr>
          <a:xfrm>
            <a:off x="3085265" y="3265657"/>
            <a:ext cx="1893135"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rgbClr val="EC7061"/>
                </a:solidFill>
                <a:latin typeface="Arial"/>
                <a:ea typeface="Arial"/>
                <a:cs typeface="Arial"/>
                <a:sym typeface="Arial"/>
              </a:rPr>
              <a:t>Router ID: 1.1.1.1</a:t>
            </a:r>
            <a:endParaRPr/>
          </a:p>
        </p:txBody>
      </p:sp>
      <p:sp>
        <p:nvSpPr>
          <p:cNvPr id="730" name="Google Shape;730;p17"/>
          <p:cNvSpPr txBox="1"/>
          <p:nvPr/>
        </p:nvSpPr>
        <p:spPr>
          <a:xfrm>
            <a:off x="4278207" y="3814909"/>
            <a:ext cx="485420"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R1</a:t>
            </a:r>
            <a:endParaRPr/>
          </a:p>
        </p:txBody>
      </p:sp>
      <p:sp>
        <p:nvSpPr>
          <p:cNvPr id="731" name="Google Shape;731;p17"/>
          <p:cNvSpPr txBox="1"/>
          <p:nvPr/>
        </p:nvSpPr>
        <p:spPr>
          <a:xfrm>
            <a:off x="6401559" y="5371911"/>
            <a:ext cx="485420"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R3</a:t>
            </a:r>
            <a:endParaRPr/>
          </a:p>
        </p:txBody>
      </p:sp>
      <p:sp>
        <p:nvSpPr>
          <p:cNvPr id="732" name="Google Shape;732;p17"/>
          <p:cNvSpPr txBox="1"/>
          <p:nvPr/>
        </p:nvSpPr>
        <p:spPr>
          <a:xfrm>
            <a:off x="8538296" y="3814909"/>
            <a:ext cx="485420"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R2</a:t>
            </a:r>
            <a:endParaRPr/>
          </a:p>
        </p:txBody>
      </p:sp>
      <p:sp>
        <p:nvSpPr>
          <p:cNvPr id="733" name="Google Shape;733;p17"/>
          <p:cNvSpPr txBox="1"/>
          <p:nvPr/>
        </p:nvSpPr>
        <p:spPr>
          <a:xfrm>
            <a:off x="7386810" y="3265657"/>
            <a:ext cx="1893135"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rgbClr val="EC7061"/>
                </a:solidFill>
                <a:latin typeface="Arial"/>
                <a:ea typeface="Arial"/>
                <a:cs typeface="Arial"/>
                <a:sym typeface="Arial"/>
              </a:rPr>
              <a:t>Router ID: 2.2.2.2</a:t>
            </a:r>
            <a:endParaRPr/>
          </a:p>
        </p:txBody>
      </p:sp>
      <p:sp>
        <p:nvSpPr>
          <p:cNvPr id="734" name="Google Shape;734;p17"/>
          <p:cNvSpPr txBox="1"/>
          <p:nvPr/>
        </p:nvSpPr>
        <p:spPr>
          <a:xfrm>
            <a:off x="5281757" y="5874215"/>
            <a:ext cx="1919143"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rgbClr val="EC7061"/>
                </a:solidFill>
                <a:latin typeface="Arial"/>
                <a:ea typeface="Arial"/>
                <a:cs typeface="Arial"/>
                <a:sym typeface="Arial"/>
              </a:rPr>
              <a:t>Router ID: 3.3.3.3</a:t>
            </a:r>
            <a:endParaRPr/>
          </a:p>
        </p:txBody>
      </p:sp>
      <p:sp>
        <p:nvSpPr>
          <p:cNvPr id="735" name="Google Shape;735;p17"/>
          <p:cNvSpPr/>
          <p:nvPr/>
        </p:nvSpPr>
        <p:spPr>
          <a:xfrm>
            <a:off x="9692639" y="124239"/>
            <a:ext cx="662905" cy="213120"/>
          </a:xfrm>
          <a:prstGeom prst="chevron">
            <a:avLst>
              <a:gd fmla="val 50000" name="adj"/>
            </a:avLst>
          </a:prstGeom>
          <a:solidFill>
            <a:srgbClr val="D8D8D8"/>
          </a:solidFill>
          <a:ln>
            <a:noFill/>
          </a:ln>
        </p:spPr>
        <p:txBody>
          <a:bodyPr anchorCtr="0" anchor="ctr" bIns="0" lIns="0" spcFirstLastPara="1" rIns="0" wrap="square" tIns="0">
            <a:noAutofit/>
          </a:bodyPr>
          <a:lstStyle/>
          <a:p>
            <a:pPr indent="0" lvl="0" marL="0" marR="0" rtl="0" algn="ctr">
              <a:spcBef>
                <a:spcPts val="0"/>
              </a:spcBef>
              <a:spcAft>
                <a:spcPts val="0"/>
              </a:spcAft>
              <a:buNone/>
            </a:pPr>
            <a:r>
              <a:rPr lang="en-US" sz="800">
                <a:solidFill>
                  <a:schemeClr val="dk1"/>
                </a:solidFill>
                <a:latin typeface="Arial"/>
                <a:ea typeface="Arial"/>
                <a:cs typeface="Arial"/>
                <a:sym typeface="Arial"/>
              </a:rPr>
              <a:t>Area</a:t>
            </a:r>
            <a:endParaRPr/>
          </a:p>
        </p:txBody>
      </p:sp>
      <p:sp>
        <p:nvSpPr>
          <p:cNvPr id="736" name="Google Shape;736;p17"/>
          <p:cNvSpPr/>
          <p:nvPr/>
        </p:nvSpPr>
        <p:spPr>
          <a:xfrm>
            <a:off x="10280362" y="124239"/>
            <a:ext cx="987316" cy="213120"/>
          </a:xfrm>
          <a:prstGeom prst="chevron">
            <a:avLst>
              <a:gd fmla="val 50000" name="adj"/>
            </a:avLst>
          </a:prstGeom>
          <a:solidFill>
            <a:srgbClr val="00B0F0"/>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800">
                <a:solidFill>
                  <a:srgbClr val="FFFFFF"/>
                </a:solidFill>
                <a:latin typeface="Arial"/>
                <a:ea typeface="Arial"/>
                <a:cs typeface="Arial"/>
                <a:sym typeface="Arial"/>
              </a:rPr>
              <a:t>Router ID</a:t>
            </a:r>
            <a:endParaRPr/>
          </a:p>
        </p:txBody>
      </p:sp>
      <p:sp>
        <p:nvSpPr>
          <p:cNvPr id="737" name="Google Shape;737;p17"/>
          <p:cNvSpPr/>
          <p:nvPr/>
        </p:nvSpPr>
        <p:spPr>
          <a:xfrm>
            <a:off x="11192496" y="124239"/>
            <a:ext cx="781200" cy="213120"/>
          </a:xfrm>
          <a:prstGeom prst="chevron">
            <a:avLst>
              <a:gd fmla="val 50000" name="adj"/>
            </a:avLst>
          </a:prstGeom>
          <a:solidFill>
            <a:srgbClr val="D8D8D8"/>
          </a:solidFill>
          <a:ln>
            <a:noFill/>
          </a:ln>
        </p:spPr>
        <p:txBody>
          <a:bodyPr anchorCtr="0" anchor="ctr" bIns="0" lIns="0" spcFirstLastPara="1" rIns="0" wrap="square" tIns="0">
            <a:noAutofit/>
          </a:bodyPr>
          <a:lstStyle/>
          <a:p>
            <a:pPr indent="0" lvl="0" marL="0" marR="0" rtl="0" algn="ctr">
              <a:spcBef>
                <a:spcPts val="0"/>
              </a:spcBef>
              <a:spcAft>
                <a:spcPts val="0"/>
              </a:spcAft>
              <a:buNone/>
            </a:pPr>
            <a:r>
              <a:rPr lang="en-US" sz="800">
                <a:solidFill>
                  <a:schemeClr val="dk1"/>
                </a:solidFill>
                <a:latin typeface="Arial"/>
                <a:ea typeface="Arial"/>
                <a:cs typeface="Arial"/>
                <a:sym typeface="Arial"/>
              </a:rPr>
              <a:t>Cost Value</a:t>
            </a:r>
            <a:endParaRPr/>
          </a:p>
        </p:txBody>
      </p:sp>
      <p:sp>
        <p:nvSpPr>
          <p:cNvPr id="738" name="Google Shape;738;p17"/>
          <p:cNvSpPr txBox="1"/>
          <p:nvPr/>
        </p:nvSpPr>
        <p:spPr>
          <a:xfrm>
            <a:off x="4482132" y="4151807"/>
            <a:ext cx="1313180"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rgbClr val="00B0F0"/>
                </a:solidFill>
                <a:latin typeface="Arial"/>
                <a:ea typeface="Arial"/>
                <a:cs typeface="Arial"/>
                <a:sym typeface="Arial"/>
              </a:rPr>
              <a:t>I'm 1.1.1.1.</a:t>
            </a:r>
            <a:endParaRPr/>
          </a:p>
        </p:txBody>
      </p:sp>
      <p:cxnSp>
        <p:nvCxnSpPr>
          <p:cNvPr id="739" name="Google Shape;739;p17"/>
          <p:cNvCxnSpPr/>
          <p:nvPr/>
        </p:nvCxnSpPr>
        <p:spPr>
          <a:xfrm>
            <a:off x="4559114" y="4574183"/>
            <a:ext cx="1170093" cy="0"/>
          </a:xfrm>
          <a:prstGeom prst="straightConnector1">
            <a:avLst/>
          </a:prstGeom>
          <a:noFill/>
          <a:ln cap="flat" cmpd="sng" w="25400">
            <a:solidFill>
              <a:srgbClr val="00B0F0"/>
            </a:solidFill>
            <a:prstDash val="solid"/>
            <a:miter lim="800000"/>
            <a:headEnd len="sm" w="sm" type="none"/>
            <a:tailEnd len="med" w="med" type="triangle"/>
          </a:ln>
        </p:spPr>
      </p:cxnSp>
      <p:sp>
        <p:nvSpPr>
          <p:cNvPr id="740" name="Google Shape;740;p17"/>
          <p:cNvSpPr txBox="1"/>
          <p:nvPr/>
        </p:nvSpPr>
        <p:spPr>
          <a:xfrm>
            <a:off x="5754896" y="3281513"/>
            <a:ext cx="907621"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Area 0</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4" name="Shape 744"/>
        <p:cNvGrpSpPr/>
        <p:nvPr/>
      </p:nvGrpSpPr>
      <p:grpSpPr>
        <a:xfrm>
          <a:off x="0" y="0"/>
          <a:ext cx="0" cy="0"/>
          <a:chOff x="0" y="0"/>
          <a:chExt cx="0" cy="0"/>
        </a:xfrm>
      </p:grpSpPr>
      <p:sp>
        <p:nvSpPr>
          <p:cNvPr id="745" name="Google Shape;745;p18"/>
          <p:cNvSpPr txBox="1"/>
          <p:nvPr>
            <p:ph idx="1" type="body"/>
          </p:nvPr>
        </p:nvSpPr>
        <p:spPr>
          <a:xfrm>
            <a:off x="451877" y="1242453"/>
            <a:ext cx="11306175" cy="4680000"/>
          </a:xfrm>
          <a:prstGeom prst="rect">
            <a:avLst/>
          </a:prstGeom>
          <a:blipFill rotWithShape="1">
            <a:blip r:embed="rId3">
              <a:alphaModFix/>
            </a:blip>
            <a:stretch>
              <a:fillRect b="0" l="0" r="-376" t="0"/>
            </a:stretch>
          </a:blipFill>
          <a:ln>
            <a:noFill/>
          </a:ln>
        </p:spPr>
        <p:txBody>
          <a:bodyPr anchorCtr="0" anchor="t" bIns="40050" lIns="80125" spcFirstLastPara="1" rIns="80125" wrap="square" tIns="40050">
            <a:noAutofit/>
          </a:bodyPr>
          <a:lstStyle/>
          <a:p>
            <a:pPr indent="-302279" lvl="0" marL="302279" rtl="0" algn="just">
              <a:lnSpc>
                <a:spcPct val="140000"/>
              </a:lnSpc>
              <a:spcBef>
                <a:spcPts val="0"/>
              </a:spcBef>
              <a:spcAft>
                <a:spcPts val="0"/>
              </a:spcAft>
              <a:buSzPts val="1050"/>
              <a:buChar char="●"/>
            </a:pPr>
            <a:r>
              <a:rPr lang="en-US"/>
              <a:t> </a:t>
            </a:r>
            <a:endParaRPr/>
          </a:p>
        </p:txBody>
      </p:sp>
      <p:sp>
        <p:nvSpPr>
          <p:cNvPr id="746" name="Google Shape;746;p18"/>
          <p:cNvSpPr txBox="1"/>
          <p:nvPr>
            <p:ph type="title"/>
          </p:nvPr>
        </p:nvSpPr>
        <p:spPr>
          <a:xfrm>
            <a:off x="1594800" y="452604"/>
            <a:ext cx="9831600" cy="640800"/>
          </a:xfrm>
          <a:prstGeom prst="rect">
            <a:avLst/>
          </a:prstGeom>
          <a:noFill/>
          <a:ln>
            <a:noFill/>
          </a:ln>
        </p:spPr>
        <p:txBody>
          <a:bodyPr anchorCtr="0" anchor="ctr" bIns="50400" lIns="100800" spcFirstLastPara="1" rIns="100800" wrap="square" tIns="50400">
            <a:noAutofit/>
          </a:bodyPr>
          <a:lstStyle/>
          <a:p>
            <a:pPr indent="0" lvl="0" marL="0" rtl="0" algn="l">
              <a:lnSpc>
                <a:spcPct val="90000"/>
              </a:lnSpc>
              <a:spcBef>
                <a:spcPts val="0"/>
              </a:spcBef>
              <a:spcAft>
                <a:spcPts val="0"/>
              </a:spcAft>
              <a:buClr>
                <a:schemeClr val="dk1"/>
              </a:buClr>
              <a:buSzPts val="3400"/>
              <a:buFont typeface="Arial"/>
              <a:buNone/>
            </a:pPr>
            <a:r>
              <a:rPr lang="en-US"/>
              <a:t>Basic OSPF Concepts: Cost Value</a:t>
            </a:r>
            <a:endParaRPr/>
          </a:p>
        </p:txBody>
      </p:sp>
      <p:grpSp>
        <p:nvGrpSpPr>
          <p:cNvPr id="747" name="Google Shape;747;p18"/>
          <p:cNvGrpSpPr/>
          <p:nvPr/>
        </p:nvGrpSpPr>
        <p:grpSpPr>
          <a:xfrm>
            <a:off x="857839" y="3675657"/>
            <a:ext cx="4846447" cy="1651906"/>
            <a:chOff x="931599" y="3954608"/>
            <a:chExt cx="4846447" cy="1651906"/>
          </a:xfrm>
        </p:grpSpPr>
        <p:pic>
          <p:nvPicPr>
            <p:cNvPr id="748" name="Google Shape;748;p18"/>
            <p:cNvPicPr preferRelativeResize="0"/>
            <p:nvPr/>
          </p:nvPicPr>
          <p:blipFill rotWithShape="1">
            <a:blip r:embed="rId4">
              <a:alphaModFix/>
            </a:blip>
            <a:srcRect b="0" l="0" r="0" t="0"/>
            <a:stretch/>
          </p:blipFill>
          <p:spPr>
            <a:xfrm>
              <a:off x="2445765" y="4714161"/>
              <a:ext cx="540000" cy="442800"/>
            </a:xfrm>
            <a:prstGeom prst="rect">
              <a:avLst/>
            </a:prstGeom>
            <a:noFill/>
            <a:ln>
              <a:noFill/>
            </a:ln>
          </p:spPr>
        </p:pic>
        <p:cxnSp>
          <p:nvCxnSpPr>
            <p:cNvPr id="749" name="Google Shape;749;p18"/>
            <p:cNvCxnSpPr>
              <a:stCxn id="748" idx="0"/>
            </p:cNvCxnSpPr>
            <p:nvPr/>
          </p:nvCxnSpPr>
          <p:spPr>
            <a:xfrm rot="10800000">
              <a:off x="2715765" y="4043361"/>
              <a:ext cx="0" cy="670800"/>
            </a:xfrm>
            <a:prstGeom prst="straightConnector1">
              <a:avLst/>
            </a:prstGeom>
            <a:noFill/>
            <a:ln cap="flat" cmpd="sng" w="19050">
              <a:solidFill>
                <a:schemeClr val="dk1"/>
              </a:solidFill>
              <a:prstDash val="solid"/>
              <a:miter lim="800000"/>
              <a:headEnd len="sm" w="sm" type="none"/>
              <a:tailEnd len="sm" w="sm" type="none"/>
            </a:ln>
          </p:spPr>
        </p:cxnSp>
        <p:cxnSp>
          <p:nvCxnSpPr>
            <p:cNvPr id="750" name="Google Shape;750;p18"/>
            <p:cNvCxnSpPr>
              <a:stCxn id="748" idx="3"/>
            </p:cNvCxnSpPr>
            <p:nvPr/>
          </p:nvCxnSpPr>
          <p:spPr>
            <a:xfrm>
              <a:off x="2985765" y="4935561"/>
              <a:ext cx="1367700" cy="0"/>
            </a:xfrm>
            <a:prstGeom prst="straightConnector1">
              <a:avLst/>
            </a:prstGeom>
            <a:noFill/>
            <a:ln cap="flat" cmpd="sng" w="19050">
              <a:solidFill>
                <a:schemeClr val="dk1"/>
              </a:solidFill>
              <a:prstDash val="solid"/>
              <a:miter lim="800000"/>
              <a:headEnd len="sm" w="sm" type="none"/>
              <a:tailEnd len="sm" w="sm" type="none"/>
            </a:ln>
          </p:spPr>
        </p:cxnSp>
        <p:cxnSp>
          <p:nvCxnSpPr>
            <p:cNvPr id="751" name="Google Shape;751;p18"/>
            <p:cNvCxnSpPr>
              <a:stCxn id="748" idx="1"/>
            </p:cNvCxnSpPr>
            <p:nvPr/>
          </p:nvCxnSpPr>
          <p:spPr>
            <a:xfrm rot="10800000">
              <a:off x="1268565" y="4935561"/>
              <a:ext cx="1177200" cy="0"/>
            </a:xfrm>
            <a:prstGeom prst="straightConnector1">
              <a:avLst/>
            </a:prstGeom>
            <a:noFill/>
            <a:ln cap="flat" cmpd="sng" w="19050">
              <a:solidFill>
                <a:schemeClr val="dk1"/>
              </a:solidFill>
              <a:prstDash val="solid"/>
              <a:miter lim="800000"/>
              <a:headEnd len="sm" w="sm" type="none"/>
              <a:tailEnd len="sm" w="sm" type="none"/>
            </a:ln>
          </p:spPr>
        </p:cxnSp>
        <p:sp>
          <p:nvSpPr>
            <p:cNvPr id="752" name="Google Shape;752;p18"/>
            <p:cNvSpPr txBox="1"/>
            <p:nvPr/>
          </p:nvSpPr>
          <p:spPr>
            <a:xfrm>
              <a:off x="931599" y="5021739"/>
              <a:ext cx="1675811" cy="584775"/>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600">
                  <a:solidFill>
                    <a:schemeClr val="dk1"/>
                  </a:solidFill>
                  <a:latin typeface="Arial"/>
                  <a:ea typeface="Arial"/>
                  <a:cs typeface="Arial"/>
                  <a:sym typeface="Arial"/>
                </a:rPr>
                <a:t>FE interface</a:t>
              </a:r>
              <a:endParaRPr/>
            </a:p>
            <a:p>
              <a:pPr indent="0" lvl="0" marL="0" marR="0" rtl="0" algn="r">
                <a:spcBef>
                  <a:spcPts val="0"/>
                </a:spcBef>
                <a:spcAft>
                  <a:spcPts val="0"/>
                </a:spcAft>
                <a:buNone/>
              </a:pPr>
              <a:r>
                <a:rPr lang="en-US" sz="1600">
                  <a:solidFill>
                    <a:schemeClr val="dk1"/>
                  </a:solidFill>
                  <a:latin typeface="Arial"/>
                  <a:ea typeface="Arial"/>
                  <a:cs typeface="Arial"/>
                  <a:sym typeface="Arial"/>
                </a:rPr>
                <a:t>Default cost = 1</a:t>
              </a:r>
              <a:endParaRPr/>
            </a:p>
          </p:txBody>
        </p:sp>
        <p:sp>
          <p:nvSpPr>
            <p:cNvPr id="753" name="Google Shape;753;p18"/>
            <p:cNvSpPr txBox="1"/>
            <p:nvPr/>
          </p:nvSpPr>
          <p:spPr>
            <a:xfrm>
              <a:off x="3112476" y="4974000"/>
              <a:ext cx="1849478" cy="5847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GE interface</a:t>
              </a:r>
              <a:endParaRPr/>
            </a:p>
            <a:p>
              <a:pPr indent="0" lvl="0" marL="0" marR="0" rtl="0" algn="l">
                <a:spcBef>
                  <a:spcPts val="0"/>
                </a:spcBef>
                <a:spcAft>
                  <a:spcPts val="0"/>
                </a:spcAft>
                <a:buNone/>
              </a:pPr>
              <a:r>
                <a:rPr lang="en-US" sz="1600">
                  <a:solidFill>
                    <a:schemeClr val="dk1"/>
                  </a:solidFill>
                  <a:latin typeface="Arial"/>
                  <a:ea typeface="Arial"/>
                  <a:cs typeface="Arial"/>
                  <a:sym typeface="Arial"/>
                </a:rPr>
                <a:t>Default cost = 1</a:t>
              </a:r>
              <a:endParaRPr/>
            </a:p>
          </p:txBody>
        </p:sp>
        <p:sp>
          <p:nvSpPr>
            <p:cNvPr id="754" name="Google Shape;754;p18"/>
            <p:cNvSpPr txBox="1"/>
            <p:nvPr/>
          </p:nvSpPr>
          <p:spPr>
            <a:xfrm>
              <a:off x="2692907" y="3954608"/>
              <a:ext cx="3085139" cy="46408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Serial interface (1.544 Mbit/s)</a:t>
              </a:r>
              <a:endParaRPr/>
            </a:p>
            <a:p>
              <a:pPr indent="0" lvl="0" marL="0" marR="0" rtl="0" algn="l">
                <a:spcBef>
                  <a:spcPts val="0"/>
                </a:spcBef>
                <a:spcAft>
                  <a:spcPts val="0"/>
                </a:spcAft>
                <a:buNone/>
              </a:pPr>
              <a:r>
                <a:rPr lang="en-US" sz="1400">
                  <a:solidFill>
                    <a:schemeClr val="dk1"/>
                  </a:solidFill>
                  <a:latin typeface="Arial"/>
                  <a:ea typeface="Arial"/>
                  <a:cs typeface="Arial"/>
                  <a:sym typeface="Arial"/>
                </a:rPr>
                <a:t>Default cost = 64</a:t>
              </a:r>
              <a:endParaRPr/>
            </a:p>
          </p:txBody>
        </p:sp>
      </p:grpSp>
      <p:grpSp>
        <p:nvGrpSpPr>
          <p:cNvPr id="755" name="Google Shape;755;p18"/>
          <p:cNvGrpSpPr/>
          <p:nvPr/>
        </p:nvGrpSpPr>
        <p:grpSpPr>
          <a:xfrm>
            <a:off x="5696840" y="3640270"/>
            <a:ext cx="5257395" cy="1878360"/>
            <a:chOff x="5696840" y="3927484"/>
            <a:chExt cx="5257395" cy="1878360"/>
          </a:xfrm>
        </p:grpSpPr>
        <p:pic>
          <p:nvPicPr>
            <p:cNvPr id="756" name="Google Shape;756;p18"/>
            <p:cNvPicPr preferRelativeResize="0"/>
            <p:nvPr/>
          </p:nvPicPr>
          <p:blipFill rotWithShape="1">
            <a:blip r:embed="rId4">
              <a:alphaModFix/>
            </a:blip>
            <a:srcRect b="0" l="0" r="0" t="0"/>
            <a:stretch/>
          </p:blipFill>
          <p:spPr>
            <a:xfrm>
              <a:off x="8513658" y="4898558"/>
              <a:ext cx="540000" cy="442800"/>
            </a:xfrm>
            <a:prstGeom prst="rect">
              <a:avLst/>
            </a:prstGeom>
            <a:noFill/>
            <a:ln>
              <a:noFill/>
            </a:ln>
          </p:spPr>
        </p:pic>
        <p:cxnSp>
          <p:nvCxnSpPr>
            <p:cNvPr id="757" name="Google Shape;757;p18"/>
            <p:cNvCxnSpPr>
              <a:stCxn id="756" idx="3"/>
              <a:endCxn id="758" idx="1"/>
            </p:cNvCxnSpPr>
            <p:nvPr/>
          </p:nvCxnSpPr>
          <p:spPr>
            <a:xfrm>
              <a:off x="9053658" y="5119958"/>
              <a:ext cx="1360500" cy="0"/>
            </a:xfrm>
            <a:prstGeom prst="straightConnector1">
              <a:avLst/>
            </a:prstGeom>
            <a:noFill/>
            <a:ln cap="flat" cmpd="sng" w="19050">
              <a:solidFill>
                <a:schemeClr val="dk1"/>
              </a:solidFill>
              <a:prstDash val="solid"/>
              <a:miter lim="800000"/>
              <a:headEnd len="sm" w="sm" type="none"/>
              <a:tailEnd len="sm" w="sm" type="none"/>
            </a:ln>
          </p:spPr>
        </p:cxnSp>
        <p:pic>
          <p:nvPicPr>
            <p:cNvPr id="758" name="Google Shape;758;p18"/>
            <p:cNvPicPr preferRelativeResize="0"/>
            <p:nvPr/>
          </p:nvPicPr>
          <p:blipFill rotWithShape="1">
            <a:blip r:embed="rId4">
              <a:alphaModFix/>
            </a:blip>
            <a:srcRect b="0" l="0" r="0" t="0"/>
            <a:stretch/>
          </p:blipFill>
          <p:spPr>
            <a:xfrm>
              <a:off x="10414234" y="4898558"/>
              <a:ext cx="540000" cy="442800"/>
            </a:xfrm>
            <a:prstGeom prst="rect">
              <a:avLst/>
            </a:prstGeom>
            <a:noFill/>
            <a:ln>
              <a:noFill/>
            </a:ln>
          </p:spPr>
        </p:pic>
        <p:pic>
          <p:nvPicPr>
            <p:cNvPr id="759" name="Google Shape;759;p18"/>
            <p:cNvPicPr preferRelativeResize="0"/>
            <p:nvPr/>
          </p:nvPicPr>
          <p:blipFill rotWithShape="1">
            <a:blip r:embed="rId4">
              <a:alphaModFix/>
            </a:blip>
            <a:srcRect b="0" l="0" r="0" t="0"/>
            <a:stretch/>
          </p:blipFill>
          <p:spPr>
            <a:xfrm>
              <a:off x="6613082" y="4898558"/>
              <a:ext cx="540000" cy="442800"/>
            </a:xfrm>
            <a:prstGeom prst="rect">
              <a:avLst/>
            </a:prstGeom>
            <a:noFill/>
            <a:ln>
              <a:noFill/>
            </a:ln>
          </p:spPr>
        </p:pic>
        <p:cxnSp>
          <p:nvCxnSpPr>
            <p:cNvPr id="760" name="Google Shape;760;p18"/>
            <p:cNvCxnSpPr>
              <a:stCxn id="759" idx="3"/>
              <a:endCxn id="756" idx="1"/>
            </p:cNvCxnSpPr>
            <p:nvPr/>
          </p:nvCxnSpPr>
          <p:spPr>
            <a:xfrm>
              <a:off x="7153082" y="5119958"/>
              <a:ext cx="1360500" cy="0"/>
            </a:xfrm>
            <a:prstGeom prst="straightConnector1">
              <a:avLst/>
            </a:prstGeom>
            <a:noFill/>
            <a:ln cap="flat" cmpd="sng" w="19050">
              <a:solidFill>
                <a:schemeClr val="dk1"/>
              </a:solidFill>
              <a:prstDash val="solid"/>
              <a:miter lim="800000"/>
              <a:headEnd len="sm" w="sm" type="none"/>
              <a:tailEnd len="sm" w="sm" type="none"/>
            </a:ln>
          </p:spPr>
        </p:cxnSp>
        <p:cxnSp>
          <p:nvCxnSpPr>
            <p:cNvPr id="761" name="Google Shape;761;p18"/>
            <p:cNvCxnSpPr>
              <a:stCxn id="759" idx="0"/>
            </p:cNvCxnSpPr>
            <p:nvPr/>
          </p:nvCxnSpPr>
          <p:spPr>
            <a:xfrm rot="10800000">
              <a:off x="6883082" y="4337858"/>
              <a:ext cx="0" cy="560700"/>
            </a:xfrm>
            <a:prstGeom prst="straightConnector1">
              <a:avLst/>
            </a:prstGeom>
            <a:noFill/>
            <a:ln cap="flat" cmpd="sng" w="19050">
              <a:solidFill>
                <a:schemeClr val="dk1"/>
              </a:solidFill>
              <a:prstDash val="solid"/>
              <a:miter lim="800000"/>
              <a:headEnd len="sm" w="sm" type="none"/>
              <a:tailEnd len="sm" w="sm" type="none"/>
            </a:ln>
          </p:spPr>
        </p:cxnSp>
        <p:cxnSp>
          <p:nvCxnSpPr>
            <p:cNvPr id="762" name="Google Shape;762;p18"/>
            <p:cNvCxnSpPr/>
            <p:nvPr/>
          </p:nvCxnSpPr>
          <p:spPr>
            <a:xfrm rot="10800000">
              <a:off x="6613082" y="4337814"/>
              <a:ext cx="540000" cy="0"/>
            </a:xfrm>
            <a:prstGeom prst="straightConnector1">
              <a:avLst/>
            </a:prstGeom>
            <a:noFill/>
            <a:ln cap="flat" cmpd="sng" w="19050">
              <a:solidFill>
                <a:schemeClr val="dk1"/>
              </a:solidFill>
              <a:prstDash val="solid"/>
              <a:miter lim="800000"/>
              <a:headEnd len="sm" w="sm" type="none"/>
              <a:tailEnd len="sm" w="sm" type="none"/>
            </a:ln>
          </p:spPr>
        </p:cxnSp>
        <p:sp>
          <p:nvSpPr>
            <p:cNvPr id="763" name="Google Shape;763;p18"/>
            <p:cNvSpPr txBox="1"/>
            <p:nvPr/>
          </p:nvSpPr>
          <p:spPr>
            <a:xfrm>
              <a:off x="7599355" y="5128736"/>
              <a:ext cx="1121643"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Cost = 1</a:t>
              </a:r>
              <a:endParaRPr/>
            </a:p>
          </p:txBody>
        </p:sp>
        <p:sp>
          <p:nvSpPr>
            <p:cNvPr id="764" name="Google Shape;764;p18"/>
            <p:cNvSpPr txBox="1"/>
            <p:nvPr/>
          </p:nvSpPr>
          <p:spPr>
            <a:xfrm>
              <a:off x="9294829" y="5109979"/>
              <a:ext cx="1208877" cy="5847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Cost = 64</a:t>
              </a:r>
              <a:endParaRPr/>
            </a:p>
          </p:txBody>
        </p:sp>
        <p:sp>
          <p:nvSpPr>
            <p:cNvPr id="765" name="Google Shape;765;p18"/>
            <p:cNvSpPr txBox="1"/>
            <p:nvPr/>
          </p:nvSpPr>
          <p:spPr>
            <a:xfrm>
              <a:off x="5696840" y="4556898"/>
              <a:ext cx="1200085"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Cost = 10</a:t>
              </a:r>
              <a:endParaRPr/>
            </a:p>
          </p:txBody>
        </p:sp>
        <p:sp>
          <p:nvSpPr>
            <p:cNvPr id="766" name="Google Shape;766;p18"/>
            <p:cNvSpPr txBox="1"/>
            <p:nvPr/>
          </p:nvSpPr>
          <p:spPr>
            <a:xfrm>
              <a:off x="6385579" y="3927484"/>
              <a:ext cx="1213776"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1.1.1.0/24</a:t>
              </a:r>
              <a:endParaRPr/>
            </a:p>
          </p:txBody>
        </p:sp>
        <p:sp>
          <p:nvSpPr>
            <p:cNvPr id="767" name="Google Shape;767;p18"/>
            <p:cNvSpPr txBox="1"/>
            <p:nvPr/>
          </p:nvSpPr>
          <p:spPr>
            <a:xfrm>
              <a:off x="6613082" y="5467290"/>
              <a:ext cx="540000"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600">
                  <a:solidFill>
                    <a:schemeClr val="dk1"/>
                  </a:solidFill>
                  <a:latin typeface="Arial"/>
                  <a:ea typeface="Arial"/>
                  <a:cs typeface="Arial"/>
                  <a:sym typeface="Arial"/>
                </a:rPr>
                <a:t>R1</a:t>
              </a:r>
              <a:endParaRPr/>
            </a:p>
          </p:txBody>
        </p:sp>
        <p:sp>
          <p:nvSpPr>
            <p:cNvPr id="768" name="Google Shape;768;p18"/>
            <p:cNvSpPr txBox="1"/>
            <p:nvPr/>
          </p:nvSpPr>
          <p:spPr>
            <a:xfrm>
              <a:off x="8501244" y="5467290"/>
              <a:ext cx="540000"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600">
                  <a:solidFill>
                    <a:schemeClr val="dk1"/>
                  </a:solidFill>
                  <a:latin typeface="Arial"/>
                  <a:ea typeface="Arial"/>
                  <a:cs typeface="Arial"/>
                  <a:sym typeface="Arial"/>
                </a:rPr>
                <a:t>R2</a:t>
              </a:r>
              <a:endParaRPr/>
            </a:p>
          </p:txBody>
        </p:sp>
        <p:sp>
          <p:nvSpPr>
            <p:cNvPr id="769" name="Google Shape;769;p18"/>
            <p:cNvSpPr txBox="1"/>
            <p:nvPr/>
          </p:nvSpPr>
          <p:spPr>
            <a:xfrm>
              <a:off x="10414234" y="5467290"/>
              <a:ext cx="540000"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600">
                  <a:solidFill>
                    <a:schemeClr val="dk1"/>
                  </a:solidFill>
                  <a:latin typeface="Arial"/>
                  <a:ea typeface="Arial"/>
                  <a:cs typeface="Arial"/>
                  <a:sym typeface="Arial"/>
                </a:rPr>
                <a:t>R3</a:t>
              </a:r>
              <a:endParaRPr/>
            </a:p>
          </p:txBody>
        </p:sp>
      </p:grpSp>
      <p:sp>
        <p:nvSpPr>
          <p:cNvPr id="770" name="Google Shape;770;p18"/>
          <p:cNvSpPr txBox="1"/>
          <p:nvPr/>
        </p:nvSpPr>
        <p:spPr>
          <a:xfrm>
            <a:off x="5696840" y="5691375"/>
            <a:ext cx="6030037" cy="683264"/>
          </a:xfrm>
          <a:prstGeom prst="rect">
            <a:avLst/>
          </a:prstGeom>
          <a:noFill/>
          <a:ln>
            <a:noFill/>
          </a:ln>
        </p:spPr>
        <p:txBody>
          <a:bodyPr anchorCtr="0" anchor="t" bIns="45700" lIns="91425" spcFirstLastPara="1" rIns="91425" wrap="square" tIns="45700">
            <a:noAutofit/>
          </a:bodyPr>
          <a:lstStyle/>
          <a:p>
            <a:pPr indent="-285750" lvl="0" marL="285750" marR="0" rtl="0" algn="l">
              <a:lnSpc>
                <a:spcPct val="120000"/>
              </a:lnSpc>
              <a:spcBef>
                <a:spcPts val="0"/>
              </a:spcBef>
              <a:spcAft>
                <a:spcPts val="0"/>
              </a:spcAft>
              <a:buClr>
                <a:srgbClr val="7F6000"/>
              </a:buClr>
              <a:buSzPts val="1600"/>
              <a:buFont typeface="Arial"/>
              <a:buChar char="•"/>
            </a:pPr>
            <a:r>
              <a:rPr lang="en-US" sz="1600">
                <a:solidFill>
                  <a:srgbClr val="7F6000"/>
                </a:solidFill>
                <a:latin typeface="Arial"/>
                <a:ea typeface="Arial"/>
                <a:cs typeface="Arial"/>
                <a:sym typeface="Arial"/>
              </a:rPr>
              <a:t>In the routing table of R3, the cost of the OSPF route to 1.1.1.0/24 is 75 (10 + 1 + 64).</a:t>
            </a:r>
            <a:endParaRPr/>
          </a:p>
        </p:txBody>
      </p:sp>
      <p:sp>
        <p:nvSpPr>
          <p:cNvPr id="771" name="Google Shape;771;p18"/>
          <p:cNvSpPr/>
          <p:nvPr/>
        </p:nvSpPr>
        <p:spPr>
          <a:xfrm>
            <a:off x="547543" y="3019252"/>
            <a:ext cx="5001043" cy="355481"/>
          </a:xfrm>
          <a:prstGeom prst="roundRect">
            <a:avLst>
              <a:gd fmla="val 10604" name="adj"/>
            </a:avLst>
          </a:prstGeom>
          <a:solidFill>
            <a:srgbClr val="00B0F0"/>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800">
                <a:solidFill>
                  <a:srgbClr val="FFFFFF"/>
                </a:solidFill>
                <a:latin typeface="Arial"/>
                <a:ea typeface="Arial"/>
                <a:cs typeface="Arial"/>
                <a:sym typeface="Arial"/>
              </a:rPr>
              <a:t>Cost Value of an OSPF Interface</a:t>
            </a:r>
            <a:endParaRPr/>
          </a:p>
        </p:txBody>
      </p:sp>
      <p:sp>
        <p:nvSpPr>
          <p:cNvPr id="772" name="Google Shape;772;p18"/>
          <p:cNvSpPr/>
          <p:nvPr/>
        </p:nvSpPr>
        <p:spPr>
          <a:xfrm>
            <a:off x="547543" y="3398131"/>
            <a:ext cx="5001043" cy="2963863"/>
          </a:xfrm>
          <a:prstGeom prst="roundRect">
            <a:avLst>
              <a:gd fmla="val 874" name="adj"/>
            </a:avLst>
          </a:prstGeom>
          <a:noFill/>
          <a:ln cap="flat" cmpd="sng" w="9525">
            <a:solidFill>
              <a:srgbClr val="A5A5A5"/>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b="1" sz="1600">
              <a:solidFill>
                <a:srgbClr val="3F3F3F"/>
              </a:solidFill>
              <a:latin typeface="Arial"/>
              <a:ea typeface="Arial"/>
              <a:cs typeface="Arial"/>
              <a:sym typeface="Arial"/>
            </a:endParaRPr>
          </a:p>
        </p:txBody>
      </p:sp>
      <p:sp>
        <p:nvSpPr>
          <p:cNvPr id="773" name="Google Shape;773;p18"/>
          <p:cNvSpPr txBox="1"/>
          <p:nvPr/>
        </p:nvSpPr>
        <p:spPr>
          <a:xfrm>
            <a:off x="630262" y="5770427"/>
            <a:ext cx="4532458" cy="584775"/>
          </a:xfrm>
          <a:prstGeom prst="rect">
            <a:avLst/>
          </a:prstGeom>
          <a:noFill/>
          <a:ln>
            <a:noFill/>
          </a:ln>
        </p:spPr>
        <p:txBody>
          <a:bodyPr anchorCtr="0" anchor="t" bIns="45700" lIns="91425" spcFirstLastPara="1" rIns="91425" wrap="square" tIns="45700">
            <a:noAutofit/>
          </a:bodyPr>
          <a:lstStyle/>
          <a:p>
            <a:pPr indent="-285750" lvl="0" marL="285750" marR="0" rtl="0" algn="l">
              <a:spcBef>
                <a:spcPts val="0"/>
              </a:spcBef>
              <a:spcAft>
                <a:spcPts val="0"/>
              </a:spcAft>
              <a:buClr>
                <a:srgbClr val="7F6000"/>
              </a:buClr>
              <a:buSzPts val="1600"/>
              <a:buFont typeface="Arial"/>
              <a:buChar char="•"/>
            </a:pPr>
            <a:r>
              <a:rPr lang="en-US" sz="1600">
                <a:solidFill>
                  <a:srgbClr val="7F6000"/>
                </a:solidFill>
                <a:latin typeface="Arial"/>
                <a:ea typeface="Arial"/>
                <a:cs typeface="Arial"/>
                <a:sym typeface="Arial"/>
              </a:rPr>
              <a:t>Each OSPF interface has a specific cost because of the particular bandwidth value.</a:t>
            </a:r>
            <a:endParaRPr/>
          </a:p>
        </p:txBody>
      </p:sp>
      <p:sp>
        <p:nvSpPr>
          <p:cNvPr id="774" name="Google Shape;774;p18"/>
          <p:cNvSpPr/>
          <p:nvPr/>
        </p:nvSpPr>
        <p:spPr>
          <a:xfrm>
            <a:off x="5626965" y="3398131"/>
            <a:ext cx="6117536" cy="2963863"/>
          </a:xfrm>
          <a:prstGeom prst="roundRect">
            <a:avLst>
              <a:gd fmla="val 874" name="adj"/>
            </a:avLst>
          </a:prstGeom>
          <a:noFill/>
          <a:ln cap="flat" cmpd="sng" w="9525">
            <a:solidFill>
              <a:srgbClr val="A5A5A5"/>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b="1" sz="1600">
              <a:solidFill>
                <a:srgbClr val="3F3F3F"/>
              </a:solidFill>
              <a:latin typeface="Arial"/>
              <a:ea typeface="Arial"/>
              <a:cs typeface="Arial"/>
              <a:sym typeface="Arial"/>
            </a:endParaRPr>
          </a:p>
        </p:txBody>
      </p:sp>
      <p:sp>
        <p:nvSpPr>
          <p:cNvPr id="775" name="Google Shape;775;p18"/>
          <p:cNvSpPr/>
          <p:nvPr/>
        </p:nvSpPr>
        <p:spPr>
          <a:xfrm>
            <a:off x="5626965" y="3019252"/>
            <a:ext cx="6117536" cy="355481"/>
          </a:xfrm>
          <a:prstGeom prst="roundRect">
            <a:avLst>
              <a:gd fmla="val 10604" name="adj"/>
            </a:avLst>
          </a:prstGeom>
          <a:solidFill>
            <a:srgbClr val="00B0F0"/>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800">
                <a:solidFill>
                  <a:srgbClr val="FFFFFF"/>
                </a:solidFill>
                <a:latin typeface="Arial"/>
                <a:ea typeface="Arial"/>
                <a:cs typeface="Arial"/>
                <a:sym typeface="Arial"/>
              </a:rPr>
              <a:t>Accumulated Costs on an OSPF Path</a:t>
            </a:r>
            <a:endParaRPr/>
          </a:p>
        </p:txBody>
      </p:sp>
      <p:sp>
        <p:nvSpPr>
          <p:cNvPr id="776" name="Google Shape;776;p18"/>
          <p:cNvSpPr/>
          <p:nvPr/>
        </p:nvSpPr>
        <p:spPr>
          <a:xfrm>
            <a:off x="9692639" y="124239"/>
            <a:ext cx="662905" cy="213120"/>
          </a:xfrm>
          <a:prstGeom prst="chevron">
            <a:avLst>
              <a:gd fmla="val 50000" name="adj"/>
            </a:avLst>
          </a:prstGeom>
          <a:solidFill>
            <a:srgbClr val="D8D8D8"/>
          </a:solidFill>
          <a:ln>
            <a:noFill/>
          </a:ln>
        </p:spPr>
        <p:txBody>
          <a:bodyPr anchorCtr="0" anchor="ctr" bIns="0" lIns="0" spcFirstLastPara="1" rIns="0" wrap="square" tIns="0">
            <a:noAutofit/>
          </a:bodyPr>
          <a:lstStyle/>
          <a:p>
            <a:pPr indent="0" lvl="0" marL="0" marR="0" rtl="0" algn="ctr">
              <a:spcBef>
                <a:spcPts val="0"/>
              </a:spcBef>
              <a:spcAft>
                <a:spcPts val="0"/>
              </a:spcAft>
              <a:buNone/>
            </a:pPr>
            <a:r>
              <a:rPr lang="en-US" sz="800">
                <a:solidFill>
                  <a:schemeClr val="dk1"/>
                </a:solidFill>
                <a:latin typeface="Arial"/>
                <a:ea typeface="Arial"/>
                <a:cs typeface="Arial"/>
                <a:sym typeface="Arial"/>
              </a:rPr>
              <a:t>Area</a:t>
            </a:r>
            <a:endParaRPr/>
          </a:p>
        </p:txBody>
      </p:sp>
      <p:sp>
        <p:nvSpPr>
          <p:cNvPr id="777" name="Google Shape;777;p18"/>
          <p:cNvSpPr/>
          <p:nvPr/>
        </p:nvSpPr>
        <p:spPr>
          <a:xfrm>
            <a:off x="10280362" y="124239"/>
            <a:ext cx="987316" cy="213120"/>
          </a:xfrm>
          <a:prstGeom prst="chevron">
            <a:avLst>
              <a:gd fmla="val 50000" name="adj"/>
            </a:avLst>
          </a:prstGeom>
          <a:solidFill>
            <a:srgbClr val="D8D8D8"/>
          </a:solidFill>
          <a:ln>
            <a:noFill/>
          </a:ln>
        </p:spPr>
        <p:txBody>
          <a:bodyPr anchorCtr="0" anchor="ctr" bIns="0" lIns="0" spcFirstLastPara="1" rIns="0" wrap="square" tIns="0">
            <a:noAutofit/>
          </a:bodyPr>
          <a:lstStyle/>
          <a:p>
            <a:pPr indent="0" lvl="0" marL="0" marR="0" rtl="0" algn="ctr">
              <a:spcBef>
                <a:spcPts val="0"/>
              </a:spcBef>
              <a:spcAft>
                <a:spcPts val="0"/>
              </a:spcAft>
              <a:buNone/>
            </a:pPr>
            <a:r>
              <a:rPr lang="en-US" sz="800">
                <a:solidFill>
                  <a:schemeClr val="dk1"/>
                </a:solidFill>
                <a:latin typeface="Arial"/>
                <a:ea typeface="Arial"/>
                <a:cs typeface="Arial"/>
                <a:sym typeface="Arial"/>
              </a:rPr>
              <a:t>Router-ID</a:t>
            </a:r>
            <a:endParaRPr/>
          </a:p>
        </p:txBody>
      </p:sp>
      <p:sp>
        <p:nvSpPr>
          <p:cNvPr id="778" name="Google Shape;778;p18"/>
          <p:cNvSpPr/>
          <p:nvPr/>
        </p:nvSpPr>
        <p:spPr>
          <a:xfrm>
            <a:off x="11192496" y="124239"/>
            <a:ext cx="781200" cy="213120"/>
          </a:xfrm>
          <a:prstGeom prst="chevron">
            <a:avLst>
              <a:gd fmla="val 50000" name="adj"/>
            </a:avLst>
          </a:prstGeom>
          <a:solidFill>
            <a:srgbClr val="00B0F0"/>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800">
                <a:solidFill>
                  <a:srgbClr val="FFFFFF"/>
                </a:solidFill>
                <a:latin typeface="Arial"/>
                <a:ea typeface="Arial"/>
                <a:cs typeface="Arial"/>
                <a:sym typeface="Arial"/>
              </a:rPr>
              <a:t>Cost Value</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2" name="Shape 782"/>
        <p:cNvGrpSpPr/>
        <p:nvPr/>
      </p:nvGrpSpPr>
      <p:grpSpPr>
        <a:xfrm>
          <a:off x="0" y="0"/>
          <a:ext cx="0" cy="0"/>
          <a:chOff x="0" y="0"/>
          <a:chExt cx="0" cy="0"/>
        </a:xfrm>
      </p:grpSpPr>
      <p:sp>
        <p:nvSpPr>
          <p:cNvPr id="783" name="Google Shape;783;p19"/>
          <p:cNvSpPr txBox="1"/>
          <p:nvPr>
            <p:ph idx="1" type="body"/>
          </p:nvPr>
        </p:nvSpPr>
        <p:spPr>
          <a:xfrm>
            <a:off x="451877" y="1242453"/>
            <a:ext cx="11306175" cy="4680000"/>
          </a:xfrm>
          <a:prstGeom prst="rect">
            <a:avLst/>
          </a:prstGeom>
          <a:noFill/>
          <a:ln>
            <a:noFill/>
          </a:ln>
        </p:spPr>
        <p:txBody>
          <a:bodyPr anchorCtr="0" anchor="t" bIns="40050" lIns="80125" spcFirstLastPara="1" rIns="80125" wrap="square" tIns="40050">
            <a:noAutofit/>
          </a:bodyPr>
          <a:lstStyle/>
          <a:p>
            <a:pPr indent="-302279" lvl="0" marL="302279" rtl="0" algn="just">
              <a:lnSpc>
                <a:spcPct val="140000"/>
              </a:lnSpc>
              <a:spcBef>
                <a:spcPts val="0"/>
              </a:spcBef>
              <a:spcAft>
                <a:spcPts val="0"/>
              </a:spcAft>
              <a:buClr>
                <a:schemeClr val="dk1"/>
              </a:buClr>
              <a:buSzPts val="1050"/>
              <a:buChar char="●"/>
            </a:pPr>
            <a:r>
              <a:rPr lang="en-US"/>
              <a:t>There are five types of OSPF protocol packets and implement different functions in interaction between OSPF routers.</a:t>
            </a:r>
            <a:endParaRPr/>
          </a:p>
          <a:p>
            <a:pPr indent="-232460" lvl="0" marL="302279" rtl="0" algn="just">
              <a:lnSpc>
                <a:spcPct val="140000"/>
              </a:lnSpc>
              <a:spcBef>
                <a:spcPts val="792"/>
              </a:spcBef>
              <a:spcAft>
                <a:spcPts val="0"/>
              </a:spcAft>
              <a:buClr>
                <a:schemeClr val="dk1"/>
              </a:buClr>
              <a:buSzPts val="1100"/>
              <a:buNone/>
            </a:pPr>
            <a:r>
              <a:t/>
            </a:r>
            <a:endParaRPr/>
          </a:p>
        </p:txBody>
      </p:sp>
      <p:sp>
        <p:nvSpPr>
          <p:cNvPr id="784" name="Google Shape;784;p19"/>
          <p:cNvSpPr txBox="1"/>
          <p:nvPr>
            <p:ph type="title"/>
          </p:nvPr>
        </p:nvSpPr>
        <p:spPr>
          <a:xfrm>
            <a:off x="1594800" y="452604"/>
            <a:ext cx="9831600" cy="640800"/>
          </a:xfrm>
          <a:prstGeom prst="rect">
            <a:avLst/>
          </a:prstGeom>
          <a:noFill/>
          <a:ln>
            <a:noFill/>
          </a:ln>
        </p:spPr>
        <p:txBody>
          <a:bodyPr anchorCtr="0" anchor="ctr" bIns="50400" lIns="100800" spcFirstLastPara="1" rIns="100800" wrap="square" tIns="50400">
            <a:noAutofit/>
          </a:bodyPr>
          <a:lstStyle/>
          <a:p>
            <a:pPr indent="0" lvl="0" marL="0" rtl="0" algn="l">
              <a:lnSpc>
                <a:spcPct val="90000"/>
              </a:lnSpc>
              <a:spcBef>
                <a:spcPts val="0"/>
              </a:spcBef>
              <a:spcAft>
                <a:spcPts val="0"/>
              </a:spcAft>
              <a:buClr>
                <a:schemeClr val="dk1"/>
              </a:buClr>
              <a:buSzPts val="3400"/>
              <a:buFont typeface="Arial"/>
              <a:buNone/>
            </a:pPr>
            <a:r>
              <a:rPr lang="en-US"/>
              <a:t>OSPF Packet Types</a:t>
            </a:r>
            <a:endParaRPr/>
          </a:p>
        </p:txBody>
      </p:sp>
      <p:graphicFrame>
        <p:nvGraphicFramePr>
          <p:cNvPr id="785" name="Google Shape;785;p19"/>
          <p:cNvGraphicFramePr/>
          <p:nvPr/>
        </p:nvGraphicFramePr>
        <p:xfrm>
          <a:off x="851425" y="2398223"/>
          <a:ext cx="3000000" cy="3000000"/>
        </p:xfrm>
        <a:graphic>
          <a:graphicData uri="http://schemas.openxmlformats.org/drawingml/2006/table">
            <a:tbl>
              <a:tblPr>
                <a:noFill/>
                <a:tableStyleId>{5683CEA1-CC7D-4826-9F46-8C253FBE93F4}</a:tableStyleId>
              </a:tblPr>
              <a:tblGrid>
                <a:gridCol w="2804575"/>
                <a:gridCol w="6878900"/>
              </a:tblGrid>
              <a:tr h="403700">
                <a:tc>
                  <a:txBody>
                    <a:bodyPr/>
                    <a:lstStyle/>
                    <a:p>
                      <a:pPr indent="0" lvl="0" marL="0" marR="0" rtl="0" algn="ctr">
                        <a:spcBef>
                          <a:spcPts val="0"/>
                        </a:spcBef>
                        <a:spcAft>
                          <a:spcPts val="0"/>
                        </a:spcAft>
                        <a:buNone/>
                      </a:pPr>
                      <a:r>
                        <a:rPr b="1" lang="en-US" sz="1600" u="none" cap="none" strike="noStrike">
                          <a:solidFill>
                            <a:schemeClr val="lt1"/>
                          </a:solidFill>
                          <a:latin typeface="Arial"/>
                          <a:ea typeface="Arial"/>
                          <a:cs typeface="Arial"/>
                          <a:sym typeface="Arial"/>
                        </a:rPr>
                        <a:t>Packet Name</a:t>
                      </a:r>
                      <a:endParaRPr/>
                    </a:p>
                  </a:txBody>
                  <a:tcPr marT="36000" marB="36000" marR="72000" marL="7200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rgbClr val="00B0F0"/>
                    </a:solidFill>
                  </a:tcPr>
                </a:tc>
                <a:tc>
                  <a:txBody>
                    <a:bodyPr/>
                    <a:lstStyle/>
                    <a:p>
                      <a:pPr indent="0" lvl="0" marL="0" marR="0" rtl="0" algn="ctr">
                        <a:spcBef>
                          <a:spcPts val="0"/>
                        </a:spcBef>
                        <a:spcAft>
                          <a:spcPts val="0"/>
                        </a:spcAft>
                        <a:buNone/>
                      </a:pPr>
                      <a:r>
                        <a:rPr b="1" lang="en-US" sz="1600" u="none" cap="none" strike="noStrike">
                          <a:solidFill>
                            <a:schemeClr val="lt1"/>
                          </a:solidFill>
                          <a:latin typeface="Arial"/>
                          <a:ea typeface="Arial"/>
                          <a:cs typeface="Arial"/>
                          <a:sym typeface="Arial"/>
                        </a:rPr>
                        <a:t>Function</a:t>
                      </a:r>
                      <a:endParaRPr/>
                    </a:p>
                  </a:txBody>
                  <a:tcPr marT="36000" marB="36000" marR="72000" marL="7200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solidFill>
                      <a:srgbClr val="00B0F0"/>
                    </a:solidFill>
                  </a:tcPr>
                </a:tc>
              </a:tr>
              <a:tr h="707975">
                <a:tc>
                  <a:txBody>
                    <a:bodyPr/>
                    <a:lstStyle/>
                    <a:p>
                      <a:pPr indent="0" lvl="0" marL="0" marR="0" rtl="0" algn="ctr">
                        <a:spcBef>
                          <a:spcPts val="0"/>
                        </a:spcBef>
                        <a:spcAft>
                          <a:spcPts val="0"/>
                        </a:spcAft>
                        <a:buNone/>
                      </a:pPr>
                      <a:r>
                        <a:rPr lang="en-US" sz="1600" u="none" cap="none" strike="noStrike">
                          <a:latin typeface="Arial"/>
                          <a:ea typeface="Arial"/>
                          <a:cs typeface="Arial"/>
                          <a:sym typeface="Arial"/>
                        </a:rPr>
                        <a:t>Hello</a:t>
                      </a:r>
                      <a:endParaRPr/>
                    </a:p>
                  </a:txBody>
                  <a:tcPr marT="36000" marB="36000" marR="72000" marL="7200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tcPr>
                </a:tc>
                <a:tc>
                  <a:txBody>
                    <a:bodyPr/>
                    <a:lstStyle/>
                    <a:p>
                      <a:pPr indent="0" lvl="0" marL="0" marR="0" rtl="0" algn="l">
                        <a:spcBef>
                          <a:spcPts val="0"/>
                        </a:spcBef>
                        <a:spcAft>
                          <a:spcPts val="0"/>
                        </a:spcAft>
                        <a:buNone/>
                      </a:pPr>
                      <a:r>
                        <a:rPr lang="en-US" sz="1600" u="none" cap="none" strike="noStrike">
                          <a:latin typeface="Arial"/>
                          <a:ea typeface="Arial"/>
                          <a:cs typeface="Arial"/>
                          <a:sym typeface="Arial"/>
                        </a:rPr>
                        <a:t>Is periodically sent to discover and maintain OSPF neighbor relationships.</a:t>
                      </a:r>
                      <a:endParaRPr/>
                    </a:p>
                  </a:txBody>
                  <a:tcPr marT="36000" marB="36000" marR="72000" marL="7200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tcPr>
                </a:tc>
              </a:tr>
              <a:tr h="641675">
                <a:tc>
                  <a:txBody>
                    <a:bodyPr/>
                    <a:lstStyle/>
                    <a:p>
                      <a:pPr indent="0" lvl="0" marL="0" marR="0" rtl="0" algn="ctr">
                        <a:spcBef>
                          <a:spcPts val="0"/>
                        </a:spcBef>
                        <a:spcAft>
                          <a:spcPts val="0"/>
                        </a:spcAft>
                        <a:buNone/>
                      </a:pPr>
                      <a:r>
                        <a:rPr lang="en-US" sz="1600" u="none" cap="none" strike="noStrike">
                          <a:latin typeface="Arial"/>
                          <a:ea typeface="Arial"/>
                          <a:cs typeface="Arial"/>
                          <a:sym typeface="Arial"/>
                        </a:rPr>
                        <a:t>Database Description</a:t>
                      </a:r>
                      <a:endParaRPr/>
                    </a:p>
                  </a:txBody>
                  <a:tcPr marT="36000" marB="36000" marR="72000" marL="7200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tcPr>
                </a:tc>
                <a:tc>
                  <a:txBody>
                    <a:bodyPr/>
                    <a:lstStyle/>
                    <a:p>
                      <a:pPr indent="0" lvl="0" marL="0" marR="0" rtl="0" algn="l">
                        <a:spcBef>
                          <a:spcPts val="0"/>
                        </a:spcBef>
                        <a:spcAft>
                          <a:spcPts val="0"/>
                        </a:spcAft>
                        <a:buNone/>
                      </a:pPr>
                      <a:r>
                        <a:rPr lang="en-US" sz="1600" u="none" cap="none" strike="noStrike">
                          <a:latin typeface="Arial"/>
                          <a:ea typeface="Arial"/>
                          <a:cs typeface="Arial"/>
                          <a:sym typeface="Arial"/>
                        </a:rPr>
                        <a:t>Describes the summary of the local LSDB, which is used to synchronize the LSDBs of two devices.</a:t>
                      </a:r>
                      <a:endParaRPr/>
                    </a:p>
                  </a:txBody>
                  <a:tcPr marT="36000" marB="36000" marR="72000" marL="7200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tcPr>
                </a:tc>
              </a:tr>
              <a:tr h="641675">
                <a:tc>
                  <a:txBody>
                    <a:bodyPr/>
                    <a:lstStyle/>
                    <a:p>
                      <a:pPr indent="0" lvl="0" marL="0" marR="0" rtl="0" algn="ctr">
                        <a:spcBef>
                          <a:spcPts val="0"/>
                        </a:spcBef>
                        <a:spcAft>
                          <a:spcPts val="0"/>
                        </a:spcAft>
                        <a:buNone/>
                      </a:pPr>
                      <a:r>
                        <a:rPr lang="en-US" sz="1600" u="none" cap="none" strike="noStrike">
                          <a:latin typeface="Arial"/>
                          <a:ea typeface="Arial"/>
                          <a:cs typeface="Arial"/>
                          <a:sym typeface="Arial"/>
                        </a:rPr>
                        <a:t>Link State Request</a:t>
                      </a:r>
                      <a:endParaRPr/>
                    </a:p>
                  </a:txBody>
                  <a:tcPr marT="36000" marB="36000" marR="72000" marL="7200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tcPr>
                </a:tc>
                <a:tc>
                  <a:txBody>
                    <a:bodyPr/>
                    <a:lstStyle/>
                    <a:p>
                      <a:pPr indent="0" lvl="0" marL="0" marR="0" rtl="0" algn="l">
                        <a:spcBef>
                          <a:spcPts val="0"/>
                        </a:spcBef>
                        <a:spcAft>
                          <a:spcPts val="0"/>
                        </a:spcAft>
                        <a:buNone/>
                      </a:pPr>
                      <a:r>
                        <a:rPr lang="en-US" sz="1600" u="none" cap="none" strike="noStrike">
                          <a:latin typeface="Arial"/>
                          <a:ea typeface="Arial"/>
                          <a:cs typeface="Arial"/>
                          <a:sym typeface="Arial"/>
                        </a:rPr>
                        <a:t>Requests a needed LSA from a neighbor. LSRs are sent only after DD packets have been successfully exchanged.</a:t>
                      </a:r>
                      <a:endParaRPr/>
                    </a:p>
                  </a:txBody>
                  <a:tcPr marT="36000" marB="36000" marR="72000" marL="7200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tcPr>
                </a:tc>
              </a:tr>
              <a:tr h="641675">
                <a:tc>
                  <a:txBody>
                    <a:bodyPr/>
                    <a:lstStyle/>
                    <a:p>
                      <a:pPr indent="0" lvl="0" marL="0" marR="0" rtl="0" algn="ctr">
                        <a:spcBef>
                          <a:spcPts val="0"/>
                        </a:spcBef>
                        <a:spcAft>
                          <a:spcPts val="0"/>
                        </a:spcAft>
                        <a:buNone/>
                      </a:pPr>
                      <a:r>
                        <a:rPr lang="en-US" sz="1600" u="none" cap="none" strike="noStrike">
                          <a:latin typeface="Arial"/>
                          <a:ea typeface="Arial"/>
                          <a:cs typeface="Arial"/>
                          <a:sym typeface="Arial"/>
                        </a:rPr>
                        <a:t>Link State Update</a:t>
                      </a:r>
                      <a:endParaRPr/>
                    </a:p>
                  </a:txBody>
                  <a:tcPr marT="36000" marB="36000" marR="72000" marL="7200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tcPr>
                </a:tc>
                <a:tc>
                  <a:txBody>
                    <a:bodyPr/>
                    <a:lstStyle/>
                    <a:p>
                      <a:pPr indent="0" lvl="0" marL="0" marR="0" rtl="0" algn="l">
                        <a:spcBef>
                          <a:spcPts val="0"/>
                        </a:spcBef>
                        <a:spcAft>
                          <a:spcPts val="0"/>
                        </a:spcAft>
                        <a:buNone/>
                      </a:pPr>
                      <a:r>
                        <a:rPr lang="en-US" sz="1600" u="none" cap="none" strike="noStrike">
                          <a:latin typeface="Arial"/>
                          <a:ea typeface="Arial"/>
                          <a:cs typeface="Arial"/>
                          <a:sym typeface="Arial"/>
                        </a:rPr>
                        <a:t>Is sent to advertise a requested LSA to a neighbor.</a:t>
                      </a:r>
                      <a:endParaRPr/>
                    </a:p>
                  </a:txBody>
                  <a:tcPr marT="36000" marB="36000" marR="72000" marL="7200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tcPr>
                </a:tc>
              </a:tr>
              <a:tr h="641675">
                <a:tc>
                  <a:txBody>
                    <a:bodyPr/>
                    <a:lstStyle/>
                    <a:p>
                      <a:pPr indent="0" lvl="0" marL="0" marR="0" rtl="0" algn="ctr">
                        <a:spcBef>
                          <a:spcPts val="0"/>
                        </a:spcBef>
                        <a:spcAft>
                          <a:spcPts val="0"/>
                        </a:spcAft>
                        <a:buNone/>
                      </a:pPr>
                      <a:r>
                        <a:rPr lang="en-US" sz="1600" u="none" cap="none" strike="noStrike">
                          <a:latin typeface="Arial"/>
                          <a:ea typeface="Arial"/>
                          <a:cs typeface="Arial"/>
                          <a:sym typeface="Arial"/>
                        </a:rPr>
                        <a:t>Link State ACK</a:t>
                      </a:r>
                      <a:endParaRPr/>
                    </a:p>
                  </a:txBody>
                  <a:tcPr marT="36000" marB="36000" marR="72000" marL="7200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tcPr>
                </a:tc>
                <a:tc>
                  <a:txBody>
                    <a:bodyPr/>
                    <a:lstStyle/>
                    <a:p>
                      <a:pPr indent="0" lvl="0" marL="0" marR="0" rtl="0" algn="l">
                        <a:spcBef>
                          <a:spcPts val="0"/>
                        </a:spcBef>
                        <a:spcAft>
                          <a:spcPts val="0"/>
                        </a:spcAft>
                        <a:buNone/>
                      </a:pPr>
                      <a:r>
                        <a:rPr lang="en-US" sz="1600" u="none" cap="none" strike="noStrike">
                          <a:latin typeface="Arial"/>
                          <a:ea typeface="Arial"/>
                          <a:cs typeface="Arial"/>
                          <a:sym typeface="Arial"/>
                        </a:rPr>
                        <a:t>Is used to acknowledge the receipt of an LSA.</a:t>
                      </a:r>
                      <a:endParaRPr/>
                    </a:p>
                  </a:txBody>
                  <a:tcPr marT="36000" marB="36000" marR="72000" marL="72000" anchor="ctr">
                    <a:lnL cap="flat" cmpd="sng" w="12700">
                      <a:solidFill>
                        <a:srgbClr val="BAE6F6"/>
                      </a:solidFill>
                      <a:prstDash val="solid"/>
                      <a:round/>
                      <a:headEnd len="sm" w="sm" type="none"/>
                      <a:tailEnd len="sm" w="sm" type="none"/>
                    </a:lnL>
                    <a:lnR cap="flat" cmpd="sng" w="12700">
                      <a:solidFill>
                        <a:srgbClr val="BAE6F6"/>
                      </a:solidFill>
                      <a:prstDash val="solid"/>
                      <a:round/>
                      <a:headEnd len="sm" w="sm" type="none"/>
                      <a:tailEnd len="sm" w="sm" type="none"/>
                    </a:lnR>
                    <a:lnT cap="flat" cmpd="sng" w="12700">
                      <a:solidFill>
                        <a:srgbClr val="BAE6F6"/>
                      </a:solidFill>
                      <a:prstDash val="solid"/>
                      <a:round/>
                      <a:headEnd len="sm" w="sm" type="none"/>
                      <a:tailEnd len="sm" w="sm" type="none"/>
                    </a:lnT>
                    <a:lnB cap="flat" cmpd="sng" w="12700">
                      <a:solidFill>
                        <a:srgbClr val="BAE6F6"/>
                      </a:solidFill>
                      <a:prstDash val="solid"/>
                      <a:round/>
                      <a:headEnd len="sm" w="sm" type="none"/>
                      <a:tailEnd len="sm" w="sm" type="none"/>
                    </a:lnB>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9" name="Shape 789"/>
        <p:cNvGrpSpPr/>
        <p:nvPr/>
      </p:nvGrpSpPr>
      <p:grpSpPr>
        <a:xfrm>
          <a:off x="0" y="0"/>
          <a:ext cx="0" cy="0"/>
          <a:chOff x="0" y="0"/>
          <a:chExt cx="0" cy="0"/>
        </a:xfrm>
      </p:grpSpPr>
      <p:sp>
        <p:nvSpPr>
          <p:cNvPr id="790" name="Google Shape;790;p20"/>
          <p:cNvSpPr txBox="1"/>
          <p:nvPr>
            <p:ph idx="1" type="body"/>
          </p:nvPr>
        </p:nvSpPr>
        <p:spPr>
          <a:xfrm>
            <a:off x="451877" y="1242453"/>
            <a:ext cx="11306175" cy="1893153"/>
          </a:xfrm>
          <a:prstGeom prst="rect">
            <a:avLst/>
          </a:prstGeom>
          <a:noFill/>
          <a:ln>
            <a:noFill/>
          </a:ln>
        </p:spPr>
        <p:txBody>
          <a:bodyPr anchorCtr="0" anchor="t" bIns="40050" lIns="80125" spcFirstLastPara="1" rIns="80125" wrap="square" tIns="40050">
            <a:noAutofit/>
          </a:bodyPr>
          <a:lstStyle/>
          <a:p>
            <a:pPr indent="-302279" lvl="0" marL="302279" rtl="0" algn="just">
              <a:lnSpc>
                <a:spcPct val="130000"/>
              </a:lnSpc>
              <a:spcBef>
                <a:spcPts val="0"/>
              </a:spcBef>
              <a:spcAft>
                <a:spcPts val="0"/>
              </a:spcAft>
              <a:buClr>
                <a:schemeClr val="dk1"/>
              </a:buClr>
              <a:buSzPts val="800"/>
              <a:buChar char="●"/>
            </a:pPr>
            <a:r>
              <a:rPr lang="en-US" sz="1600"/>
              <a:t>OSPF provides entries in three important tables: OSPF neighbor table, LSDB table, and OSPF routing table. For the OSPF neighbor table, you need to know:</a:t>
            </a:r>
            <a:endParaRPr/>
          </a:p>
          <a:p>
            <a:pPr indent="-339725" lvl="1" marL="654050" rtl="0" algn="l">
              <a:lnSpc>
                <a:spcPct val="130000"/>
              </a:lnSpc>
              <a:spcBef>
                <a:spcPts val="0"/>
              </a:spcBef>
              <a:spcAft>
                <a:spcPts val="0"/>
              </a:spcAft>
              <a:buClr>
                <a:schemeClr val="dk1"/>
              </a:buClr>
              <a:buSzPts val="800"/>
              <a:buChar char="🞐"/>
            </a:pPr>
            <a:r>
              <a:rPr lang="en-US" sz="1600"/>
              <a:t>Before OSPF transmits link status information, OSPF neighbor relationships must be established.</a:t>
            </a:r>
            <a:endParaRPr/>
          </a:p>
          <a:p>
            <a:pPr indent="-339725" lvl="1" marL="654050" rtl="0" algn="l">
              <a:lnSpc>
                <a:spcPct val="130000"/>
              </a:lnSpc>
              <a:spcBef>
                <a:spcPts val="0"/>
              </a:spcBef>
              <a:spcAft>
                <a:spcPts val="0"/>
              </a:spcAft>
              <a:buClr>
                <a:schemeClr val="dk1"/>
              </a:buClr>
              <a:buSzPts val="800"/>
              <a:buChar char="🞐"/>
            </a:pPr>
            <a:r>
              <a:rPr lang="en-US" sz="1600"/>
              <a:t>OSPF neighbor relationships are established by exchanging Hello packets.</a:t>
            </a:r>
            <a:endParaRPr/>
          </a:p>
          <a:p>
            <a:pPr indent="-339725" lvl="1" marL="654050" rtl="0" algn="l">
              <a:lnSpc>
                <a:spcPct val="130000"/>
              </a:lnSpc>
              <a:spcBef>
                <a:spcPts val="0"/>
              </a:spcBef>
              <a:spcAft>
                <a:spcPts val="0"/>
              </a:spcAft>
              <a:buClr>
                <a:schemeClr val="dk1"/>
              </a:buClr>
              <a:buSzPts val="800"/>
              <a:buChar char="🞐"/>
            </a:pPr>
            <a:r>
              <a:rPr lang="en-US" sz="1600"/>
              <a:t>The OSPF neighbor table describes the status of the neighbor relationship between OSPF routers. You can run the </a:t>
            </a:r>
            <a:r>
              <a:rPr b="1" lang="en-US" sz="1600"/>
              <a:t>display ospf peer</a:t>
            </a:r>
            <a:r>
              <a:rPr lang="en-US" sz="1600"/>
              <a:t> command to view status information.</a:t>
            </a:r>
            <a:endParaRPr sz="1600"/>
          </a:p>
        </p:txBody>
      </p:sp>
      <p:sp>
        <p:nvSpPr>
          <p:cNvPr id="791" name="Google Shape;791;p20"/>
          <p:cNvSpPr txBox="1"/>
          <p:nvPr>
            <p:ph type="title"/>
          </p:nvPr>
        </p:nvSpPr>
        <p:spPr>
          <a:xfrm>
            <a:off x="1594800" y="452604"/>
            <a:ext cx="9831600" cy="640800"/>
          </a:xfrm>
          <a:prstGeom prst="rect">
            <a:avLst/>
          </a:prstGeom>
          <a:noFill/>
          <a:ln>
            <a:noFill/>
          </a:ln>
        </p:spPr>
        <p:txBody>
          <a:bodyPr anchorCtr="0" anchor="ctr" bIns="50400" lIns="100800" spcFirstLastPara="1" rIns="100800" wrap="square" tIns="50400">
            <a:noAutofit/>
          </a:bodyPr>
          <a:lstStyle/>
          <a:p>
            <a:pPr indent="0" lvl="0" marL="0" rtl="0" algn="l">
              <a:lnSpc>
                <a:spcPct val="90000"/>
              </a:lnSpc>
              <a:spcBef>
                <a:spcPts val="0"/>
              </a:spcBef>
              <a:spcAft>
                <a:spcPts val="0"/>
              </a:spcAft>
              <a:buClr>
                <a:schemeClr val="dk1"/>
              </a:buClr>
              <a:buSzPts val="3400"/>
              <a:buFont typeface="Arial"/>
              <a:buNone/>
            </a:pPr>
            <a:r>
              <a:rPr lang="en-US"/>
              <a:t>Three Types of OSPF Entries - Entries in the Neighbor Table</a:t>
            </a:r>
            <a:endParaRPr/>
          </a:p>
        </p:txBody>
      </p:sp>
      <p:sp>
        <p:nvSpPr>
          <p:cNvPr id="792" name="Google Shape;792;p20"/>
          <p:cNvSpPr/>
          <p:nvPr/>
        </p:nvSpPr>
        <p:spPr>
          <a:xfrm>
            <a:off x="1225025" y="3724875"/>
            <a:ext cx="2182577" cy="326291"/>
          </a:xfrm>
          <a:prstGeom prst="roundRect">
            <a:avLst>
              <a:gd fmla="val 2303" name="adj"/>
            </a:avLst>
          </a:prstGeom>
          <a:solidFill>
            <a:srgbClr val="F4FBFE"/>
          </a:solidFill>
          <a:ln cap="flat" cmpd="sng" w="9525">
            <a:solidFill>
              <a:srgbClr val="99DFF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en-US" sz="1500">
                <a:solidFill>
                  <a:srgbClr val="EC7061"/>
                </a:solidFill>
                <a:latin typeface="Arial"/>
                <a:ea typeface="Arial"/>
                <a:cs typeface="Arial"/>
                <a:sym typeface="Arial"/>
              </a:rPr>
              <a:t>[R1]display ospf peer</a:t>
            </a:r>
            <a:endParaRPr/>
          </a:p>
        </p:txBody>
      </p:sp>
      <p:sp>
        <p:nvSpPr>
          <p:cNvPr id="793" name="Google Shape;793;p20"/>
          <p:cNvSpPr txBox="1"/>
          <p:nvPr/>
        </p:nvSpPr>
        <p:spPr>
          <a:xfrm>
            <a:off x="6196772" y="3546947"/>
            <a:ext cx="5486796" cy="2601211"/>
          </a:xfrm>
          <a:prstGeom prst="rect">
            <a:avLst/>
          </a:prstGeom>
          <a:solidFill>
            <a:srgbClr val="F4FBFE"/>
          </a:solidFill>
          <a:ln cap="flat" cmpd="sng" w="9525">
            <a:solidFill>
              <a:srgbClr val="99DFF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lang="en-US" sz="1400">
                <a:solidFill>
                  <a:srgbClr val="EC7061"/>
                </a:solidFill>
                <a:latin typeface="Arial"/>
                <a:ea typeface="Arial"/>
                <a:cs typeface="Arial"/>
                <a:sym typeface="Arial"/>
              </a:rPr>
              <a:t>&lt;R1&gt; display ospf peer   </a:t>
            </a:r>
            <a:endParaRPr/>
          </a:p>
          <a:p>
            <a:pPr indent="0" lvl="0" marL="0" marR="0" rtl="0" algn="l">
              <a:lnSpc>
                <a:spcPct val="100000"/>
              </a:lnSpc>
              <a:spcBef>
                <a:spcPts val="0"/>
              </a:spcBef>
              <a:spcAft>
                <a:spcPts val="0"/>
              </a:spcAft>
              <a:buNone/>
            </a:pPr>
            <a:r>
              <a:rPr lang="en-US" sz="1400">
                <a:solidFill>
                  <a:srgbClr val="000000"/>
                </a:solidFill>
                <a:latin typeface="Arial"/>
                <a:ea typeface="Arial"/>
                <a:cs typeface="Arial"/>
                <a:sym typeface="Arial"/>
              </a:rPr>
              <a:t>    OSPF Process 1 with Router ID 1.1.1.1           </a:t>
            </a:r>
            <a:endParaRPr/>
          </a:p>
          <a:p>
            <a:pPr indent="0" lvl="0" marL="0" marR="0" rtl="0" algn="l">
              <a:lnSpc>
                <a:spcPct val="100000"/>
              </a:lnSpc>
              <a:spcBef>
                <a:spcPts val="0"/>
              </a:spcBef>
              <a:spcAft>
                <a:spcPts val="0"/>
              </a:spcAft>
              <a:buNone/>
            </a:pPr>
            <a:r>
              <a:rPr lang="en-US" sz="1400">
                <a:solidFill>
                  <a:srgbClr val="000000"/>
                </a:solidFill>
                <a:latin typeface="Arial"/>
                <a:ea typeface="Arial"/>
                <a:cs typeface="Arial"/>
                <a:sym typeface="Arial"/>
              </a:rPr>
              <a:t>                       Neighbors </a:t>
            </a:r>
            <a:endParaRPr/>
          </a:p>
          <a:p>
            <a:pPr indent="0" lvl="0" marL="0" marR="0" rtl="0" algn="l">
              <a:lnSpc>
                <a:spcPct val="100000"/>
              </a:lnSpc>
              <a:spcBef>
                <a:spcPts val="0"/>
              </a:spcBef>
              <a:spcAft>
                <a:spcPts val="0"/>
              </a:spcAft>
              <a:buNone/>
            </a:pPr>
            <a:r>
              <a:rPr lang="en-US" sz="1400">
                <a:solidFill>
                  <a:srgbClr val="000000"/>
                </a:solidFill>
                <a:latin typeface="Arial"/>
                <a:ea typeface="Arial"/>
                <a:cs typeface="Arial"/>
                <a:sym typeface="Arial"/>
              </a:rPr>
              <a:t>Area 0.0.0.0 interface 10.1.1.1(GigabitEthernet1/0/0)'s neighbors </a:t>
            </a:r>
            <a:endParaRPr/>
          </a:p>
          <a:p>
            <a:pPr indent="0" lvl="0" marL="0" marR="0" rtl="0" algn="l">
              <a:lnSpc>
                <a:spcPct val="100000"/>
              </a:lnSpc>
              <a:spcBef>
                <a:spcPts val="0"/>
              </a:spcBef>
              <a:spcAft>
                <a:spcPts val="0"/>
              </a:spcAft>
              <a:buNone/>
            </a:pPr>
            <a:r>
              <a:rPr lang="en-US" sz="1400">
                <a:solidFill>
                  <a:srgbClr val="EC7061"/>
                </a:solidFill>
                <a:latin typeface="Arial"/>
                <a:ea typeface="Arial"/>
                <a:cs typeface="Arial"/>
                <a:sym typeface="Arial"/>
              </a:rPr>
              <a:t>Router ID:  2.2.2.2    Address:  10.1.1.2    </a:t>
            </a:r>
            <a:r>
              <a:rPr lang="en-US" sz="1400">
                <a:solidFill>
                  <a:srgbClr val="000000"/>
                </a:solidFill>
                <a:latin typeface="Arial"/>
                <a:ea typeface="Arial"/>
                <a:cs typeface="Arial"/>
                <a:sym typeface="Arial"/>
              </a:rPr>
              <a:t>GR State: Normal  </a:t>
            </a:r>
            <a:endParaRPr/>
          </a:p>
          <a:p>
            <a:pPr indent="0" lvl="0" marL="0" marR="0" rtl="0" algn="l">
              <a:lnSpc>
                <a:spcPct val="100000"/>
              </a:lnSpc>
              <a:spcBef>
                <a:spcPts val="0"/>
              </a:spcBef>
              <a:spcAft>
                <a:spcPts val="0"/>
              </a:spcAft>
              <a:buNone/>
            </a:pPr>
            <a:r>
              <a:rPr lang="en-US" sz="1400">
                <a:solidFill>
                  <a:srgbClr val="EC7061"/>
                </a:solidFill>
                <a:latin typeface="Arial"/>
                <a:ea typeface="Arial"/>
                <a:cs typeface="Arial"/>
                <a:sym typeface="Arial"/>
              </a:rPr>
              <a:t>    </a:t>
            </a:r>
            <a:r>
              <a:rPr lang="en-US" sz="1400">
                <a:solidFill>
                  <a:schemeClr val="dk1"/>
                </a:solidFill>
                <a:latin typeface="Arial"/>
                <a:ea typeface="Arial"/>
                <a:cs typeface="Arial"/>
                <a:sym typeface="Arial"/>
              </a:rPr>
              <a:t>State: Full  Mode:Nbr is  Master  Priority: 1   </a:t>
            </a:r>
            <a:endParaRPr/>
          </a:p>
          <a:p>
            <a:pPr indent="0" lvl="0" marL="0" marR="0" rtl="0" algn="l">
              <a:lnSpc>
                <a:spcPct val="100000"/>
              </a:lnSpc>
              <a:spcBef>
                <a:spcPts val="0"/>
              </a:spcBef>
              <a:spcAft>
                <a:spcPts val="0"/>
              </a:spcAft>
              <a:buNone/>
            </a:pPr>
            <a:r>
              <a:rPr lang="en-US" sz="1400">
                <a:solidFill>
                  <a:schemeClr val="dk1"/>
                </a:solidFill>
                <a:latin typeface="Arial"/>
                <a:ea typeface="Arial"/>
                <a:cs typeface="Arial"/>
                <a:sym typeface="Arial"/>
              </a:rPr>
              <a:t>    DR:  10.1.1.1  </a:t>
            </a:r>
            <a:r>
              <a:rPr lang="en-US" sz="1400">
                <a:solidFill>
                  <a:srgbClr val="000000"/>
                </a:solidFill>
                <a:latin typeface="Arial"/>
                <a:ea typeface="Arial"/>
                <a:cs typeface="Arial"/>
                <a:sym typeface="Arial"/>
              </a:rPr>
              <a:t>BDR: 10.1.1.2   MTU: 0   </a:t>
            </a:r>
            <a:endParaRPr/>
          </a:p>
          <a:p>
            <a:pPr indent="0" lvl="0" marL="0" marR="0" rtl="0" algn="l">
              <a:lnSpc>
                <a:spcPct val="100000"/>
              </a:lnSpc>
              <a:spcBef>
                <a:spcPts val="0"/>
              </a:spcBef>
              <a:spcAft>
                <a:spcPts val="0"/>
              </a:spcAft>
              <a:buNone/>
            </a:pPr>
            <a:r>
              <a:rPr lang="en-US" sz="1400">
                <a:solidFill>
                  <a:srgbClr val="000000"/>
                </a:solidFill>
                <a:latin typeface="Arial"/>
                <a:ea typeface="Arial"/>
                <a:cs typeface="Arial"/>
                <a:sym typeface="Arial"/>
              </a:rPr>
              <a:t>    Dead timer due in 35  sec   </a:t>
            </a:r>
            <a:endParaRPr/>
          </a:p>
          <a:p>
            <a:pPr indent="0" lvl="0" marL="0" marR="0" rtl="0" algn="l">
              <a:lnSpc>
                <a:spcPct val="100000"/>
              </a:lnSpc>
              <a:spcBef>
                <a:spcPts val="0"/>
              </a:spcBef>
              <a:spcAft>
                <a:spcPts val="0"/>
              </a:spcAft>
              <a:buNone/>
            </a:pPr>
            <a:r>
              <a:rPr lang="en-US" sz="1400">
                <a:solidFill>
                  <a:srgbClr val="000000"/>
                </a:solidFill>
                <a:latin typeface="Arial"/>
                <a:ea typeface="Arial"/>
                <a:cs typeface="Arial"/>
                <a:sym typeface="Arial"/>
              </a:rPr>
              <a:t>    Retrans timer interval: 5   </a:t>
            </a:r>
            <a:endParaRPr/>
          </a:p>
          <a:p>
            <a:pPr indent="0" lvl="0" marL="0" marR="0" rtl="0" algn="l">
              <a:lnSpc>
                <a:spcPct val="100000"/>
              </a:lnSpc>
              <a:spcBef>
                <a:spcPts val="0"/>
              </a:spcBef>
              <a:spcAft>
                <a:spcPts val="0"/>
              </a:spcAft>
              <a:buNone/>
            </a:pPr>
            <a:r>
              <a:rPr lang="en-US" sz="1400">
                <a:solidFill>
                  <a:srgbClr val="000000"/>
                </a:solidFill>
                <a:latin typeface="Arial"/>
                <a:ea typeface="Arial"/>
                <a:cs typeface="Arial"/>
                <a:sym typeface="Arial"/>
              </a:rPr>
              <a:t>    Neighbor is up for 00:00:05   </a:t>
            </a:r>
            <a:endParaRPr/>
          </a:p>
          <a:p>
            <a:pPr indent="0" lvl="0" marL="0" marR="0" rtl="0" algn="l">
              <a:lnSpc>
                <a:spcPct val="100000"/>
              </a:lnSpc>
              <a:spcBef>
                <a:spcPts val="0"/>
              </a:spcBef>
              <a:spcAft>
                <a:spcPts val="0"/>
              </a:spcAft>
              <a:buNone/>
            </a:pPr>
            <a:r>
              <a:rPr lang="en-US" sz="1400">
                <a:solidFill>
                  <a:srgbClr val="000000"/>
                </a:solidFill>
                <a:latin typeface="Arial"/>
                <a:ea typeface="Arial"/>
                <a:cs typeface="Arial"/>
                <a:sym typeface="Arial"/>
              </a:rPr>
              <a:t>    Authentication Sequence: [ 0 ]</a:t>
            </a:r>
            <a:endParaRPr/>
          </a:p>
        </p:txBody>
      </p:sp>
      <p:cxnSp>
        <p:nvCxnSpPr>
          <p:cNvPr id="794" name="Google Shape;794;p20"/>
          <p:cNvCxnSpPr>
            <a:stCxn id="795" idx="1"/>
            <a:endCxn id="796" idx="3"/>
          </p:cNvCxnSpPr>
          <p:nvPr/>
        </p:nvCxnSpPr>
        <p:spPr>
          <a:xfrm rot="10800000">
            <a:off x="2080268" y="4957207"/>
            <a:ext cx="2714100" cy="0"/>
          </a:xfrm>
          <a:prstGeom prst="straightConnector1">
            <a:avLst/>
          </a:prstGeom>
          <a:noFill/>
          <a:ln cap="flat" cmpd="sng" w="19050">
            <a:solidFill>
              <a:schemeClr val="dk1"/>
            </a:solidFill>
            <a:prstDash val="solid"/>
            <a:miter lim="800000"/>
            <a:headEnd len="sm" w="sm" type="none"/>
            <a:tailEnd len="sm" w="sm" type="none"/>
          </a:ln>
        </p:spPr>
      </p:cxnSp>
      <p:grpSp>
        <p:nvGrpSpPr>
          <p:cNvPr id="797" name="Google Shape;797;p20"/>
          <p:cNvGrpSpPr/>
          <p:nvPr/>
        </p:nvGrpSpPr>
        <p:grpSpPr>
          <a:xfrm>
            <a:off x="1540227" y="4735807"/>
            <a:ext cx="707171" cy="825430"/>
            <a:chOff x="1669180" y="4735807"/>
            <a:chExt cx="707171" cy="825430"/>
          </a:xfrm>
        </p:grpSpPr>
        <p:pic>
          <p:nvPicPr>
            <p:cNvPr id="796" name="Google Shape;796;p20"/>
            <p:cNvPicPr preferRelativeResize="0"/>
            <p:nvPr/>
          </p:nvPicPr>
          <p:blipFill rotWithShape="1">
            <a:blip r:embed="rId3">
              <a:alphaModFix/>
            </a:blip>
            <a:srcRect b="0" l="0" r="0" t="0"/>
            <a:stretch/>
          </p:blipFill>
          <p:spPr>
            <a:xfrm>
              <a:off x="1669180" y="4735807"/>
              <a:ext cx="540000" cy="442800"/>
            </a:xfrm>
            <a:prstGeom prst="rect">
              <a:avLst/>
            </a:prstGeom>
            <a:noFill/>
            <a:ln>
              <a:noFill/>
            </a:ln>
          </p:spPr>
        </p:pic>
        <p:sp>
          <p:nvSpPr>
            <p:cNvPr id="798" name="Google Shape;798;p20"/>
            <p:cNvSpPr txBox="1"/>
            <p:nvPr/>
          </p:nvSpPr>
          <p:spPr>
            <a:xfrm>
              <a:off x="1727422" y="5222683"/>
              <a:ext cx="648929"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rgbClr val="EC7061"/>
                  </a:solidFill>
                  <a:latin typeface="Arial"/>
                  <a:ea typeface="Arial"/>
                  <a:cs typeface="Arial"/>
                  <a:sym typeface="Arial"/>
                </a:rPr>
                <a:t>R1</a:t>
              </a:r>
              <a:endParaRPr/>
            </a:p>
          </p:txBody>
        </p:sp>
      </p:grpSp>
      <p:grpSp>
        <p:nvGrpSpPr>
          <p:cNvPr id="799" name="Google Shape;799;p20"/>
          <p:cNvGrpSpPr/>
          <p:nvPr/>
        </p:nvGrpSpPr>
        <p:grpSpPr>
          <a:xfrm>
            <a:off x="4794368" y="4735807"/>
            <a:ext cx="755532" cy="809561"/>
            <a:chOff x="4794368" y="4735807"/>
            <a:chExt cx="755532" cy="809561"/>
          </a:xfrm>
        </p:grpSpPr>
        <p:pic>
          <p:nvPicPr>
            <p:cNvPr id="795" name="Google Shape;795;p20"/>
            <p:cNvPicPr preferRelativeResize="0"/>
            <p:nvPr/>
          </p:nvPicPr>
          <p:blipFill rotWithShape="1">
            <a:blip r:embed="rId3">
              <a:alphaModFix/>
            </a:blip>
            <a:srcRect b="0" l="0" r="0" t="0"/>
            <a:stretch/>
          </p:blipFill>
          <p:spPr>
            <a:xfrm>
              <a:off x="4794368" y="4735807"/>
              <a:ext cx="540000" cy="442800"/>
            </a:xfrm>
            <a:prstGeom prst="rect">
              <a:avLst/>
            </a:prstGeom>
            <a:noFill/>
            <a:ln>
              <a:noFill/>
            </a:ln>
          </p:spPr>
        </p:pic>
        <p:sp>
          <p:nvSpPr>
            <p:cNvPr id="800" name="Google Shape;800;p20"/>
            <p:cNvSpPr txBox="1"/>
            <p:nvPr/>
          </p:nvSpPr>
          <p:spPr>
            <a:xfrm>
              <a:off x="4844434" y="5206814"/>
              <a:ext cx="705466"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R2</a:t>
              </a:r>
              <a:endParaRPr/>
            </a:p>
          </p:txBody>
        </p:sp>
      </p:grpSp>
      <p:sp>
        <p:nvSpPr>
          <p:cNvPr id="801" name="Google Shape;801;p20"/>
          <p:cNvSpPr txBox="1"/>
          <p:nvPr/>
        </p:nvSpPr>
        <p:spPr>
          <a:xfrm>
            <a:off x="1129789" y="4273853"/>
            <a:ext cx="2057417"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Router ID: 1.1.1.1</a:t>
            </a:r>
            <a:endParaRPr/>
          </a:p>
        </p:txBody>
      </p:sp>
      <p:sp>
        <p:nvSpPr>
          <p:cNvPr id="802" name="Google Shape;802;p20"/>
          <p:cNvSpPr txBox="1"/>
          <p:nvPr/>
        </p:nvSpPr>
        <p:spPr>
          <a:xfrm>
            <a:off x="4199373" y="4278991"/>
            <a:ext cx="1903174"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Router ID: 2.2.2.2</a:t>
            </a:r>
            <a:endParaRPr/>
          </a:p>
        </p:txBody>
      </p:sp>
      <p:sp>
        <p:nvSpPr>
          <p:cNvPr id="803" name="Google Shape;803;p20"/>
          <p:cNvSpPr/>
          <p:nvPr/>
        </p:nvSpPr>
        <p:spPr>
          <a:xfrm>
            <a:off x="9427805" y="101862"/>
            <a:ext cx="781200" cy="257875"/>
          </a:xfrm>
          <a:prstGeom prst="chevron">
            <a:avLst>
              <a:gd fmla="val 50000" name="adj"/>
            </a:avLst>
          </a:prstGeom>
          <a:solidFill>
            <a:srgbClr val="00B0F0"/>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800">
                <a:solidFill>
                  <a:srgbClr val="FFFFFF"/>
                </a:solidFill>
                <a:latin typeface="Arial"/>
                <a:ea typeface="Arial"/>
                <a:cs typeface="Arial"/>
                <a:sym typeface="Arial"/>
              </a:rPr>
              <a:t>Neighbor Table</a:t>
            </a:r>
            <a:endParaRPr/>
          </a:p>
        </p:txBody>
      </p:sp>
      <p:sp>
        <p:nvSpPr>
          <p:cNvPr id="804" name="Google Shape;804;p20"/>
          <p:cNvSpPr/>
          <p:nvPr/>
        </p:nvSpPr>
        <p:spPr>
          <a:xfrm>
            <a:off x="10114143" y="101862"/>
            <a:ext cx="781200" cy="257875"/>
          </a:xfrm>
          <a:prstGeom prst="chevron">
            <a:avLst>
              <a:gd fmla="val 50000" name="adj"/>
            </a:avLst>
          </a:prstGeom>
          <a:solidFill>
            <a:srgbClr val="D8D8D8"/>
          </a:solidFill>
          <a:ln>
            <a:noFill/>
          </a:ln>
        </p:spPr>
        <p:txBody>
          <a:bodyPr anchorCtr="0" anchor="ctr" bIns="0" lIns="0" spcFirstLastPara="1" rIns="0" wrap="square" tIns="0">
            <a:noAutofit/>
          </a:bodyPr>
          <a:lstStyle/>
          <a:p>
            <a:pPr indent="0" lvl="0" marL="0" marR="0" rtl="0" algn="ctr">
              <a:spcBef>
                <a:spcPts val="0"/>
              </a:spcBef>
              <a:spcAft>
                <a:spcPts val="0"/>
              </a:spcAft>
              <a:buNone/>
            </a:pPr>
            <a:r>
              <a:rPr lang="en-US" sz="800">
                <a:solidFill>
                  <a:schemeClr val="dk1"/>
                </a:solidFill>
                <a:latin typeface="Arial"/>
                <a:ea typeface="Arial"/>
                <a:cs typeface="Arial"/>
                <a:sym typeface="Arial"/>
              </a:rPr>
              <a:t>LSDB Table</a:t>
            </a:r>
            <a:endParaRPr/>
          </a:p>
        </p:txBody>
      </p:sp>
      <p:sp>
        <p:nvSpPr>
          <p:cNvPr id="805" name="Google Shape;805;p20"/>
          <p:cNvSpPr/>
          <p:nvPr/>
        </p:nvSpPr>
        <p:spPr>
          <a:xfrm>
            <a:off x="10800482" y="101862"/>
            <a:ext cx="1173214" cy="257875"/>
          </a:xfrm>
          <a:prstGeom prst="chevron">
            <a:avLst>
              <a:gd fmla="val 50000" name="adj"/>
            </a:avLst>
          </a:prstGeom>
          <a:solidFill>
            <a:srgbClr val="D8D8D8"/>
          </a:solidFill>
          <a:ln>
            <a:noFill/>
          </a:ln>
        </p:spPr>
        <p:txBody>
          <a:bodyPr anchorCtr="0" anchor="ctr" bIns="0" lIns="0" spcFirstLastPara="1" rIns="0" wrap="square" tIns="0">
            <a:noAutofit/>
          </a:bodyPr>
          <a:lstStyle/>
          <a:p>
            <a:pPr indent="0" lvl="0" marL="0" marR="0" rtl="0" algn="ctr">
              <a:spcBef>
                <a:spcPts val="0"/>
              </a:spcBef>
              <a:spcAft>
                <a:spcPts val="0"/>
              </a:spcAft>
              <a:buNone/>
            </a:pPr>
            <a:r>
              <a:rPr lang="en-US" sz="800">
                <a:solidFill>
                  <a:schemeClr val="dk1"/>
                </a:solidFill>
                <a:latin typeface="Arial"/>
                <a:ea typeface="Arial"/>
                <a:cs typeface="Arial"/>
                <a:sym typeface="Arial"/>
              </a:rPr>
              <a:t>OSPF Routing table</a:t>
            </a:r>
            <a:endParaRPr/>
          </a:p>
        </p:txBody>
      </p:sp>
      <p:sp>
        <p:nvSpPr>
          <p:cNvPr id="806" name="Google Shape;806;p20"/>
          <p:cNvSpPr txBox="1"/>
          <p:nvPr/>
        </p:nvSpPr>
        <p:spPr>
          <a:xfrm>
            <a:off x="3757591" y="5220156"/>
            <a:ext cx="1210291" cy="30777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10.1.1.2/30</a:t>
            </a:r>
            <a:endParaRPr/>
          </a:p>
        </p:txBody>
      </p:sp>
      <p:grpSp>
        <p:nvGrpSpPr>
          <p:cNvPr id="807" name="Google Shape;807;p20"/>
          <p:cNvGrpSpPr/>
          <p:nvPr/>
        </p:nvGrpSpPr>
        <p:grpSpPr>
          <a:xfrm>
            <a:off x="2052800" y="4974560"/>
            <a:ext cx="1903174" cy="567904"/>
            <a:chOff x="2134861" y="4974560"/>
            <a:chExt cx="1903174" cy="567904"/>
          </a:xfrm>
        </p:grpSpPr>
        <p:sp>
          <p:nvSpPr>
            <p:cNvPr id="808" name="Google Shape;808;p20"/>
            <p:cNvSpPr txBox="1"/>
            <p:nvPr/>
          </p:nvSpPr>
          <p:spPr>
            <a:xfrm>
              <a:off x="2134861" y="5234687"/>
              <a:ext cx="1903174" cy="30777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10.1.1.1/30</a:t>
              </a:r>
              <a:endParaRPr/>
            </a:p>
          </p:txBody>
        </p:sp>
        <p:sp>
          <p:nvSpPr>
            <p:cNvPr id="809" name="Google Shape;809;p20"/>
            <p:cNvSpPr txBox="1"/>
            <p:nvPr/>
          </p:nvSpPr>
          <p:spPr>
            <a:xfrm>
              <a:off x="2201974" y="4974560"/>
              <a:ext cx="1057993" cy="30777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GE 1/0/0</a:t>
              </a:r>
              <a:endParaRPr/>
            </a:p>
          </p:txBody>
        </p:sp>
      </p:grpSp>
      <p:sp>
        <p:nvSpPr>
          <p:cNvPr id="810" name="Google Shape;810;p20"/>
          <p:cNvSpPr txBox="1"/>
          <p:nvPr/>
        </p:nvSpPr>
        <p:spPr>
          <a:xfrm>
            <a:off x="3909890" y="4974560"/>
            <a:ext cx="1057993" cy="30777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GE 1/0/0</a:t>
            </a:r>
            <a:endParaRPr/>
          </a:p>
        </p:txBody>
      </p:sp>
      <p:sp>
        <p:nvSpPr>
          <p:cNvPr id="811" name="Google Shape;811;p20"/>
          <p:cNvSpPr/>
          <p:nvPr/>
        </p:nvSpPr>
        <p:spPr>
          <a:xfrm>
            <a:off x="4827288" y="3786957"/>
            <a:ext cx="647343" cy="356242"/>
          </a:xfrm>
          <a:prstGeom prst="rightArrow">
            <a:avLst>
              <a:gd fmla="val 40000" name="adj1"/>
              <a:gd fmla="val 50000" name="adj2"/>
            </a:avLst>
          </a:prstGeom>
          <a:gradFill>
            <a:gsLst>
              <a:gs pos="0">
                <a:srgbClr val="F6F9FC">
                  <a:alpha val="0"/>
                </a:srgbClr>
              </a:gs>
              <a:gs pos="15000">
                <a:srgbClr val="F6F9FC">
                  <a:alpha val="0"/>
                </a:srgbClr>
              </a:gs>
              <a:gs pos="81000">
                <a:srgbClr val="99DFF9"/>
              </a:gs>
              <a:gs pos="100000">
                <a:srgbClr val="99DFF9"/>
              </a:gs>
            </a:gsLst>
            <a:lin ang="0" scaled="0"/>
          </a:gradFill>
          <a:ln cap="flat" cmpd="sng" w="15875">
            <a:solidFill>
              <a:srgbClr val="F6F9F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5" name="Shape 815"/>
        <p:cNvGrpSpPr/>
        <p:nvPr/>
      </p:nvGrpSpPr>
      <p:grpSpPr>
        <a:xfrm>
          <a:off x="0" y="0"/>
          <a:ext cx="0" cy="0"/>
          <a:chOff x="0" y="0"/>
          <a:chExt cx="0" cy="0"/>
        </a:xfrm>
      </p:grpSpPr>
      <p:sp>
        <p:nvSpPr>
          <p:cNvPr id="816" name="Google Shape;816;p21"/>
          <p:cNvSpPr txBox="1"/>
          <p:nvPr>
            <p:ph idx="1" type="body"/>
          </p:nvPr>
        </p:nvSpPr>
        <p:spPr>
          <a:xfrm>
            <a:off x="451877" y="1242453"/>
            <a:ext cx="11306175" cy="4680000"/>
          </a:xfrm>
          <a:prstGeom prst="rect">
            <a:avLst/>
          </a:prstGeom>
          <a:noFill/>
          <a:ln>
            <a:noFill/>
          </a:ln>
        </p:spPr>
        <p:txBody>
          <a:bodyPr anchorCtr="0" anchor="t" bIns="40050" lIns="80125" spcFirstLastPara="1" rIns="80125" wrap="square" tIns="40050">
            <a:noAutofit/>
          </a:bodyPr>
          <a:lstStyle/>
          <a:p>
            <a:pPr indent="-302279" lvl="0" marL="302279" rtl="0" algn="just">
              <a:lnSpc>
                <a:spcPct val="160000"/>
              </a:lnSpc>
              <a:spcBef>
                <a:spcPts val="0"/>
              </a:spcBef>
              <a:spcAft>
                <a:spcPts val="0"/>
              </a:spcAft>
              <a:buClr>
                <a:schemeClr val="dk1"/>
              </a:buClr>
              <a:buSzPts val="800"/>
              <a:buChar char="●"/>
            </a:pPr>
            <a:r>
              <a:rPr lang="en-US" sz="1600"/>
              <a:t>For the OSPF LSDB table, you need to know:</a:t>
            </a:r>
            <a:endParaRPr/>
          </a:p>
          <a:p>
            <a:pPr indent="-339725" lvl="1" marL="654050" rtl="0" algn="l">
              <a:lnSpc>
                <a:spcPct val="140000"/>
              </a:lnSpc>
              <a:spcBef>
                <a:spcPts val="720"/>
              </a:spcBef>
              <a:spcAft>
                <a:spcPts val="0"/>
              </a:spcAft>
              <a:buClr>
                <a:schemeClr val="dk1"/>
              </a:buClr>
              <a:buSzPts val="1600"/>
              <a:buFont typeface="Arial"/>
              <a:buChar char="▫"/>
            </a:pPr>
            <a:r>
              <a:rPr lang="en-US" sz="1600"/>
              <a:t>An LSDB stores LSAs generated by a router itself and received from neighbors. In this example, the LSDB of R1 contains three LSAs.</a:t>
            </a:r>
            <a:endParaRPr/>
          </a:p>
          <a:p>
            <a:pPr indent="-339725" lvl="1" marL="654050" rtl="0" algn="l">
              <a:lnSpc>
                <a:spcPct val="140000"/>
              </a:lnSpc>
              <a:spcBef>
                <a:spcPts val="720"/>
              </a:spcBef>
              <a:spcAft>
                <a:spcPts val="0"/>
              </a:spcAft>
              <a:buClr>
                <a:schemeClr val="dk1"/>
              </a:buClr>
              <a:buSzPts val="1600"/>
              <a:buFont typeface="Arial"/>
              <a:buChar char="▫"/>
            </a:pPr>
            <a:r>
              <a:rPr lang="en-US" sz="1600"/>
              <a:t>The </a:t>
            </a:r>
            <a:r>
              <a:rPr b="1" lang="en-US" sz="1600"/>
              <a:t>Type </a:t>
            </a:r>
            <a:r>
              <a:rPr lang="en-US" sz="1600"/>
              <a:t>field indicates an LSA type, and the </a:t>
            </a:r>
            <a:r>
              <a:rPr b="1" lang="en-US" sz="1600"/>
              <a:t>AdvRouter</a:t>
            </a:r>
            <a:r>
              <a:rPr lang="en-US" sz="1600"/>
              <a:t> field indicates the router that sends the LSA.</a:t>
            </a:r>
            <a:endParaRPr/>
          </a:p>
          <a:p>
            <a:pPr indent="-339725" lvl="1" marL="654050" rtl="0" algn="l">
              <a:lnSpc>
                <a:spcPct val="140000"/>
              </a:lnSpc>
              <a:spcBef>
                <a:spcPts val="720"/>
              </a:spcBef>
              <a:spcAft>
                <a:spcPts val="0"/>
              </a:spcAft>
              <a:buClr>
                <a:schemeClr val="dk1"/>
              </a:buClr>
              <a:buSzPts val="1600"/>
              <a:buFont typeface="Arial"/>
              <a:buChar char="▫"/>
            </a:pPr>
            <a:r>
              <a:rPr lang="en-US" sz="1600"/>
              <a:t>Run the </a:t>
            </a:r>
            <a:r>
              <a:rPr b="1" lang="en-US" sz="1600"/>
              <a:t>display ospf lsdb</a:t>
            </a:r>
            <a:r>
              <a:rPr lang="en-US" sz="1600"/>
              <a:t> command to query the LSDB.</a:t>
            </a:r>
            <a:endParaRPr/>
          </a:p>
          <a:p>
            <a:pPr indent="-232460" lvl="0" marL="302279" rtl="0" algn="just">
              <a:lnSpc>
                <a:spcPct val="140000"/>
              </a:lnSpc>
              <a:spcBef>
                <a:spcPts val="792"/>
              </a:spcBef>
              <a:spcAft>
                <a:spcPts val="0"/>
              </a:spcAft>
              <a:buClr>
                <a:schemeClr val="dk1"/>
              </a:buClr>
              <a:buSzPts val="1100"/>
              <a:buNone/>
            </a:pPr>
            <a:r>
              <a:t/>
            </a:r>
            <a:endParaRPr/>
          </a:p>
        </p:txBody>
      </p:sp>
      <p:sp>
        <p:nvSpPr>
          <p:cNvPr id="817" name="Google Shape;817;p21"/>
          <p:cNvSpPr txBox="1"/>
          <p:nvPr>
            <p:ph type="title"/>
          </p:nvPr>
        </p:nvSpPr>
        <p:spPr>
          <a:xfrm>
            <a:off x="1594800" y="452604"/>
            <a:ext cx="9831600" cy="640800"/>
          </a:xfrm>
          <a:prstGeom prst="rect">
            <a:avLst/>
          </a:prstGeom>
          <a:noFill/>
          <a:ln>
            <a:noFill/>
          </a:ln>
        </p:spPr>
        <p:txBody>
          <a:bodyPr anchorCtr="0" anchor="ctr" bIns="50400" lIns="100800" spcFirstLastPara="1" rIns="100800" wrap="square" tIns="50400">
            <a:noAutofit/>
          </a:bodyPr>
          <a:lstStyle/>
          <a:p>
            <a:pPr indent="0" lvl="0" marL="0" rtl="0" algn="l">
              <a:lnSpc>
                <a:spcPct val="90000"/>
              </a:lnSpc>
              <a:spcBef>
                <a:spcPts val="0"/>
              </a:spcBef>
              <a:spcAft>
                <a:spcPts val="0"/>
              </a:spcAft>
              <a:buClr>
                <a:schemeClr val="dk1"/>
              </a:buClr>
              <a:buSzPts val="3400"/>
              <a:buFont typeface="Arial"/>
              <a:buNone/>
            </a:pPr>
            <a:r>
              <a:rPr lang="en-US"/>
              <a:t>Three Types OSPF Entries - Entries in the LSDB Table</a:t>
            </a:r>
            <a:endParaRPr/>
          </a:p>
        </p:txBody>
      </p:sp>
      <p:sp>
        <p:nvSpPr>
          <p:cNvPr id="818" name="Google Shape;818;p21"/>
          <p:cNvSpPr txBox="1"/>
          <p:nvPr/>
        </p:nvSpPr>
        <p:spPr>
          <a:xfrm>
            <a:off x="6118721" y="3557295"/>
            <a:ext cx="5514479" cy="2332946"/>
          </a:xfrm>
          <a:prstGeom prst="rect">
            <a:avLst/>
          </a:prstGeom>
          <a:solidFill>
            <a:srgbClr val="F4FBFE"/>
          </a:solidFill>
          <a:ln cap="flat" cmpd="sng" w="9525">
            <a:solidFill>
              <a:srgbClr val="99DFF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30000"/>
              </a:lnSpc>
              <a:spcBef>
                <a:spcPts val="0"/>
              </a:spcBef>
              <a:spcAft>
                <a:spcPts val="0"/>
              </a:spcAft>
              <a:buNone/>
            </a:pPr>
            <a:r>
              <a:rPr lang="en-US" sz="1400">
                <a:solidFill>
                  <a:schemeClr val="dk1"/>
                </a:solidFill>
                <a:latin typeface="Arial"/>
                <a:ea typeface="Arial"/>
                <a:cs typeface="Arial"/>
                <a:sym typeface="Arial"/>
              </a:rPr>
              <a:t>&lt;R1&gt; </a:t>
            </a:r>
            <a:r>
              <a:rPr lang="en-US" sz="1400">
                <a:solidFill>
                  <a:srgbClr val="EC7061"/>
                </a:solidFill>
                <a:latin typeface="Arial"/>
                <a:ea typeface="Arial"/>
                <a:cs typeface="Arial"/>
                <a:sym typeface="Arial"/>
              </a:rPr>
              <a:t>display ospf lsdb</a:t>
            </a:r>
            <a:endParaRPr sz="1400">
              <a:solidFill>
                <a:srgbClr val="EC7061"/>
              </a:solidFill>
              <a:latin typeface="Arial"/>
              <a:ea typeface="Arial"/>
              <a:cs typeface="Arial"/>
              <a:sym typeface="Arial"/>
            </a:endParaRPr>
          </a:p>
          <a:p>
            <a:pPr indent="0" lvl="0" marL="0" marR="0" rtl="0" algn="l">
              <a:lnSpc>
                <a:spcPct val="130000"/>
              </a:lnSpc>
              <a:spcBef>
                <a:spcPts val="0"/>
              </a:spcBef>
              <a:spcAft>
                <a:spcPts val="0"/>
              </a:spcAft>
              <a:buNone/>
            </a:pPr>
            <a:r>
              <a:rPr lang="en-US" sz="1400">
                <a:solidFill>
                  <a:srgbClr val="EC7061"/>
                </a:solidFill>
                <a:latin typeface="Arial"/>
                <a:ea typeface="Arial"/>
                <a:cs typeface="Arial"/>
                <a:sym typeface="Arial"/>
              </a:rPr>
              <a:t>                      </a:t>
            </a:r>
            <a:r>
              <a:rPr lang="en-US" sz="1400">
                <a:solidFill>
                  <a:schemeClr val="dk1"/>
                </a:solidFill>
                <a:latin typeface="Arial"/>
                <a:ea typeface="Arial"/>
                <a:cs typeface="Arial"/>
                <a:sym typeface="Arial"/>
              </a:rPr>
              <a:t>OSPF Process 1 with Router ID 1.1.1.1                                 </a:t>
            </a:r>
            <a:endParaRPr/>
          </a:p>
          <a:p>
            <a:pPr indent="0" lvl="0" marL="0" marR="0" rtl="0" algn="l">
              <a:lnSpc>
                <a:spcPct val="130000"/>
              </a:lnSpc>
              <a:spcBef>
                <a:spcPts val="0"/>
              </a:spcBef>
              <a:spcAft>
                <a:spcPts val="0"/>
              </a:spcAft>
              <a:buNone/>
            </a:pPr>
            <a:r>
              <a:rPr lang="en-US" sz="1400">
                <a:solidFill>
                  <a:schemeClr val="dk1"/>
                </a:solidFill>
                <a:latin typeface="Arial"/>
                <a:ea typeface="Arial"/>
                <a:cs typeface="Arial"/>
                <a:sym typeface="Arial"/>
              </a:rPr>
              <a:t>                                   Link State Database</a:t>
            </a:r>
            <a:endParaRPr/>
          </a:p>
          <a:p>
            <a:pPr indent="0" lvl="0" marL="0" marR="0" rtl="0" algn="l">
              <a:lnSpc>
                <a:spcPct val="130000"/>
              </a:lnSpc>
              <a:spcBef>
                <a:spcPts val="0"/>
              </a:spcBef>
              <a:spcAft>
                <a:spcPts val="0"/>
              </a:spcAft>
              <a:buNone/>
            </a:pPr>
            <a:r>
              <a:rPr lang="en-US" sz="1400">
                <a:solidFill>
                  <a:schemeClr val="dk1"/>
                </a:solidFill>
                <a:latin typeface="Arial"/>
                <a:ea typeface="Arial"/>
                <a:cs typeface="Arial"/>
                <a:sym typeface="Arial"/>
              </a:rPr>
              <a:t>                                        Router ID: 0.0.0.0                                         </a:t>
            </a:r>
            <a:endParaRPr/>
          </a:p>
          <a:p>
            <a:pPr indent="0" lvl="0" marL="0" marR="0" rtl="0" algn="l">
              <a:lnSpc>
                <a:spcPct val="130000"/>
              </a:lnSpc>
              <a:spcBef>
                <a:spcPts val="0"/>
              </a:spcBef>
              <a:spcAft>
                <a:spcPts val="0"/>
              </a:spcAft>
              <a:buNone/>
            </a:pPr>
            <a:r>
              <a:rPr lang="en-US" sz="1400">
                <a:solidFill>
                  <a:schemeClr val="dk1"/>
                </a:solidFill>
                <a:latin typeface="Arial"/>
                <a:ea typeface="Arial"/>
                <a:cs typeface="Arial"/>
                <a:sym typeface="Arial"/>
              </a:rPr>
              <a:t> </a:t>
            </a:r>
            <a:r>
              <a:rPr lang="en-US" sz="1400">
                <a:solidFill>
                  <a:srgbClr val="EC7061"/>
                </a:solidFill>
                <a:latin typeface="Arial"/>
                <a:ea typeface="Arial"/>
                <a:cs typeface="Arial"/>
                <a:sym typeface="Arial"/>
              </a:rPr>
              <a:t>Type</a:t>
            </a:r>
            <a:r>
              <a:rPr lang="en-US" sz="1400">
                <a:solidFill>
                  <a:schemeClr val="dk1"/>
                </a:solidFill>
                <a:latin typeface="Arial"/>
                <a:ea typeface="Arial"/>
                <a:cs typeface="Arial"/>
                <a:sym typeface="Arial"/>
              </a:rPr>
              <a:t>      LinkState ID    </a:t>
            </a:r>
            <a:r>
              <a:rPr lang="en-US" sz="1400">
                <a:solidFill>
                  <a:srgbClr val="EC7061"/>
                </a:solidFill>
                <a:latin typeface="Arial"/>
                <a:ea typeface="Arial"/>
                <a:cs typeface="Arial"/>
                <a:sym typeface="Arial"/>
              </a:rPr>
              <a:t>AdvRouter</a:t>
            </a:r>
            <a:r>
              <a:rPr lang="en-US" sz="1400">
                <a:solidFill>
                  <a:schemeClr val="dk1"/>
                </a:solidFill>
                <a:latin typeface="Arial"/>
                <a:ea typeface="Arial"/>
                <a:cs typeface="Arial"/>
                <a:sym typeface="Arial"/>
              </a:rPr>
              <a:t>   Age  Len   Sequence   Metric      </a:t>
            </a:r>
            <a:endParaRPr/>
          </a:p>
          <a:p>
            <a:pPr indent="0" lvl="0" marL="0" marR="0" rtl="0" algn="l">
              <a:lnSpc>
                <a:spcPct val="130000"/>
              </a:lnSpc>
              <a:spcBef>
                <a:spcPts val="0"/>
              </a:spcBef>
              <a:spcAft>
                <a:spcPts val="0"/>
              </a:spcAft>
              <a:buNone/>
            </a:pPr>
            <a:r>
              <a:rPr lang="en-US" sz="1400">
                <a:solidFill>
                  <a:schemeClr val="dk1"/>
                </a:solidFill>
                <a:latin typeface="Arial"/>
                <a:ea typeface="Arial"/>
                <a:cs typeface="Arial"/>
                <a:sym typeface="Arial"/>
              </a:rPr>
              <a:t> Router    2.2.2.2           2.2.2.2           98  36    8000000B       1       </a:t>
            </a:r>
            <a:endParaRPr/>
          </a:p>
          <a:p>
            <a:pPr indent="0" lvl="0" marL="0" marR="0" rtl="0" algn="l">
              <a:lnSpc>
                <a:spcPct val="130000"/>
              </a:lnSpc>
              <a:spcBef>
                <a:spcPts val="0"/>
              </a:spcBef>
              <a:spcAft>
                <a:spcPts val="0"/>
              </a:spcAft>
              <a:buNone/>
            </a:pPr>
            <a:r>
              <a:rPr lang="en-US" sz="1400">
                <a:solidFill>
                  <a:schemeClr val="dk1"/>
                </a:solidFill>
                <a:latin typeface="Arial"/>
                <a:ea typeface="Arial"/>
                <a:cs typeface="Arial"/>
                <a:sym typeface="Arial"/>
              </a:rPr>
              <a:t> Router    1.1.1.1           1.1.1.1           92  36    80000005       1       </a:t>
            </a:r>
            <a:endParaRPr/>
          </a:p>
          <a:p>
            <a:pPr indent="0" lvl="0" marL="0" marR="0" rtl="0" algn="l">
              <a:lnSpc>
                <a:spcPct val="130000"/>
              </a:lnSpc>
              <a:spcBef>
                <a:spcPts val="0"/>
              </a:spcBef>
              <a:spcAft>
                <a:spcPts val="0"/>
              </a:spcAft>
              <a:buNone/>
            </a:pPr>
            <a:r>
              <a:rPr lang="en-US" sz="1400">
                <a:solidFill>
                  <a:schemeClr val="dk1"/>
                </a:solidFill>
                <a:latin typeface="Arial"/>
                <a:ea typeface="Arial"/>
                <a:cs typeface="Arial"/>
                <a:sym typeface="Arial"/>
              </a:rPr>
              <a:t> Network  10.1.1.2        2.2.2.2           98  32    80000004       0       </a:t>
            </a:r>
            <a:endParaRPr/>
          </a:p>
        </p:txBody>
      </p:sp>
      <p:sp>
        <p:nvSpPr>
          <p:cNvPr id="819" name="Google Shape;819;p21"/>
          <p:cNvSpPr/>
          <p:nvPr/>
        </p:nvSpPr>
        <p:spPr>
          <a:xfrm>
            <a:off x="9427805" y="101862"/>
            <a:ext cx="781200" cy="257875"/>
          </a:xfrm>
          <a:prstGeom prst="chevron">
            <a:avLst>
              <a:gd fmla="val 50000" name="adj"/>
            </a:avLst>
          </a:prstGeom>
          <a:solidFill>
            <a:srgbClr val="D8D8D8"/>
          </a:solidFill>
          <a:ln>
            <a:noFill/>
          </a:ln>
        </p:spPr>
        <p:txBody>
          <a:bodyPr anchorCtr="0" anchor="ctr" bIns="0" lIns="0" spcFirstLastPara="1" rIns="0" wrap="square" tIns="0">
            <a:noAutofit/>
          </a:bodyPr>
          <a:lstStyle/>
          <a:p>
            <a:pPr indent="0" lvl="0" marL="0" marR="0" rtl="0" algn="ctr">
              <a:spcBef>
                <a:spcPts val="0"/>
              </a:spcBef>
              <a:spcAft>
                <a:spcPts val="0"/>
              </a:spcAft>
              <a:buNone/>
            </a:pPr>
            <a:r>
              <a:rPr lang="en-US" sz="800">
                <a:solidFill>
                  <a:schemeClr val="dk1"/>
                </a:solidFill>
                <a:latin typeface="Arial"/>
                <a:ea typeface="Arial"/>
                <a:cs typeface="Arial"/>
                <a:sym typeface="Arial"/>
              </a:rPr>
              <a:t>Neighbor Table</a:t>
            </a:r>
            <a:endParaRPr/>
          </a:p>
        </p:txBody>
      </p:sp>
      <p:sp>
        <p:nvSpPr>
          <p:cNvPr id="820" name="Google Shape;820;p21"/>
          <p:cNvSpPr/>
          <p:nvPr/>
        </p:nvSpPr>
        <p:spPr>
          <a:xfrm>
            <a:off x="10114143" y="101862"/>
            <a:ext cx="781200" cy="257875"/>
          </a:xfrm>
          <a:prstGeom prst="chevron">
            <a:avLst>
              <a:gd fmla="val 50000" name="adj"/>
            </a:avLst>
          </a:prstGeom>
          <a:solidFill>
            <a:srgbClr val="00B0F0"/>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800">
                <a:solidFill>
                  <a:srgbClr val="FFFFFF"/>
                </a:solidFill>
                <a:latin typeface="Arial"/>
                <a:ea typeface="Arial"/>
                <a:cs typeface="Arial"/>
                <a:sym typeface="Arial"/>
              </a:rPr>
              <a:t>LSDB Table</a:t>
            </a:r>
            <a:endParaRPr/>
          </a:p>
        </p:txBody>
      </p:sp>
      <p:sp>
        <p:nvSpPr>
          <p:cNvPr id="821" name="Google Shape;821;p21"/>
          <p:cNvSpPr/>
          <p:nvPr/>
        </p:nvSpPr>
        <p:spPr>
          <a:xfrm>
            <a:off x="10800482" y="101862"/>
            <a:ext cx="1173214" cy="257875"/>
          </a:xfrm>
          <a:prstGeom prst="chevron">
            <a:avLst>
              <a:gd fmla="val 50000" name="adj"/>
            </a:avLst>
          </a:prstGeom>
          <a:solidFill>
            <a:srgbClr val="D8D8D8"/>
          </a:solidFill>
          <a:ln>
            <a:noFill/>
          </a:ln>
        </p:spPr>
        <p:txBody>
          <a:bodyPr anchorCtr="0" anchor="ctr" bIns="0" lIns="0" spcFirstLastPara="1" rIns="0" wrap="square" tIns="0">
            <a:noAutofit/>
          </a:bodyPr>
          <a:lstStyle/>
          <a:p>
            <a:pPr indent="0" lvl="0" marL="0" marR="0" rtl="0" algn="ctr">
              <a:spcBef>
                <a:spcPts val="0"/>
              </a:spcBef>
              <a:spcAft>
                <a:spcPts val="0"/>
              </a:spcAft>
              <a:buNone/>
            </a:pPr>
            <a:r>
              <a:rPr lang="en-US" sz="800">
                <a:solidFill>
                  <a:schemeClr val="dk1"/>
                </a:solidFill>
                <a:latin typeface="Arial"/>
                <a:ea typeface="Arial"/>
                <a:cs typeface="Arial"/>
                <a:sym typeface="Arial"/>
              </a:rPr>
              <a:t>OSPF Routing Table</a:t>
            </a:r>
            <a:endParaRPr/>
          </a:p>
        </p:txBody>
      </p:sp>
      <p:sp>
        <p:nvSpPr>
          <p:cNvPr id="822" name="Google Shape;822;p21"/>
          <p:cNvSpPr/>
          <p:nvPr/>
        </p:nvSpPr>
        <p:spPr>
          <a:xfrm>
            <a:off x="1225025" y="3724875"/>
            <a:ext cx="2182577" cy="326291"/>
          </a:xfrm>
          <a:prstGeom prst="roundRect">
            <a:avLst>
              <a:gd fmla="val 2303" name="adj"/>
            </a:avLst>
          </a:prstGeom>
          <a:solidFill>
            <a:srgbClr val="F4FBFE"/>
          </a:solidFill>
          <a:ln cap="flat" cmpd="sng" w="9525">
            <a:solidFill>
              <a:srgbClr val="99DFF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en-US" sz="1500">
                <a:solidFill>
                  <a:srgbClr val="EC7061"/>
                </a:solidFill>
                <a:latin typeface="Arial"/>
                <a:ea typeface="Arial"/>
                <a:cs typeface="Arial"/>
                <a:sym typeface="Arial"/>
              </a:rPr>
              <a:t>[R1]display ospf lsdb</a:t>
            </a:r>
            <a:endParaRPr/>
          </a:p>
        </p:txBody>
      </p:sp>
      <p:cxnSp>
        <p:nvCxnSpPr>
          <p:cNvPr id="823" name="Google Shape;823;p21"/>
          <p:cNvCxnSpPr>
            <a:stCxn id="824" idx="1"/>
            <a:endCxn id="825" idx="3"/>
          </p:cNvCxnSpPr>
          <p:nvPr/>
        </p:nvCxnSpPr>
        <p:spPr>
          <a:xfrm rot="10800000">
            <a:off x="2080268" y="4957207"/>
            <a:ext cx="2714100" cy="0"/>
          </a:xfrm>
          <a:prstGeom prst="straightConnector1">
            <a:avLst/>
          </a:prstGeom>
          <a:noFill/>
          <a:ln cap="flat" cmpd="sng" w="19050">
            <a:solidFill>
              <a:schemeClr val="dk1"/>
            </a:solidFill>
            <a:prstDash val="solid"/>
            <a:miter lim="800000"/>
            <a:headEnd len="sm" w="sm" type="none"/>
            <a:tailEnd len="sm" w="sm" type="none"/>
          </a:ln>
        </p:spPr>
      </p:cxnSp>
      <p:grpSp>
        <p:nvGrpSpPr>
          <p:cNvPr id="826" name="Google Shape;826;p21"/>
          <p:cNvGrpSpPr/>
          <p:nvPr/>
        </p:nvGrpSpPr>
        <p:grpSpPr>
          <a:xfrm>
            <a:off x="1540227" y="4735807"/>
            <a:ext cx="707171" cy="825430"/>
            <a:chOff x="1669180" y="4735807"/>
            <a:chExt cx="707171" cy="825430"/>
          </a:xfrm>
        </p:grpSpPr>
        <p:pic>
          <p:nvPicPr>
            <p:cNvPr id="825" name="Google Shape;825;p21"/>
            <p:cNvPicPr preferRelativeResize="0"/>
            <p:nvPr/>
          </p:nvPicPr>
          <p:blipFill rotWithShape="1">
            <a:blip r:embed="rId3">
              <a:alphaModFix/>
            </a:blip>
            <a:srcRect b="0" l="0" r="0" t="0"/>
            <a:stretch/>
          </p:blipFill>
          <p:spPr>
            <a:xfrm>
              <a:off x="1669180" y="4735807"/>
              <a:ext cx="540000" cy="442800"/>
            </a:xfrm>
            <a:prstGeom prst="rect">
              <a:avLst/>
            </a:prstGeom>
            <a:noFill/>
            <a:ln>
              <a:noFill/>
            </a:ln>
          </p:spPr>
        </p:pic>
        <p:sp>
          <p:nvSpPr>
            <p:cNvPr id="827" name="Google Shape;827;p21"/>
            <p:cNvSpPr txBox="1"/>
            <p:nvPr/>
          </p:nvSpPr>
          <p:spPr>
            <a:xfrm>
              <a:off x="1727422" y="5222683"/>
              <a:ext cx="648929"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rgbClr val="EC7061"/>
                  </a:solidFill>
                  <a:latin typeface="Arial"/>
                  <a:ea typeface="Arial"/>
                  <a:cs typeface="Arial"/>
                  <a:sym typeface="Arial"/>
                </a:rPr>
                <a:t>R1</a:t>
              </a:r>
              <a:endParaRPr/>
            </a:p>
          </p:txBody>
        </p:sp>
      </p:grpSp>
      <p:grpSp>
        <p:nvGrpSpPr>
          <p:cNvPr id="828" name="Google Shape;828;p21"/>
          <p:cNvGrpSpPr/>
          <p:nvPr/>
        </p:nvGrpSpPr>
        <p:grpSpPr>
          <a:xfrm>
            <a:off x="4794368" y="4735807"/>
            <a:ext cx="755532" cy="809561"/>
            <a:chOff x="4794368" y="4735807"/>
            <a:chExt cx="755532" cy="809561"/>
          </a:xfrm>
        </p:grpSpPr>
        <p:pic>
          <p:nvPicPr>
            <p:cNvPr id="824" name="Google Shape;824;p21"/>
            <p:cNvPicPr preferRelativeResize="0"/>
            <p:nvPr/>
          </p:nvPicPr>
          <p:blipFill rotWithShape="1">
            <a:blip r:embed="rId3">
              <a:alphaModFix/>
            </a:blip>
            <a:srcRect b="0" l="0" r="0" t="0"/>
            <a:stretch/>
          </p:blipFill>
          <p:spPr>
            <a:xfrm>
              <a:off x="4794368" y="4735807"/>
              <a:ext cx="540000" cy="442800"/>
            </a:xfrm>
            <a:prstGeom prst="rect">
              <a:avLst/>
            </a:prstGeom>
            <a:noFill/>
            <a:ln>
              <a:noFill/>
            </a:ln>
          </p:spPr>
        </p:pic>
        <p:sp>
          <p:nvSpPr>
            <p:cNvPr id="829" name="Google Shape;829;p21"/>
            <p:cNvSpPr txBox="1"/>
            <p:nvPr/>
          </p:nvSpPr>
          <p:spPr>
            <a:xfrm>
              <a:off x="4844434" y="5206814"/>
              <a:ext cx="705466"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R2</a:t>
              </a:r>
              <a:endParaRPr/>
            </a:p>
          </p:txBody>
        </p:sp>
      </p:grpSp>
      <p:sp>
        <p:nvSpPr>
          <p:cNvPr id="830" name="Google Shape;830;p21"/>
          <p:cNvSpPr txBox="1"/>
          <p:nvPr/>
        </p:nvSpPr>
        <p:spPr>
          <a:xfrm>
            <a:off x="1129789" y="4273853"/>
            <a:ext cx="2057417"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Router ID: 1.1.1.1</a:t>
            </a:r>
            <a:endParaRPr/>
          </a:p>
        </p:txBody>
      </p:sp>
      <p:sp>
        <p:nvSpPr>
          <p:cNvPr id="831" name="Google Shape;831;p21"/>
          <p:cNvSpPr txBox="1"/>
          <p:nvPr/>
        </p:nvSpPr>
        <p:spPr>
          <a:xfrm>
            <a:off x="4199373" y="4278991"/>
            <a:ext cx="1903174"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Router ID: 2.2.2.2</a:t>
            </a:r>
            <a:endParaRPr/>
          </a:p>
        </p:txBody>
      </p:sp>
      <p:sp>
        <p:nvSpPr>
          <p:cNvPr id="832" name="Google Shape;832;p21"/>
          <p:cNvSpPr txBox="1"/>
          <p:nvPr/>
        </p:nvSpPr>
        <p:spPr>
          <a:xfrm>
            <a:off x="3757591" y="5220156"/>
            <a:ext cx="1210291" cy="30777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10.1.1.2/30</a:t>
            </a:r>
            <a:endParaRPr/>
          </a:p>
        </p:txBody>
      </p:sp>
      <p:grpSp>
        <p:nvGrpSpPr>
          <p:cNvPr id="833" name="Google Shape;833;p21"/>
          <p:cNvGrpSpPr/>
          <p:nvPr/>
        </p:nvGrpSpPr>
        <p:grpSpPr>
          <a:xfrm>
            <a:off x="2052800" y="4974560"/>
            <a:ext cx="1903174" cy="567904"/>
            <a:chOff x="2134861" y="4974560"/>
            <a:chExt cx="1903174" cy="567904"/>
          </a:xfrm>
        </p:grpSpPr>
        <p:sp>
          <p:nvSpPr>
            <p:cNvPr id="834" name="Google Shape;834;p21"/>
            <p:cNvSpPr txBox="1"/>
            <p:nvPr/>
          </p:nvSpPr>
          <p:spPr>
            <a:xfrm>
              <a:off x="2134861" y="5234687"/>
              <a:ext cx="1903174" cy="30777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10.1.1.1/30</a:t>
              </a:r>
              <a:endParaRPr/>
            </a:p>
          </p:txBody>
        </p:sp>
        <p:sp>
          <p:nvSpPr>
            <p:cNvPr id="835" name="Google Shape;835;p21"/>
            <p:cNvSpPr txBox="1"/>
            <p:nvPr/>
          </p:nvSpPr>
          <p:spPr>
            <a:xfrm>
              <a:off x="2201974" y="4974560"/>
              <a:ext cx="1057993" cy="30777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GE 1/0/0</a:t>
              </a:r>
              <a:endParaRPr/>
            </a:p>
          </p:txBody>
        </p:sp>
      </p:grpSp>
      <p:sp>
        <p:nvSpPr>
          <p:cNvPr id="836" name="Google Shape;836;p21"/>
          <p:cNvSpPr txBox="1"/>
          <p:nvPr/>
        </p:nvSpPr>
        <p:spPr>
          <a:xfrm>
            <a:off x="3909890" y="4974560"/>
            <a:ext cx="1057993" cy="30777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GE 1/0/0</a:t>
            </a:r>
            <a:endParaRPr/>
          </a:p>
        </p:txBody>
      </p:sp>
      <p:sp>
        <p:nvSpPr>
          <p:cNvPr id="837" name="Google Shape;837;p21"/>
          <p:cNvSpPr/>
          <p:nvPr/>
        </p:nvSpPr>
        <p:spPr>
          <a:xfrm>
            <a:off x="4827288" y="3786957"/>
            <a:ext cx="647343" cy="356242"/>
          </a:xfrm>
          <a:prstGeom prst="rightArrow">
            <a:avLst>
              <a:gd fmla="val 40000" name="adj1"/>
              <a:gd fmla="val 50000" name="adj2"/>
            </a:avLst>
          </a:prstGeom>
          <a:gradFill>
            <a:gsLst>
              <a:gs pos="0">
                <a:srgbClr val="F6F9FC">
                  <a:alpha val="0"/>
                </a:srgbClr>
              </a:gs>
              <a:gs pos="15000">
                <a:srgbClr val="F6F9FC">
                  <a:alpha val="0"/>
                </a:srgbClr>
              </a:gs>
              <a:gs pos="81000">
                <a:srgbClr val="99DFF9"/>
              </a:gs>
              <a:gs pos="100000">
                <a:srgbClr val="99DFF9"/>
              </a:gs>
            </a:gsLst>
            <a:lin ang="0" scaled="0"/>
          </a:gradFill>
          <a:ln cap="flat" cmpd="sng" w="15875">
            <a:solidFill>
              <a:srgbClr val="F6F9F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1" name="Shape 841"/>
        <p:cNvGrpSpPr/>
        <p:nvPr/>
      </p:nvGrpSpPr>
      <p:grpSpPr>
        <a:xfrm>
          <a:off x="0" y="0"/>
          <a:ext cx="0" cy="0"/>
          <a:chOff x="0" y="0"/>
          <a:chExt cx="0" cy="0"/>
        </a:xfrm>
      </p:grpSpPr>
      <p:sp>
        <p:nvSpPr>
          <p:cNvPr id="842" name="Google Shape;842;p22"/>
          <p:cNvSpPr txBox="1"/>
          <p:nvPr>
            <p:ph type="title"/>
          </p:nvPr>
        </p:nvSpPr>
        <p:spPr>
          <a:xfrm>
            <a:off x="1594800" y="452604"/>
            <a:ext cx="9831600" cy="640800"/>
          </a:xfrm>
          <a:prstGeom prst="rect">
            <a:avLst/>
          </a:prstGeom>
          <a:noFill/>
          <a:ln>
            <a:noFill/>
          </a:ln>
        </p:spPr>
        <p:txBody>
          <a:bodyPr anchorCtr="0" anchor="ctr" bIns="50400" lIns="100800" spcFirstLastPara="1" rIns="100800" wrap="square" tIns="50400">
            <a:noAutofit/>
          </a:bodyPr>
          <a:lstStyle/>
          <a:p>
            <a:pPr indent="0" lvl="0" marL="0" rtl="0" algn="l">
              <a:lnSpc>
                <a:spcPct val="90000"/>
              </a:lnSpc>
              <a:spcBef>
                <a:spcPts val="0"/>
              </a:spcBef>
              <a:spcAft>
                <a:spcPts val="0"/>
              </a:spcAft>
              <a:buClr>
                <a:schemeClr val="dk1"/>
              </a:buClr>
              <a:buSzPts val="3400"/>
              <a:buFont typeface="Arial"/>
              <a:buNone/>
            </a:pPr>
            <a:r>
              <a:rPr lang="en-US"/>
              <a:t>Three Types of OSPF Entries - Entries in the OSPF Routing Table</a:t>
            </a:r>
            <a:endParaRPr/>
          </a:p>
        </p:txBody>
      </p:sp>
      <p:sp>
        <p:nvSpPr>
          <p:cNvPr id="843" name="Google Shape;843;p22"/>
          <p:cNvSpPr txBox="1"/>
          <p:nvPr/>
        </p:nvSpPr>
        <p:spPr>
          <a:xfrm>
            <a:off x="446087" y="1246035"/>
            <a:ext cx="11299825" cy="2580706"/>
          </a:xfrm>
          <a:prstGeom prst="rect">
            <a:avLst/>
          </a:prstGeom>
          <a:noFill/>
          <a:ln>
            <a:noFill/>
          </a:ln>
        </p:spPr>
        <p:txBody>
          <a:bodyPr anchorCtr="0" anchor="t" bIns="45700" lIns="91425" spcFirstLastPara="1" rIns="91425" wrap="square" tIns="45700">
            <a:noAutofit/>
          </a:bodyPr>
          <a:lstStyle/>
          <a:p>
            <a:pPr indent="-285750" lvl="0" marL="285750" marR="0" rtl="0" algn="l">
              <a:lnSpc>
                <a:spcPct val="120000"/>
              </a:lnSpc>
              <a:spcBef>
                <a:spcPts val="0"/>
              </a:spcBef>
              <a:spcAft>
                <a:spcPts val="0"/>
              </a:spcAft>
              <a:buClr>
                <a:schemeClr val="dk1"/>
              </a:buClr>
              <a:buSzPts val="1600"/>
              <a:buFont typeface="Arial"/>
              <a:buChar char="•"/>
            </a:pPr>
            <a:r>
              <a:rPr lang="en-US" sz="1600">
                <a:solidFill>
                  <a:schemeClr val="dk1"/>
                </a:solidFill>
                <a:latin typeface="Arial"/>
                <a:ea typeface="Arial"/>
                <a:cs typeface="Arial"/>
                <a:sym typeface="Arial"/>
              </a:rPr>
              <a:t>For the OSPF routing table, you need to know:</a:t>
            </a:r>
            <a:endParaRPr/>
          </a:p>
          <a:p>
            <a:pPr indent="-358775" lvl="1" marL="654050" marR="0" rtl="0" algn="l">
              <a:lnSpc>
                <a:spcPct val="120000"/>
              </a:lnSpc>
              <a:spcBef>
                <a:spcPts val="72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The OSPF routing table and the router routing table are different. In this example, the OSPF routing table contains three routes.</a:t>
            </a:r>
            <a:endParaRPr/>
          </a:p>
          <a:p>
            <a:pPr indent="-358775" lvl="1" marL="654050" marR="0" rtl="0" algn="l">
              <a:lnSpc>
                <a:spcPct val="120000"/>
              </a:lnSpc>
              <a:spcBef>
                <a:spcPts val="72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An OSPF routing table contains information, such as the destination IP address, cost, and next-hop IP address, which guides packet forwarding.</a:t>
            </a:r>
            <a:endParaRPr/>
          </a:p>
          <a:p>
            <a:pPr indent="-358775" lvl="1" marL="654050" marR="0" rtl="0" algn="l">
              <a:lnSpc>
                <a:spcPct val="120000"/>
              </a:lnSpc>
              <a:spcBef>
                <a:spcPts val="72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Run the </a:t>
            </a:r>
            <a:r>
              <a:rPr b="1" i="0" lang="en-US" sz="1600" u="none" cap="none" strike="noStrike">
                <a:solidFill>
                  <a:schemeClr val="dk1"/>
                </a:solidFill>
                <a:latin typeface="Arial"/>
                <a:ea typeface="Arial"/>
                <a:cs typeface="Arial"/>
                <a:sym typeface="Arial"/>
              </a:rPr>
              <a:t>display ospf routing </a:t>
            </a:r>
            <a:r>
              <a:rPr b="0" i="0" lang="en-US" sz="1600" u="none" cap="none" strike="noStrike">
                <a:solidFill>
                  <a:schemeClr val="dk1"/>
                </a:solidFill>
                <a:latin typeface="Arial"/>
                <a:ea typeface="Arial"/>
                <a:cs typeface="Arial"/>
                <a:sym typeface="Arial"/>
              </a:rPr>
              <a:t>command to query the OSPF routing table.</a:t>
            </a:r>
            <a:endParaRPr/>
          </a:p>
        </p:txBody>
      </p:sp>
      <p:sp>
        <p:nvSpPr>
          <p:cNvPr id="844" name="Google Shape;844;p22"/>
          <p:cNvSpPr txBox="1"/>
          <p:nvPr/>
        </p:nvSpPr>
        <p:spPr>
          <a:xfrm>
            <a:off x="6038788" y="3606493"/>
            <a:ext cx="5683943" cy="2448000"/>
          </a:xfrm>
          <a:prstGeom prst="rect">
            <a:avLst/>
          </a:prstGeom>
          <a:solidFill>
            <a:srgbClr val="F4FBFE"/>
          </a:solidFill>
          <a:ln cap="flat" cmpd="sng" w="9525">
            <a:solidFill>
              <a:srgbClr val="99DFF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lang="en-US" sz="1400">
                <a:solidFill>
                  <a:schemeClr val="dk1"/>
                </a:solidFill>
                <a:latin typeface="Arial"/>
                <a:ea typeface="Arial"/>
                <a:cs typeface="Arial"/>
                <a:sym typeface="Arial"/>
              </a:rPr>
              <a:t>&lt;R1&gt; </a:t>
            </a:r>
            <a:r>
              <a:rPr lang="en-US" sz="1400">
                <a:solidFill>
                  <a:srgbClr val="EC7061"/>
                </a:solidFill>
                <a:latin typeface="Arial"/>
                <a:ea typeface="Arial"/>
                <a:cs typeface="Arial"/>
                <a:sym typeface="Arial"/>
              </a:rPr>
              <a:t>display ospf routing          </a:t>
            </a:r>
            <a:endParaRPr/>
          </a:p>
          <a:p>
            <a:pPr indent="0" lvl="0" marL="0" marR="0" rtl="0" algn="l">
              <a:lnSpc>
                <a:spcPct val="100000"/>
              </a:lnSpc>
              <a:spcBef>
                <a:spcPts val="0"/>
              </a:spcBef>
              <a:spcAft>
                <a:spcPts val="0"/>
              </a:spcAft>
              <a:buNone/>
            </a:pPr>
            <a:r>
              <a:rPr lang="en-US" sz="1400">
                <a:solidFill>
                  <a:schemeClr val="dk1"/>
                </a:solidFill>
                <a:latin typeface="Arial"/>
                <a:ea typeface="Arial"/>
                <a:cs typeface="Arial"/>
                <a:sym typeface="Arial"/>
              </a:rPr>
              <a:t>OSPF Process 1 with Router ID 1.1.1.1                  </a:t>
            </a:r>
            <a:endParaRPr/>
          </a:p>
          <a:p>
            <a:pPr indent="0" lvl="0" marL="0" marR="0" rtl="0" algn="l">
              <a:lnSpc>
                <a:spcPct val="100000"/>
              </a:lnSpc>
              <a:spcBef>
                <a:spcPts val="0"/>
              </a:spcBef>
              <a:spcAft>
                <a:spcPts val="0"/>
              </a:spcAft>
              <a:buNone/>
            </a:pPr>
            <a:r>
              <a:rPr lang="en-US" sz="1400">
                <a:solidFill>
                  <a:schemeClr val="dk1"/>
                </a:solidFill>
                <a:latin typeface="Arial"/>
                <a:ea typeface="Arial"/>
                <a:cs typeface="Arial"/>
                <a:sym typeface="Arial"/>
              </a:rPr>
              <a:t>Routing tables </a:t>
            </a:r>
            <a:endParaRPr/>
          </a:p>
          <a:p>
            <a:pPr indent="0" lvl="0" marL="0" marR="0" rtl="0" algn="l">
              <a:lnSpc>
                <a:spcPct val="100000"/>
              </a:lnSpc>
              <a:spcBef>
                <a:spcPts val="0"/>
              </a:spcBef>
              <a:spcAft>
                <a:spcPts val="0"/>
              </a:spcAft>
              <a:buNone/>
            </a:pPr>
            <a:r>
              <a:rPr lang="en-US" sz="1400">
                <a:solidFill>
                  <a:schemeClr val="dk1"/>
                </a:solidFill>
                <a:latin typeface="Arial"/>
                <a:ea typeface="Arial"/>
                <a:cs typeface="Arial"/>
                <a:sym typeface="Arial"/>
              </a:rPr>
              <a:t>Routing for Network </a:t>
            </a:r>
            <a:endParaRPr/>
          </a:p>
          <a:p>
            <a:pPr indent="0" lvl="0" marL="0" marR="0" rtl="0" algn="l">
              <a:lnSpc>
                <a:spcPct val="100000"/>
              </a:lnSpc>
              <a:spcBef>
                <a:spcPts val="0"/>
              </a:spcBef>
              <a:spcAft>
                <a:spcPts val="0"/>
              </a:spcAft>
              <a:buNone/>
            </a:pPr>
            <a:r>
              <a:rPr lang="en-US" sz="1400">
                <a:solidFill>
                  <a:srgbClr val="EC7061"/>
                </a:solidFill>
                <a:latin typeface="Arial"/>
                <a:ea typeface="Arial"/>
                <a:cs typeface="Arial"/>
                <a:sym typeface="Arial"/>
              </a:rPr>
              <a:t>Destination</a:t>
            </a:r>
            <a:r>
              <a:rPr lang="en-US" sz="1400">
                <a:solidFill>
                  <a:schemeClr val="dk1"/>
                </a:solidFill>
                <a:latin typeface="Arial"/>
                <a:ea typeface="Arial"/>
                <a:cs typeface="Arial"/>
                <a:sym typeface="Arial"/>
              </a:rPr>
              <a:t>        </a:t>
            </a:r>
            <a:r>
              <a:rPr lang="en-US" sz="1400">
                <a:solidFill>
                  <a:srgbClr val="EC7061"/>
                </a:solidFill>
                <a:latin typeface="Arial"/>
                <a:ea typeface="Arial"/>
                <a:cs typeface="Arial"/>
                <a:sym typeface="Arial"/>
              </a:rPr>
              <a:t>Cost</a:t>
            </a:r>
            <a:r>
              <a:rPr lang="en-US" sz="1400">
                <a:solidFill>
                  <a:schemeClr val="dk1"/>
                </a:solidFill>
                <a:latin typeface="Arial"/>
                <a:ea typeface="Arial"/>
                <a:cs typeface="Arial"/>
                <a:sym typeface="Arial"/>
              </a:rPr>
              <a:t>  Type       </a:t>
            </a:r>
            <a:r>
              <a:rPr lang="en-US" sz="1400">
                <a:solidFill>
                  <a:srgbClr val="EC7061"/>
                </a:solidFill>
                <a:latin typeface="Arial"/>
                <a:ea typeface="Arial"/>
                <a:cs typeface="Arial"/>
                <a:sym typeface="Arial"/>
              </a:rPr>
              <a:t>NextHop</a:t>
            </a:r>
            <a:r>
              <a:rPr lang="en-US" sz="1400">
                <a:solidFill>
                  <a:schemeClr val="dk1"/>
                </a:solidFill>
                <a:latin typeface="Arial"/>
                <a:ea typeface="Arial"/>
                <a:cs typeface="Arial"/>
                <a:sym typeface="Arial"/>
              </a:rPr>
              <a:t>         AdvRouter       Area </a:t>
            </a:r>
            <a:endParaRPr/>
          </a:p>
          <a:p>
            <a:pPr indent="0" lvl="0" marL="0" marR="0" rtl="0" algn="l">
              <a:lnSpc>
                <a:spcPct val="100000"/>
              </a:lnSpc>
              <a:spcBef>
                <a:spcPts val="0"/>
              </a:spcBef>
              <a:spcAft>
                <a:spcPts val="0"/>
              </a:spcAft>
              <a:buNone/>
            </a:pPr>
            <a:r>
              <a:rPr lang="en-US" sz="1400">
                <a:solidFill>
                  <a:schemeClr val="dk1"/>
                </a:solidFill>
                <a:latin typeface="Arial"/>
                <a:ea typeface="Arial"/>
                <a:cs typeface="Arial"/>
                <a:sym typeface="Arial"/>
              </a:rPr>
              <a:t>1.1.1.1/32           0     stub        1.1.1.1            1.1.1.1          0.0.0.0</a:t>
            </a:r>
            <a:endParaRPr/>
          </a:p>
          <a:p>
            <a:pPr indent="0" lvl="0" marL="0" marR="0" rtl="0" algn="l">
              <a:lnSpc>
                <a:spcPct val="100000"/>
              </a:lnSpc>
              <a:spcBef>
                <a:spcPts val="0"/>
              </a:spcBef>
              <a:spcAft>
                <a:spcPts val="0"/>
              </a:spcAft>
              <a:buNone/>
            </a:pPr>
            <a:r>
              <a:rPr lang="en-US" sz="1400">
                <a:solidFill>
                  <a:schemeClr val="dk1"/>
                </a:solidFill>
                <a:latin typeface="Arial"/>
                <a:ea typeface="Arial"/>
                <a:cs typeface="Arial"/>
                <a:sym typeface="Arial"/>
              </a:rPr>
              <a:t>10.1.1.0/20         1    Transit     10.1.1.1          1.1.1.1          0.0.0.0 </a:t>
            </a:r>
            <a:endParaRPr/>
          </a:p>
          <a:p>
            <a:pPr indent="0" lvl="0" marL="0" marR="0" rtl="0" algn="l">
              <a:lnSpc>
                <a:spcPct val="100000"/>
              </a:lnSpc>
              <a:spcBef>
                <a:spcPts val="0"/>
              </a:spcBef>
              <a:spcAft>
                <a:spcPts val="0"/>
              </a:spcAft>
              <a:buNone/>
            </a:pPr>
            <a:r>
              <a:rPr lang="en-US" sz="1400">
                <a:solidFill>
                  <a:schemeClr val="dk1"/>
                </a:solidFill>
                <a:latin typeface="Arial"/>
                <a:ea typeface="Arial"/>
                <a:cs typeface="Arial"/>
                <a:sym typeface="Arial"/>
              </a:rPr>
              <a:t>2.2.2.2/32           1     stub        10.1.1.2          2.2.2.2          0.0.0.0 </a:t>
            </a:r>
            <a:endParaRPr/>
          </a:p>
          <a:p>
            <a:pPr indent="0" lvl="0" marL="0" marR="0" rtl="0" algn="l">
              <a:lnSpc>
                <a:spcPct val="100000"/>
              </a:lnSpc>
              <a:spcBef>
                <a:spcPts val="0"/>
              </a:spcBef>
              <a:spcAft>
                <a:spcPts val="0"/>
              </a:spcAft>
              <a:buNone/>
            </a:pPr>
            <a:r>
              <a:t/>
            </a:r>
            <a:endParaRPr sz="1400">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lang="en-US" sz="1400">
                <a:solidFill>
                  <a:schemeClr val="dk1"/>
                </a:solidFill>
                <a:latin typeface="Arial"/>
                <a:ea typeface="Arial"/>
                <a:cs typeface="Arial"/>
                <a:sym typeface="Arial"/>
              </a:rPr>
              <a:t>Total Nets: 3 </a:t>
            </a:r>
            <a:endParaRPr/>
          </a:p>
          <a:p>
            <a:pPr indent="0" lvl="0" marL="0" marR="0" rtl="0" algn="l">
              <a:lnSpc>
                <a:spcPct val="100000"/>
              </a:lnSpc>
              <a:spcBef>
                <a:spcPts val="0"/>
              </a:spcBef>
              <a:spcAft>
                <a:spcPts val="0"/>
              </a:spcAft>
              <a:buNone/>
            </a:pPr>
            <a:r>
              <a:rPr lang="en-US" sz="1400">
                <a:solidFill>
                  <a:schemeClr val="dk1"/>
                </a:solidFill>
                <a:latin typeface="Arial"/>
                <a:ea typeface="Arial"/>
                <a:cs typeface="Arial"/>
                <a:sym typeface="Arial"/>
              </a:rPr>
              <a:t>Intra Area: 3  Inter Area: 0  ASE: 0  NSSA: 0</a:t>
            </a:r>
            <a:endParaRPr/>
          </a:p>
        </p:txBody>
      </p:sp>
      <p:sp>
        <p:nvSpPr>
          <p:cNvPr id="845" name="Google Shape;845;p22"/>
          <p:cNvSpPr/>
          <p:nvPr/>
        </p:nvSpPr>
        <p:spPr>
          <a:xfrm>
            <a:off x="9436597" y="101862"/>
            <a:ext cx="781200" cy="257875"/>
          </a:xfrm>
          <a:prstGeom prst="chevron">
            <a:avLst>
              <a:gd fmla="val 50000" name="adj"/>
            </a:avLst>
          </a:prstGeom>
          <a:solidFill>
            <a:srgbClr val="D8D8D8"/>
          </a:solidFill>
          <a:ln>
            <a:noFill/>
          </a:ln>
        </p:spPr>
        <p:txBody>
          <a:bodyPr anchorCtr="0" anchor="ctr" bIns="0" lIns="0" spcFirstLastPara="1" rIns="0" wrap="square" tIns="0">
            <a:noAutofit/>
          </a:bodyPr>
          <a:lstStyle/>
          <a:p>
            <a:pPr indent="0" lvl="0" marL="0" marR="0" rtl="0" algn="ctr">
              <a:spcBef>
                <a:spcPts val="0"/>
              </a:spcBef>
              <a:spcAft>
                <a:spcPts val="0"/>
              </a:spcAft>
              <a:buNone/>
            </a:pPr>
            <a:r>
              <a:rPr lang="en-US" sz="800">
                <a:solidFill>
                  <a:schemeClr val="dk1"/>
                </a:solidFill>
                <a:latin typeface="Arial"/>
                <a:ea typeface="Arial"/>
                <a:cs typeface="Arial"/>
                <a:sym typeface="Arial"/>
              </a:rPr>
              <a:t>Neighbor Table</a:t>
            </a:r>
            <a:endParaRPr/>
          </a:p>
        </p:txBody>
      </p:sp>
      <p:sp>
        <p:nvSpPr>
          <p:cNvPr id="846" name="Google Shape;846;p22"/>
          <p:cNvSpPr/>
          <p:nvPr/>
        </p:nvSpPr>
        <p:spPr>
          <a:xfrm>
            <a:off x="10118539" y="101862"/>
            <a:ext cx="781200" cy="257875"/>
          </a:xfrm>
          <a:prstGeom prst="chevron">
            <a:avLst>
              <a:gd fmla="val 50000" name="adj"/>
            </a:avLst>
          </a:prstGeom>
          <a:solidFill>
            <a:srgbClr val="D8D8D8"/>
          </a:solidFill>
          <a:ln>
            <a:noFill/>
          </a:ln>
        </p:spPr>
        <p:txBody>
          <a:bodyPr anchorCtr="0" anchor="ctr" bIns="0" lIns="0" spcFirstLastPara="1" rIns="0" wrap="square" tIns="0">
            <a:noAutofit/>
          </a:bodyPr>
          <a:lstStyle/>
          <a:p>
            <a:pPr indent="0" lvl="0" marL="0" marR="0" rtl="0" algn="ctr">
              <a:spcBef>
                <a:spcPts val="0"/>
              </a:spcBef>
              <a:spcAft>
                <a:spcPts val="0"/>
              </a:spcAft>
              <a:buNone/>
            </a:pPr>
            <a:r>
              <a:rPr lang="en-US" sz="800">
                <a:solidFill>
                  <a:schemeClr val="dk1"/>
                </a:solidFill>
                <a:latin typeface="Arial"/>
                <a:ea typeface="Arial"/>
                <a:cs typeface="Arial"/>
                <a:sym typeface="Arial"/>
              </a:rPr>
              <a:t>LSDB Table</a:t>
            </a:r>
            <a:endParaRPr/>
          </a:p>
        </p:txBody>
      </p:sp>
      <p:sp>
        <p:nvSpPr>
          <p:cNvPr id="847" name="Google Shape;847;p22"/>
          <p:cNvSpPr/>
          <p:nvPr/>
        </p:nvSpPr>
        <p:spPr>
          <a:xfrm>
            <a:off x="10800482" y="101862"/>
            <a:ext cx="1173214" cy="257875"/>
          </a:xfrm>
          <a:prstGeom prst="chevron">
            <a:avLst>
              <a:gd fmla="val 50000" name="adj"/>
            </a:avLst>
          </a:prstGeom>
          <a:solidFill>
            <a:srgbClr val="00B0F0"/>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800">
                <a:solidFill>
                  <a:srgbClr val="FFFFFF"/>
                </a:solidFill>
                <a:latin typeface="Arial"/>
                <a:ea typeface="Arial"/>
                <a:cs typeface="Arial"/>
                <a:sym typeface="Arial"/>
              </a:rPr>
              <a:t>OSPF Routing Table</a:t>
            </a:r>
            <a:endParaRPr/>
          </a:p>
        </p:txBody>
      </p:sp>
      <p:sp>
        <p:nvSpPr>
          <p:cNvPr id="848" name="Google Shape;848;p22"/>
          <p:cNvSpPr/>
          <p:nvPr/>
        </p:nvSpPr>
        <p:spPr>
          <a:xfrm>
            <a:off x="1225025" y="3724875"/>
            <a:ext cx="2466331" cy="326291"/>
          </a:xfrm>
          <a:prstGeom prst="roundRect">
            <a:avLst>
              <a:gd fmla="val 2303" name="adj"/>
            </a:avLst>
          </a:prstGeom>
          <a:solidFill>
            <a:srgbClr val="F4FBFE"/>
          </a:solidFill>
          <a:ln cap="flat" cmpd="sng" w="9525">
            <a:solidFill>
              <a:srgbClr val="99DFF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en-US" sz="1500">
                <a:solidFill>
                  <a:srgbClr val="EC7061"/>
                </a:solidFill>
                <a:latin typeface="Arial"/>
                <a:ea typeface="Arial"/>
                <a:cs typeface="Arial"/>
                <a:sym typeface="Arial"/>
              </a:rPr>
              <a:t>[R1]display ospf routing</a:t>
            </a:r>
            <a:endParaRPr/>
          </a:p>
        </p:txBody>
      </p:sp>
      <p:cxnSp>
        <p:nvCxnSpPr>
          <p:cNvPr id="849" name="Google Shape;849;p22"/>
          <p:cNvCxnSpPr>
            <a:stCxn id="850" idx="1"/>
            <a:endCxn id="851" idx="3"/>
          </p:cNvCxnSpPr>
          <p:nvPr/>
        </p:nvCxnSpPr>
        <p:spPr>
          <a:xfrm rot="10800000">
            <a:off x="2080268" y="4957207"/>
            <a:ext cx="2714100" cy="0"/>
          </a:xfrm>
          <a:prstGeom prst="straightConnector1">
            <a:avLst/>
          </a:prstGeom>
          <a:noFill/>
          <a:ln cap="flat" cmpd="sng" w="19050">
            <a:solidFill>
              <a:schemeClr val="dk1"/>
            </a:solidFill>
            <a:prstDash val="solid"/>
            <a:miter lim="800000"/>
            <a:headEnd len="sm" w="sm" type="none"/>
            <a:tailEnd len="sm" w="sm" type="none"/>
          </a:ln>
        </p:spPr>
      </p:cxnSp>
      <p:grpSp>
        <p:nvGrpSpPr>
          <p:cNvPr id="852" name="Google Shape;852;p22"/>
          <p:cNvGrpSpPr/>
          <p:nvPr/>
        </p:nvGrpSpPr>
        <p:grpSpPr>
          <a:xfrm>
            <a:off x="1540227" y="4735807"/>
            <a:ext cx="707171" cy="825430"/>
            <a:chOff x="1669180" y="4735807"/>
            <a:chExt cx="707171" cy="825430"/>
          </a:xfrm>
        </p:grpSpPr>
        <p:pic>
          <p:nvPicPr>
            <p:cNvPr id="851" name="Google Shape;851;p22"/>
            <p:cNvPicPr preferRelativeResize="0"/>
            <p:nvPr/>
          </p:nvPicPr>
          <p:blipFill rotWithShape="1">
            <a:blip r:embed="rId3">
              <a:alphaModFix/>
            </a:blip>
            <a:srcRect b="0" l="0" r="0" t="0"/>
            <a:stretch/>
          </p:blipFill>
          <p:spPr>
            <a:xfrm>
              <a:off x="1669180" y="4735807"/>
              <a:ext cx="540000" cy="442800"/>
            </a:xfrm>
            <a:prstGeom prst="rect">
              <a:avLst/>
            </a:prstGeom>
            <a:noFill/>
            <a:ln>
              <a:noFill/>
            </a:ln>
          </p:spPr>
        </p:pic>
        <p:sp>
          <p:nvSpPr>
            <p:cNvPr id="853" name="Google Shape;853;p22"/>
            <p:cNvSpPr txBox="1"/>
            <p:nvPr/>
          </p:nvSpPr>
          <p:spPr>
            <a:xfrm>
              <a:off x="1727422" y="5222683"/>
              <a:ext cx="648929"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rgbClr val="EC7061"/>
                  </a:solidFill>
                  <a:latin typeface="Arial"/>
                  <a:ea typeface="Arial"/>
                  <a:cs typeface="Arial"/>
                  <a:sym typeface="Arial"/>
                </a:rPr>
                <a:t>R1</a:t>
              </a:r>
              <a:endParaRPr/>
            </a:p>
          </p:txBody>
        </p:sp>
      </p:grpSp>
      <p:grpSp>
        <p:nvGrpSpPr>
          <p:cNvPr id="854" name="Google Shape;854;p22"/>
          <p:cNvGrpSpPr/>
          <p:nvPr/>
        </p:nvGrpSpPr>
        <p:grpSpPr>
          <a:xfrm>
            <a:off x="4794368" y="4735807"/>
            <a:ext cx="755532" cy="809561"/>
            <a:chOff x="4794368" y="4735807"/>
            <a:chExt cx="755532" cy="809561"/>
          </a:xfrm>
        </p:grpSpPr>
        <p:pic>
          <p:nvPicPr>
            <p:cNvPr id="850" name="Google Shape;850;p22"/>
            <p:cNvPicPr preferRelativeResize="0"/>
            <p:nvPr/>
          </p:nvPicPr>
          <p:blipFill rotWithShape="1">
            <a:blip r:embed="rId3">
              <a:alphaModFix/>
            </a:blip>
            <a:srcRect b="0" l="0" r="0" t="0"/>
            <a:stretch/>
          </p:blipFill>
          <p:spPr>
            <a:xfrm>
              <a:off x="4794368" y="4735807"/>
              <a:ext cx="540000" cy="442800"/>
            </a:xfrm>
            <a:prstGeom prst="rect">
              <a:avLst/>
            </a:prstGeom>
            <a:noFill/>
            <a:ln>
              <a:noFill/>
            </a:ln>
          </p:spPr>
        </p:pic>
        <p:sp>
          <p:nvSpPr>
            <p:cNvPr id="855" name="Google Shape;855;p22"/>
            <p:cNvSpPr txBox="1"/>
            <p:nvPr/>
          </p:nvSpPr>
          <p:spPr>
            <a:xfrm>
              <a:off x="4844434" y="5206814"/>
              <a:ext cx="705466"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R2</a:t>
              </a:r>
              <a:endParaRPr/>
            </a:p>
          </p:txBody>
        </p:sp>
      </p:grpSp>
      <p:sp>
        <p:nvSpPr>
          <p:cNvPr id="856" name="Google Shape;856;p22"/>
          <p:cNvSpPr txBox="1"/>
          <p:nvPr/>
        </p:nvSpPr>
        <p:spPr>
          <a:xfrm>
            <a:off x="1129789" y="4273853"/>
            <a:ext cx="2057417"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Router ID: 1.1.1.1</a:t>
            </a:r>
            <a:endParaRPr/>
          </a:p>
        </p:txBody>
      </p:sp>
      <p:sp>
        <p:nvSpPr>
          <p:cNvPr id="857" name="Google Shape;857;p22"/>
          <p:cNvSpPr txBox="1"/>
          <p:nvPr/>
        </p:nvSpPr>
        <p:spPr>
          <a:xfrm>
            <a:off x="4199373" y="4278991"/>
            <a:ext cx="1903174"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Router ID: 2.2.2.2</a:t>
            </a:r>
            <a:endParaRPr/>
          </a:p>
        </p:txBody>
      </p:sp>
      <p:sp>
        <p:nvSpPr>
          <p:cNvPr id="858" name="Google Shape;858;p22"/>
          <p:cNvSpPr txBox="1"/>
          <p:nvPr/>
        </p:nvSpPr>
        <p:spPr>
          <a:xfrm>
            <a:off x="3757591" y="5220156"/>
            <a:ext cx="1210291" cy="30777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10.1.1.2/30</a:t>
            </a:r>
            <a:endParaRPr/>
          </a:p>
        </p:txBody>
      </p:sp>
      <p:grpSp>
        <p:nvGrpSpPr>
          <p:cNvPr id="859" name="Google Shape;859;p22"/>
          <p:cNvGrpSpPr/>
          <p:nvPr/>
        </p:nvGrpSpPr>
        <p:grpSpPr>
          <a:xfrm>
            <a:off x="2052800" y="4974560"/>
            <a:ext cx="1903174" cy="567904"/>
            <a:chOff x="2134861" y="4974560"/>
            <a:chExt cx="1903174" cy="567904"/>
          </a:xfrm>
        </p:grpSpPr>
        <p:sp>
          <p:nvSpPr>
            <p:cNvPr id="860" name="Google Shape;860;p22"/>
            <p:cNvSpPr txBox="1"/>
            <p:nvPr/>
          </p:nvSpPr>
          <p:spPr>
            <a:xfrm>
              <a:off x="2134861" y="5234687"/>
              <a:ext cx="1903174" cy="30777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10.1.1.1/30</a:t>
              </a:r>
              <a:endParaRPr/>
            </a:p>
          </p:txBody>
        </p:sp>
        <p:sp>
          <p:nvSpPr>
            <p:cNvPr id="861" name="Google Shape;861;p22"/>
            <p:cNvSpPr txBox="1"/>
            <p:nvPr/>
          </p:nvSpPr>
          <p:spPr>
            <a:xfrm>
              <a:off x="2201974" y="4974560"/>
              <a:ext cx="1057993" cy="30777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GE 1/0/0</a:t>
              </a:r>
              <a:endParaRPr/>
            </a:p>
          </p:txBody>
        </p:sp>
      </p:grpSp>
      <p:sp>
        <p:nvSpPr>
          <p:cNvPr id="862" name="Google Shape;862;p22"/>
          <p:cNvSpPr txBox="1"/>
          <p:nvPr/>
        </p:nvSpPr>
        <p:spPr>
          <a:xfrm>
            <a:off x="3909890" y="4974560"/>
            <a:ext cx="1057993" cy="30777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GE 1/0/0</a:t>
            </a:r>
            <a:endParaRPr/>
          </a:p>
        </p:txBody>
      </p:sp>
      <p:sp>
        <p:nvSpPr>
          <p:cNvPr id="863" name="Google Shape;863;p22"/>
          <p:cNvSpPr/>
          <p:nvPr/>
        </p:nvSpPr>
        <p:spPr>
          <a:xfrm>
            <a:off x="4827288" y="3786957"/>
            <a:ext cx="647343" cy="356242"/>
          </a:xfrm>
          <a:prstGeom prst="rightArrow">
            <a:avLst>
              <a:gd fmla="val 40000" name="adj1"/>
              <a:gd fmla="val 50000" name="adj2"/>
            </a:avLst>
          </a:prstGeom>
          <a:gradFill>
            <a:gsLst>
              <a:gs pos="0">
                <a:srgbClr val="F6F9FC">
                  <a:alpha val="0"/>
                </a:srgbClr>
              </a:gs>
              <a:gs pos="15000">
                <a:srgbClr val="F6F9FC">
                  <a:alpha val="0"/>
                </a:srgbClr>
              </a:gs>
              <a:gs pos="81000">
                <a:srgbClr val="99DFF9"/>
              </a:gs>
              <a:gs pos="100000">
                <a:srgbClr val="99DFF9"/>
              </a:gs>
            </a:gsLst>
            <a:lin ang="0" scaled="0"/>
          </a:gradFill>
          <a:ln cap="flat" cmpd="sng" w="15875">
            <a:solidFill>
              <a:srgbClr val="F6F9F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7" name="Shape 867"/>
        <p:cNvGrpSpPr/>
        <p:nvPr/>
      </p:nvGrpSpPr>
      <p:grpSpPr>
        <a:xfrm>
          <a:off x="0" y="0"/>
          <a:ext cx="0" cy="0"/>
          <a:chOff x="0" y="0"/>
          <a:chExt cx="0" cy="0"/>
        </a:xfrm>
      </p:grpSpPr>
      <p:sp>
        <p:nvSpPr>
          <p:cNvPr id="868" name="Google Shape;868;p23"/>
          <p:cNvSpPr txBox="1"/>
          <p:nvPr>
            <p:ph idx="1" type="body"/>
          </p:nvPr>
        </p:nvSpPr>
        <p:spPr>
          <a:xfrm>
            <a:off x="454816" y="1233487"/>
            <a:ext cx="11307600" cy="4680000"/>
          </a:xfrm>
          <a:prstGeom prst="rect">
            <a:avLst/>
          </a:prstGeom>
          <a:noFill/>
          <a:ln>
            <a:noFill/>
          </a:ln>
        </p:spPr>
        <p:txBody>
          <a:bodyPr anchorCtr="0" anchor="t" bIns="40050" lIns="80125" spcFirstLastPara="1" rIns="80125" wrap="square" tIns="40050">
            <a:noAutofit/>
          </a:bodyPr>
          <a:lstStyle/>
          <a:p>
            <a:pPr indent="-457017" lvl="0" marL="457017" marR="0" rtl="0" algn="just">
              <a:lnSpc>
                <a:spcPct val="140000"/>
              </a:lnSpc>
              <a:spcBef>
                <a:spcPts val="0"/>
              </a:spcBef>
              <a:spcAft>
                <a:spcPts val="0"/>
              </a:spcAft>
              <a:buClr>
                <a:srgbClr val="7F7F7F"/>
              </a:buClr>
              <a:buSzPts val="2100"/>
              <a:buFont typeface="Arial"/>
              <a:buAutoNum type="arabicPeriod"/>
            </a:pPr>
            <a:r>
              <a:rPr lang="en-US">
                <a:solidFill>
                  <a:srgbClr val="7F7F7F"/>
                </a:solidFill>
              </a:rPr>
              <a:t>OSPF Overview</a:t>
            </a:r>
            <a:endParaRPr/>
          </a:p>
          <a:p>
            <a:pPr indent="-457017" lvl="0" marL="457017" marR="0" rtl="0" algn="just">
              <a:lnSpc>
                <a:spcPct val="140000"/>
              </a:lnSpc>
              <a:spcBef>
                <a:spcPts val="630"/>
              </a:spcBef>
              <a:spcAft>
                <a:spcPts val="0"/>
              </a:spcAft>
              <a:buClr>
                <a:schemeClr val="dk1"/>
              </a:buClr>
              <a:buSzPts val="2100"/>
              <a:buFont typeface="Arial"/>
              <a:buAutoNum type="arabicPeriod"/>
            </a:pPr>
            <a:r>
              <a:rPr b="1" lang="en-US"/>
              <a:t>OSPF Working Mechanism</a:t>
            </a:r>
            <a:endParaRPr/>
          </a:p>
          <a:p>
            <a:pPr indent="-457017" lvl="0" marL="457017" marR="0" rtl="0" algn="just">
              <a:lnSpc>
                <a:spcPct val="140000"/>
              </a:lnSpc>
              <a:spcBef>
                <a:spcPts val="630"/>
              </a:spcBef>
              <a:spcAft>
                <a:spcPts val="0"/>
              </a:spcAft>
              <a:buClr>
                <a:srgbClr val="7F7F7F"/>
              </a:buClr>
              <a:buSzPts val="2100"/>
              <a:buFont typeface="Arial"/>
              <a:buAutoNum type="arabicPeriod"/>
            </a:pPr>
            <a:r>
              <a:rPr lang="en-US">
                <a:solidFill>
                  <a:srgbClr val="7F7F7F"/>
                </a:solidFill>
              </a:rPr>
              <a:t>Typical OSPF Configuration</a:t>
            </a:r>
            <a:endParaRPr/>
          </a:p>
          <a:p>
            <a:pPr indent="-317380" lvl="0" marL="457017" marR="0" rtl="0" algn="just">
              <a:lnSpc>
                <a:spcPct val="140000"/>
              </a:lnSpc>
              <a:spcBef>
                <a:spcPts val="660"/>
              </a:spcBef>
              <a:spcAft>
                <a:spcPts val="0"/>
              </a:spcAft>
              <a:buClr>
                <a:schemeClr val="dk1"/>
              </a:buClr>
              <a:buSzPts val="2199"/>
              <a:buFont typeface="Arial"/>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2" name="Shape 872"/>
        <p:cNvGrpSpPr/>
        <p:nvPr/>
      </p:nvGrpSpPr>
      <p:grpSpPr>
        <a:xfrm>
          <a:off x="0" y="0"/>
          <a:ext cx="0" cy="0"/>
          <a:chOff x="0" y="0"/>
          <a:chExt cx="0" cy="0"/>
        </a:xfrm>
      </p:grpSpPr>
      <p:sp>
        <p:nvSpPr>
          <p:cNvPr id="873" name="Google Shape;873;p24"/>
          <p:cNvSpPr txBox="1"/>
          <p:nvPr>
            <p:ph idx="1" type="body"/>
          </p:nvPr>
        </p:nvSpPr>
        <p:spPr>
          <a:xfrm>
            <a:off x="451877" y="1242453"/>
            <a:ext cx="11306175" cy="4680000"/>
          </a:xfrm>
          <a:prstGeom prst="rect">
            <a:avLst/>
          </a:prstGeom>
          <a:noFill/>
          <a:ln>
            <a:noFill/>
          </a:ln>
        </p:spPr>
        <p:txBody>
          <a:bodyPr anchorCtr="0" anchor="t" bIns="40050" lIns="80125" spcFirstLastPara="1" rIns="80125" wrap="square" tIns="40050">
            <a:noAutofit/>
          </a:bodyPr>
          <a:lstStyle/>
          <a:p>
            <a:pPr indent="-302279" lvl="0" marL="302279" rtl="0" algn="just">
              <a:lnSpc>
                <a:spcPct val="140000"/>
              </a:lnSpc>
              <a:spcBef>
                <a:spcPts val="0"/>
              </a:spcBef>
              <a:spcAft>
                <a:spcPts val="0"/>
              </a:spcAft>
              <a:buClr>
                <a:schemeClr val="dk1"/>
              </a:buClr>
              <a:buSzPts val="1050"/>
              <a:buChar char="●"/>
            </a:pPr>
            <a:r>
              <a:rPr lang="en-US"/>
              <a:t>There are two important concepts about the relationship between OSPF routers: neighbor relationship and adjacency.</a:t>
            </a:r>
            <a:endParaRPr/>
          </a:p>
          <a:p>
            <a:pPr indent="-302279" lvl="0" marL="302279" rtl="0" algn="just">
              <a:lnSpc>
                <a:spcPct val="140000"/>
              </a:lnSpc>
              <a:spcBef>
                <a:spcPts val="792"/>
              </a:spcBef>
              <a:spcAft>
                <a:spcPts val="0"/>
              </a:spcAft>
              <a:buClr>
                <a:schemeClr val="dk1"/>
              </a:buClr>
              <a:buSzPts val="1050"/>
              <a:buChar char="●"/>
            </a:pPr>
            <a:r>
              <a:rPr lang="en-US"/>
              <a:t>On a simple network, two routers are directly connected. OSPF is enabled on interconnected interfaces. The routers start to send and listen to Hello packets. After the two routers discover each other through Hello packets, they establish a neighbor relationship.</a:t>
            </a:r>
            <a:endParaRPr/>
          </a:p>
          <a:p>
            <a:pPr indent="-302279" lvl="0" marL="302279" rtl="0" algn="just">
              <a:lnSpc>
                <a:spcPct val="140000"/>
              </a:lnSpc>
              <a:spcBef>
                <a:spcPts val="792"/>
              </a:spcBef>
              <a:spcAft>
                <a:spcPts val="0"/>
              </a:spcAft>
              <a:buClr>
                <a:schemeClr val="dk1"/>
              </a:buClr>
              <a:buSzPts val="1050"/>
              <a:buChar char="●"/>
            </a:pPr>
            <a:r>
              <a:rPr lang="en-US"/>
              <a:t>The establishment of a neighbor relationship is just the beginning. A series of packets, such as DD, LSR, LSU, and LSAck packets, will be exchanged later. When LSDB synchronization between two routers is complete and the two routers start to calculate routes independently, the two routers establish an adjacency.</a:t>
            </a:r>
            <a:endParaRPr/>
          </a:p>
        </p:txBody>
      </p:sp>
      <p:sp>
        <p:nvSpPr>
          <p:cNvPr id="874" name="Google Shape;874;p24"/>
          <p:cNvSpPr txBox="1"/>
          <p:nvPr>
            <p:ph type="title"/>
          </p:nvPr>
        </p:nvSpPr>
        <p:spPr>
          <a:xfrm>
            <a:off x="1594800" y="452604"/>
            <a:ext cx="9831600" cy="640800"/>
          </a:xfrm>
          <a:prstGeom prst="rect">
            <a:avLst/>
          </a:prstGeom>
          <a:noFill/>
          <a:ln>
            <a:noFill/>
          </a:ln>
        </p:spPr>
        <p:txBody>
          <a:bodyPr anchorCtr="0" anchor="ctr" bIns="50400" lIns="100800" spcFirstLastPara="1" rIns="100800" wrap="square" tIns="50400">
            <a:noAutofit/>
          </a:bodyPr>
          <a:lstStyle/>
          <a:p>
            <a:pPr indent="0" lvl="0" marL="0" rtl="0" algn="l">
              <a:lnSpc>
                <a:spcPct val="90000"/>
              </a:lnSpc>
              <a:spcBef>
                <a:spcPts val="0"/>
              </a:spcBef>
              <a:spcAft>
                <a:spcPts val="0"/>
              </a:spcAft>
              <a:buClr>
                <a:schemeClr val="dk1"/>
              </a:buClr>
              <a:buSzPts val="3400"/>
              <a:buFont typeface="Arial"/>
              <a:buNone/>
            </a:pPr>
            <a:r>
              <a:rPr lang="en-US"/>
              <a:t>Relationships Between OSPF Routers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8" name="Shape 878"/>
        <p:cNvGrpSpPr/>
        <p:nvPr/>
      </p:nvGrpSpPr>
      <p:grpSpPr>
        <a:xfrm>
          <a:off x="0" y="0"/>
          <a:ext cx="0" cy="0"/>
          <a:chOff x="0" y="0"/>
          <a:chExt cx="0" cy="0"/>
        </a:xfrm>
      </p:grpSpPr>
      <p:sp>
        <p:nvSpPr>
          <p:cNvPr id="879" name="Google Shape;879;p25"/>
          <p:cNvSpPr txBox="1"/>
          <p:nvPr>
            <p:ph idx="1" type="body"/>
          </p:nvPr>
        </p:nvSpPr>
        <p:spPr>
          <a:xfrm>
            <a:off x="451877" y="1242453"/>
            <a:ext cx="11306175" cy="4680000"/>
          </a:xfrm>
          <a:prstGeom prst="rect">
            <a:avLst/>
          </a:prstGeom>
          <a:noFill/>
          <a:ln>
            <a:noFill/>
          </a:ln>
        </p:spPr>
        <p:txBody>
          <a:bodyPr anchorCtr="0" anchor="t" bIns="40050" lIns="80125" spcFirstLastPara="1" rIns="80125" wrap="square" tIns="40050">
            <a:noAutofit/>
          </a:bodyPr>
          <a:lstStyle/>
          <a:p>
            <a:pPr indent="-302279" lvl="0" marL="302279" rtl="0" algn="just">
              <a:lnSpc>
                <a:spcPct val="140000"/>
              </a:lnSpc>
              <a:spcBef>
                <a:spcPts val="0"/>
              </a:spcBef>
              <a:spcAft>
                <a:spcPts val="0"/>
              </a:spcAft>
              <a:buClr>
                <a:schemeClr val="dk1"/>
              </a:buClr>
              <a:buSzPts val="800"/>
              <a:buChar char="●"/>
            </a:pPr>
            <a:r>
              <a:rPr lang="en-US" sz="1600"/>
              <a:t>OSPF adjacency relationship establishment involves four steps: establishing a neighbor relationship, negotiating the master/slave status, exchanging LSDB information, and synchronizing LSDBs.</a:t>
            </a:r>
            <a:endParaRPr/>
          </a:p>
          <a:p>
            <a:pPr indent="-251479" lvl="0" marL="302279" rtl="0" algn="just">
              <a:lnSpc>
                <a:spcPct val="140000"/>
              </a:lnSpc>
              <a:spcBef>
                <a:spcPts val="792"/>
              </a:spcBef>
              <a:spcAft>
                <a:spcPts val="0"/>
              </a:spcAft>
              <a:buClr>
                <a:schemeClr val="dk1"/>
              </a:buClr>
              <a:buSzPts val="800"/>
              <a:buNone/>
            </a:pPr>
            <a:r>
              <a:t/>
            </a:r>
            <a:endParaRPr sz="1600"/>
          </a:p>
        </p:txBody>
      </p:sp>
      <p:sp>
        <p:nvSpPr>
          <p:cNvPr id="880" name="Google Shape;880;p25"/>
          <p:cNvSpPr txBox="1"/>
          <p:nvPr>
            <p:ph type="title"/>
          </p:nvPr>
        </p:nvSpPr>
        <p:spPr>
          <a:xfrm>
            <a:off x="1594800" y="452604"/>
            <a:ext cx="9831600" cy="640800"/>
          </a:xfrm>
          <a:prstGeom prst="rect">
            <a:avLst/>
          </a:prstGeom>
          <a:noFill/>
          <a:ln>
            <a:noFill/>
          </a:ln>
        </p:spPr>
        <p:txBody>
          <a:bodyPr anchorCtr="0" anchor="ctr" bIns="50400" lIns="100800" spcFirstLastPara="1" rIns="100800" wrap="square" tIns="50400">
            <a:noAutofit/>
          </a:bodyPr>
          <a:lstStyle/>
          <a:p>
            <a:pPr indent="0" lvl="0" marL="0" rtl="0" algn="l">
              <a:lnSpc>
                <a:spcPct val="90000"/>
              </a:lnSpc>
              <a:spcBef>
                <a:spcPts val="0"/>
              </a:spcBef>
              <a:spcAft>
                <a:spcPts val="0"/>
              </a:spcAft>
              <a:buClr>
                <a:schemeClr val="dk1"/>
              </a:buClr>
              <a:buSzPts val="3400"/>
              <a:buFont typeface="Arial"/>
              <a:buNone/>
            </a:pPr>
            <a:r>
              <a:rPr lang="en-US"/>
              <a:t>Process of Establishing an OSPF Adjacency Relationship</a:t>
            </a:r>
            <a:endParaRPr/>
          </a:p>
        </p:txBody>
      </p:sp>
      <p:pic>
        <p:nvPicPr>
          <p:cNvPr id="881" name="Google Shape;881;p25"/>
          <p:cNvPicPr preferRelativeResize="0"/>
          <p:nvPr/>
        </p:nvPicPr>
        <p:blipFill rotWithShape="1">
          <a:blip r:embed="rId3">
            <a:alphaModFix/>
          </a:blip>
          <a:srcRect b="0" l="0" r="0" t="0"/>
          <a:stretch/>
        </p:blipFill>
        <p:spPr>
          <a:xfrm>
            <a:off x="2367079" y="1994437"/>
            <a:ext cx="540000" cy="442800"/>
          </a:xfrm>
          <a:prstGeom prst="rect">
            <a:avLst/>
          </a:prstGeom>
          <a:noFill/>
          <a:ln>
            <a:noFill/>
          </a:ln>
        </p:spPr>
      </p:pic>
      <p:cxnSp>
        <p:nvCxnSpPr>
          <p:cNvPr id="882" name="Google Shape;882;p25"/>
          <p:cNvCxnSpPr>
            <a:stCxn id="881" idx="3"/>
            <a:endCxn id="883" idx="1"/>
          </p:cNvCxnSpPr>
          <p:nvPr/>
        </p:nvCxnSpPr>
        <p:spPr>
          <a:xfrm>
            <a:off x="2907079" y="2215837"/>
            <a:ext cx="5724000" cy="0"/>
          </a:xfrm>
          <a:prstGeom prst="straightConnector1">
            <a:avLst/>
          </a:prstGeom>
          <a:noFill/>
          <a:ln cap="flat" cmpd="sng" w="19050">
            <a:solidFill>
              <a:schemeClr val="dk1"/>
            </a:solidFill>
            <a:prstDash val="solid"/>
            <a:miter lim="800000"/>
            <a:headEnd len="sm" w="sm" type="none"/>
            <a:tailEnd len="sm" w="sm" type="none"/>
          </a:ln>
        </p:spPr>
      </p:cxnSp>
      <p:pic>
        <p:nvPicPr>
          <p:cNvPr id="883" name="Google Shape;883;p25"/>
          <p:cNvPicPr preferRelativeResize="0"/>
          <p:nvPr/>
        </p:nvPicPr>
        <p:blipFill rotWithShape="1">
          <a:blip r:embed="rId3">
            <a:alphaModFix/>
          </a:blip>
          <a:srcRect b="0" l="0" r="0" t="0"/>
          <a:stretch/>
        </p:blipFill>
        <p:spPr>
          <a:xfrm>
            <a:off x="8631155" y="1994437"/>
            <a:ext cx="540000" cy="442800"/>
          </a:xfrm>
          <a:prstGeom prst="rect">
            <a:avLst/>
          </a:prstGeom>
          <a:noFill/>
          <a:ln>
            <a:noFill/>
          </a:ln>
        </p:spPr>
      </p:pic>
      <p:sp>
        <p:nvSpPr>
          <p:cNvPr id="884" name="Google Shape;884;p25"/>
          <p:cNvSpPr txBox="1"/>
          <p:nvPr/>
        </p:nvSpPr>
        <p:spPr>
          <a:xfrm>
            <a:off x="1827079" y="2071234"/>
            <a:ext cx="540000"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R1</a:t>
            </a:r>
            <a:endParaRPr/>
          </a:p>
        </p:txBody>
      </p:sp>
      <p:sp>
        <p:nvSpPr>
          <p:cNvPr id="885" name="Google Shape;885;p25"/>
          <p:cNvSpPr txBox="1"/>
          <p:nvPr/>
        </p:nvSpPr>
        <p:spPr>
          <a:xfrm>
            <a:off x="9249988" y="2046560"/>
            <a:ext cx="540000"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R2</a:t>
            </a:r>
            <a:endParaRPr/>
          </a:p>
        </p:txBody>
      </p:sp>
      <p:sp>
        <p:nvSpPr>
          <p:cNvPr id="886" name="Google Shape;886;p25"/>
          <p:cNvSpPr/>
          <p:nvPr/>
        </p:nvSpPr>
        <p:spPr>
          <a:xfrm>
            <a:off x="5603151" y="2313490"/>
            <a:ext cx="282142" cy="282142"/>
          </a:xfrm>
          <a:prstGeom prst="ellipse">
            <a:avLst/>
          </a:prstGeom>
          <a:solidFill>
            <a:srgbClr val="00B0F0"/>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200">
                <a:solidFill>
                  <a:schemeClr val="lt1"/>
                </a:solidFill>
                <a:latin typeface="Arial"/>
                <a:ea typeface="Arial"/>
                <a:cs typeface="Arial"/>
                <a:sym typeface="Arial"/>
              </a:rPr>
              <a:t>1</a:t>
            </a:r>
            <a:endParaRPr/>
          </a:p>
        </p:txBody>
      </p:sp>
      <p:sp>
        <p:nvSpPr>
          <p:cNvPr id="887" name="Google Shape;887;p25"/>
          <p:cNvSpPr/>
          <p:nvPr/>
        </p:nvSpPr>
        <p:spPr>
          <a:xfrm>
            <a:off x="5603151" y="3139996"/>
            <a:ext cx="282142" cy="282142"/>
          </a:xfrm>
          <a:prstGeom prst="ellipse">
            <a:avLst/>
          </a:prstGeom>
          <a:solidFill>
            <a:srgbClr val="00B0F0"/>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200">
                <a:solidFill>
                  <a:schemeClr val="lt1"/>
                </a:solidFill>
                <a:latin typeface="Arial"/>
                <a:ea typeface="Arial"/>
                <a:cs typeface="Arial"/>
                <a:sym typeface="Arial"/>
              </a:rPr>
              <a:t>2</a:t>
            </a:r>
            <a:endParaRPr/>
          </a:p>
        </p:txBody>
      </p:sp>
      <p:sp>
        <p:nvSpPr>
          <p:cNvPr id="888" name="Google Shape;888;p25"/>
          <p:cNvSpPr/>
          <p:nvPr/>
        </p:nvSpPr>
        <p:spPr>
          <a:xfrm>
            <a:off x="5603151" y="3878014"/>
            <a:ext cx="282142" cy="282142"/>
          </a:xfrm>
          <a:prstGeom prst="ellipse">
            <a:avLst/>
          </a:prstGeom>
          <a:solidFill>
            <a:srgbClr val="00B0F0"/>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200">
                <a:solidFill>
                  <a:schemeClr val="lt1"/>
                </a:solidFill>
                <a:latin typeface="Arial"/>
                <a:ea typeface="Arial"/>
                <a:cs typeface="Arial"/>
                <a:sym typeface="Arial"/>
              </a:rPr>
              <a:t>3</a:t>
            </a:r>
            <a:endParaRPr/>
          </a:p>
        </p:txBody>
      </p:sp>
      <p:sp>
        <p:nvSpPr>
          <p:cNvPr id="889" name="Google Shape;889;p25"/>
          <p:cNvSpPr/>
          <p:nvPr/>
        </p:nvSpPr>
        <p:spPr>
          <a:xfrm>
            <a:off x="5603151" y="4675024"/>
            <a:ext cx="282142" cy="282142"/>
          </a:xfrm>
          <a:prstGeom prst="ellipse">
            <a:avLst/>
          </a:prstGeom>
          <a:solidFill>
            <a:srgbClr val="00B0F0"/>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200">
                <a:solidFill>
                  <a:schemeClr val="lt1"/>
                </a:solidFill>
                <a:latin typeface="Arial"/>
                <a:ea typeface="Arial"/>
                <a:cs typeface="Arial"/>
                <a:sym typeface="Arial"/>
              </a:rPr>
              <a:t>4</a:t>
            </a:r>
            <a:endParaRPr/>
          </a:p>
        </p:txBody>
      </p:sp>
      <p:sp>
        <p:nvSpPr>
          <p:cNvPr id="890" name="Google Shape;890;p25"/>
          <p:cNvSpPr/>
          <p:nvPr/>
        </p:nvSpPr>
        <p:spPr>
          <a:xfrm>
            <a:off x="2437919" y="5566467"/>
            <a:ext cx="282142" cy="282142"/>
          </a:xfrm>
          <a:prstGeom prst="ellipse">
            <a:avLst/>
          </a:prstGeom>
          <a:solidFill>
            <a:srgbClr val="EC7061"/>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200">
                <a:solidFill>
                  <a:schemeClr val="lt1"/>
                </a:solidFill>
                <a:latin typeface="Arial"/>
                <a:ea typeface="Arial"/>
                <a:cs typeface="Arial"/>
                <a:sym typeface="Arial"/>
              </a:rPr>
              <a:t>5</a:t>
            </a:r>
            <a:endParaRPr/>
          </a:p>
        </p:txBody>
      </p:sp>
      <p:sp>
        <p:nvSpPr>
          <p:cNvPr id="891" name="Google Shape;891;p25"/>
          <p:cNvSpPr/>
          <p:nvPr/>
        </p:nvSpPr>
        <p:spPr>
          <a:xfrm>
            <a:off x="2920525" y="5507205"/>
            <a:ext cx="1707459" cy="400666"/>
          </a:xfrm>
          <a:prstGeom prst="roundRect">
            <a:avLst>
              <a:gd fmla="val 15000" name="adj"/>
            </a:avLst>
          </a:prstGeom>
          <a:solidFill>
            <a:srgbClr val="F4FBFE"/>
          </a:solidFill>
          <a:ln cap="flat" cmpd="sng" w="12700">
            <a:solidFill>
              <a:srgbClr val="00B0F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Calculates routes.</a:t>
            </a:r>
            <a:endParaRPr/>
          </a:p>
        </p:txBody>
      </p:sp>
      <p:sp>
        <p:nvSpPr>
          <p:cNvPr id="892" name="Google Shape;892;p25"/>
          <p:cNvSpPr/>
          <p:nvPr/>
        </p:nvSpPr>
        <p:spPr>
          <a:xfrm>
            <a:off x="8644826" y="5566467"/>
            <a:ext cx="282142" cy="282142"/>
          </a:xfrm>
          <a:prstGeom prst="ellipse">
            <a:avLst/>
          </a:prstGeom>
          <a:solidFill>
            <a:srgbClr val="EC7061"/>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200">
                <a:solidFill>
                  <a:schemeClr val="lt1"/>
                </a:solidFill>
                <a:latin typeface="Arial"/>
                <a:ea typeface="Arial"/>
                <a:cs typeface="Arial"/>
                <a:sym typeface="Arial"/>
              </a:rPr>
              <a:t>5</a:t>
            </a:r>
            <a:endParaRPr/>
          </a:p>
        </p:txBody>
      </p:sp>
      <p:sp>
        <p:nvSpPr>
          <p:cNvPr id="893" name="Google Shape;893;p25"/>
          <p:cNvSpPr/>
          <p:nvPr/>
        </p:nvSpPr>
        <p:spPr>
          <a:xfrm>
            <a:off x="9089332" y="5507205"/>
            <a:ext cx="1759643" cy="400666"/>
          </a:xfrm>
          <a:prstGeom prst="roundRect">
            <a:avLst>
              <a:gd fmla="val 15000" name="adj"/>
            </a:avLst>
          </a:prstGeom>
          <a:solidFill>
            <a:srgbClr val="F4FBFE"/>
          </a:solidFill>
          <a:ln cap="flat" cmpd="sng" w="12700">
            <a:solidFill>
              <a:srgbClr val="00B0F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Calculates routes.</a:t>
            </a:r>
            <a:endParaRPr/>
          </a:p>
        </p:txBody>
      </p:sp>
      <p:sp>
        <p:nvSpPr>
          <p:cNvPr id="894" name="Google Shape;894;p25"/>
          <p:cNvSpPr txBox="1"/>
          <p:nvPr/>
        </p:nvSpPr>
        <p:spPr>
          <a:xfrm>
            <a:off x="3145204" y="5864907"/>
            <a:ext cx="6182253" cy="47874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Steps 1 to 4 involve interaction between both ends, and Step 5 is performed separately on each device.</a:t>
            </a:r>
            <a:endParaRPr/>
          </a:p>
        </p:txBody>
      </p:sp>
      <p:grpSp>
        <p:nvGrpSpPr>
          <p:cNvPr id="895" name="Google Shape;895;p25"/>
          <p:cNvGrpSpPr/>
          <p:nvPr/>
        </p:nvGrpSpPr>
        <p:grpSpPr>
          <a:xfrm>
            <a:off x="2907184" y="2626300"/>
            <a:ext cx="5724085" cy="584775"/>
            <a:chOff x="2532048" y="2650035"/>
            <a:chExt cx="5724085" cy="584775"/>
          </a:xfrm>
        </p:grpSpPr>
        <p:sp>
          <p:nvSpPr>
            <p:cNvPr id="896" name="Google Shape;896;p25"/>
            <p:cNvSpPr txBox="1"/>
            <p:nvPr/>
          </p:nvSpPr>
          <p:spPr>
            <a:xfrm>
              <a:off x="4252848" y="2650035"/>
              <a:ext cx="2677885" cy="5847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Establish a bidirectional neighbor relationship.</a:t>
              </a:r>
              <a:endParaRPr/>
            </a:p>
          </p:txBody>
        </p:sp>
        <p:cxnSp>
          <p:nvCxnSpPr>
            <p:cNvPr id="897" name="Google Shape;897;p25"/>
            <p:cNvCxnSpPr>
              <a:stCxn id="896" idx="1"/>
            </p:cNvCxnSpPr>
            <p:nvPr/>
          </p:nvCxnSpPr>
          <p:spPr>
            <a:xfrm rot="10800000">
              <a:off x="2532048" y="2942422"/>
              <a:ext cx="1720800" cy="0"/>
            </a:xfrm>
            <a:prstGeom prst="straightConnector1">
              <a:avLst/>
            </a:prstGeom>
            <a:noFill/>
            <a:ln cap="flat" cmpd="sng" w="25400">
              <a:solidFill>
                <a:srgbClr val="EC7061"/>
              </a:solidFill>
              <a:prstDash val="dash"/>
              <a:miter lim="800000"/>
              <a:headEnd len="sm" w="sm" type="none"/>
              <a:tailEnd len="med" w="med" type="stealth"/>
            </a:ln>
          </p:spPr>
        </p:cxnSp>
        <p:cxnSp>
          <p:nvCxnSpPr>
            <p:cNvPr id="898" name="Google Shape;898;p25"/>
            <p:cNvCxnSpPr>
              <a:stCxn id="896" idx="3"/>
            </p:cNvCxnSpPr>
            <p:nvPr/>
          </p:nvCxnSpPr>
          <p:spPr>
            <a:xfrm>
              <a:off x="6930733" y="2942422"/>
              <a:ext cx="1325400" cy="0"/>
            </a:xfrm>
            <a:prstGeom prst="straightConnector1">
              <a:avLst/>
            </a:prstGeom>
            <a:noFill/>
            <a:ln cap="flat" cmpd="sng" w="25400">
              <a:solidFill>
                <a:srgbClr val="EC7061"/>
              </a:solidFill>
              <a:prstDash val="dash"/>
              <a:miter lim="800000"/>
              <a:headEnd len="sm" w="sm" type="none"/>
              <a:tailEnd len="med" w="med" type="stealth"/>
            </a:ln>
          </p:spPr>
        </p:cxnSp>
      </p:grpSp>
      <p:grpSp>
        <p:nvGrpSpPr>
          <p:cNvPr id="899" name="Google Shape;899;p25"/>
          <p:cNvGrpSpPr/>
          <p:nvPr/>
        </p:nvGrpSpPr>
        <p:grpSpPr>
          <a:xfrm>
            <a:off x="2920532" y="3451303"/>
            <a:ext cx="5684250" cy="352553"/>
            <a:chOff x="2545396" y="3356378"/>
            <a:chExt cx="5684250" cy="352553"/>
          </a:xfrm>
        </p:grpSpPr>
        <p:sp>
          <p:nvSpPr>
            <p:cNvPr id="900" name="Google Shape;900;p25"/>
            <p:cNvSpPr txBox="1"/>
            <p:nvPr/>
          </p:nvSpPr>
          <p:spPr>
            <a:xfrm>
              <a:off x="3693196" y="3356378"/>
              <a:ext cx="3298650" cy="352553"/>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  Negotiate the master/slave status. </a:t>
              </a:r>
              <a:endParaRPr/>
            </a:p>
          </p:txBody>
        </p:sp>
        <p:cxnSp>
          <p:nvCxnSpPr>
            <p:cNvPr id="901" name="Google Shape;901;p25"/>
            <p:cNvCxnSpPr>
              <a:stCxn id="900" idx="1"/>
            </p:cNvCxnSpPr>
            <p:nvPr/>
          </p:nvCxnSpPr>
          <p:spPr>
            <a:xfrm flipH="1">
              <a:off x="2545396" y="3532655"/>
              <a:ext cx="1147800" cy="6000"/>
            </a:xfrm>
            <a:prstGeom prst="straightConnector1">
              <a:avLst/>
            </a:prstGeom>
            <a:noFill/>
            <a:ln cap="flat" cmpd="sng" w="25400">
              <a:solidFill>
                <a:srgbClr val="EC7061"/>
              </a:solidFill>
              <a:prstDash val="dash"/>
              <a:miter lim="800000"/>
              <a:headEnd len="sm" w="sm" type="none"/>
              <a:tailEnd len="med" w="med" type="stealth"/>
            </a:ln>
          </p:spPr>
        </p:cxnSp>
        <p:cxnSp>
          <p:nvCxnSpPr>
            <p:cNvPr id="902" name="Google Shape;902;p25"/>
            <p:cNvCxnSpPr>
              <a:stCxn id="900" idx="3"/>
            </p:cNvCxnSpPr>
            <p:nvPr/>
          </p:nvCxnSpPr>
          <p:spPr>
            <a:xfrm flipH="1" rot="10800000">
              <a:off x="6991846" y="3525755"/>
              <a:ext cx="1237800" cy="6900"/>
            </a:xfrm>
            <a:prstGeom prst="straightConnector1">
              <a:avLst/>
            </a:prstGeom>
            <a:noFill/>
            <a:ln cap="flat" cmpd="sng" w="25400">
              <a:solidFill>
                <a:srgbClr val="EC7061"/>
              </a:solidFill>
              <a:prstDash val="dash"/>
              <a:miter lim="800000"/>
              <a:headEnd len="sm" w="sm" type="none"/>
              <a:tailEnd len="med" w="med" type="stealth"/>
            </a:ln>
          </p:spPr>
        </p:cxnSp>
      </p:grpSp>
      <p:grpSp>
        <p:nvGrpSpPr>
          <p:cNvPr id="903" name="Google Shape;903;p25"/>
          <p:cNvGrpSpPr/>
          <p:nvPr/>
        </p:nvGrpSpPr>
        <p:grpSpPr>
          <a:xfrm>
            <a:off x="2920546" y="4181638"/>
            <a:ext cx="5710562" cy="377391"/>
            <a:chOff x="2545410" y="3929625"/>
            <a:chExt cx="5710562" cy="377391"/>
          </a:xfrm>
        </p:grpSpPr>
        <p:sp>
          <p:nvSpPr>
            <p:cNvPr id="904" name="Google Shape;904;p25"/>
            <p:cNvSpPr txBox="1"/>
            <p:nvPr/>
          </p:nvSpPr>
          <p:spPr>
            <a:xfrm>
              <a:off x="3819510" y="3929625"/>
              <a:ext cx="3278462" cy="37739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 Mutually describe the LSDB (summary information).</a:t>
              </a:r>
              <a:endParaRPr/>
            </a:p>
          </p:txBody>
        </p:sp>
        <p:cxnSp>
          <p:nvCxnSpPr>
            <p:cNvPr id="905" name="Google Shape;905;p25"/>
            <p:cNvCxnSpPr>
              <a:stCxn id="904" idx="1"/>
            </p:cNvCxnSpPr>
            <p:nvPr/>
          </p:nvCxnSpPr>
          <p:spPr>
            <a:xfrm rot="10800000">
              <a:off x="2545410" y="4098821"/>
              <a:ext cx="1274100" cy="19500"/>
            </a:xfrm>
            <a:prstGeom prst="straightConnector1">
              <a:avLst/>
            </a:prstGeom>
            <a:noFill/>
            <a:ln cap="flat" cmpd="sng" w="25400">
              <a:solidFill>
                <a:srgbClr val="EC7061"/>
              </a:solidFill>
              <a:prstDash val="dash"/>
              <a:miter lim="800000"/>
              <a:headEnd len="sm" w="sm" type="none"/>
              <a:tailEnd len="med" w="med" type="stealth"/>
            </a:ln>
          </p:spPr>
        </p:cxnSp>
        <p:cxnSp>
          <p:nvCxnSpPr>
            <p:cNvPr id="906" name="Google Shape;906;p25"/>
            <p:cNvCxnSpPr>
              <a:stCxn id="904" idx="3"/>
            </p:cNvCxnSpPr>
            <p:nvPr/>
          </p:nvCxnSpPr>
          <p:spPr>
            <a:xfrm flipH="1" rot="10800000">
              <a:off x="7097972" y="4098821"/>
              <a:ext cx="1158000" cy="19500"/>
            </a:xfrm>
            <a:prstGeom prst="straightConnector1">
              <a:avLst/>
            </a:prstGeom>
            <a:noFill/>
            <a:ln cap="flat" cmpd="sng" w="25400">
              <a:solidFill>
                <a:srgbClr val="EC7061"/>
              </a:solidFill>
              <a:prstDash val="dash"/>
              <a:miter lim="800000"/>
              <a:headEnd len="sm" w="sm" type="none"/>
              <a:tailEnd len="med" w="med" type="stealth"/>
            </a:ln>
          </p:spPr>
        </p:cxnSp>
      </p:grpSp>
      <p:grpSp>
        <p:nvGrpSpPr>
          <p:cNvPr id="907" name="Google Shape;907;p25"/>
          <p:cNvGrpSpPr/>
          <p:nvPr/>
        </p:nvGrpSpPr>
        <p:grpSpPr>
          <a:xfrm>
            <a:off x="2920539" y="4991048"/>
            <a:ext cx="5710597" cy="431837"/>
            <a:chOff x="2545403" y="4594535"/>
            <a:chExt cx="5710597" cy="431837"/>
          </a:xfrm>
        </p:grpSpPr>
        <p:sp>
          <p:nvSpPr>
            <p:cNvPr id="908" name="Google Shape;908;p25"/>
            <p:cNvSpPr txBox="1"/>
            <p:nvPr/>
          </p:nvSpPr>
          <p:spPr>
            <a:xfrm>
              <a:off x="4044203" y="4594535"/>
              <a:ext cx="2661397" cy="43183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Update LSAs and synchronize LSDBs of both ends.</a:t>
              </a:r>
              <a:endParaRPr/>
            </a:p>
          </p:txBody>
        </p:sp>
        <p:cxnSp>
          <p:nvCxnSpPr>
            <p:cNvPr id="909" name="Google Shape;909;p25"/>
            <p:cNvCxnSpPr>
              <a:stCxn id="908" idx="1"/>
            </p:cNvCxnSpPr>
            <p:nvPr/>
          </p:nvCxnSpPr>
          <p:spPr>
            <a:xfrm rot="10800000">
              <a:off x="2545403" y="4802954"/>
              <a:ext cx="1498800" cy="7500"/>
            </a:xfrm>
            <a:prstGeom prst="straightConnector1">
              <a:avLst/>
            </a:prstGeom>
            <a:noFill/>
            <a:ln cap="flat" cmpd="sng" w="25400">
              <a:solidFill>
                <a:srgbClr val="EC7061"/>
              </a:solidFill>
              <a:prstDash val="dash"/>
              <a:miter lim="800000"/>
              <a:headEnd len="sm" w="sm" type="none"/>
              <a:tailEnd len="med" w="med" type="stealth"/>
            </a:ln>
          </p:spPr>
        </p:cxnSp>
        <p:cxnSp>
          <p:nvCxnSpPr>
            <p:cNvPr id="910" name="Google Shape;910;p25"/>
            <p:cNvCxnSpPr>
              <a:stCxn id="908" idx="3"/>
            </p:cNvCxnSpPr>
            <p:nvPr/>
          </p:nvCxnSpPr>
          <p:spPr>
            <a:xfrm flipH="1" rot="10800000">
              <a:off x="6705600" y="4802954"/>
              <a:ext cx="1550400" cy="7500"/>
            </a:xfrm>
            <a:prstGeom prst="straightConnector1">
              <a:avLst/>
            </a:prstGeom>
            <a:noFill/>
            <a:ln cap="flat" cmpd="sng" w="25400">
              <a:solidFill>
                <a:srgbClr val="EC7061"/>
              </a:solidFill>
              <a:prstDash val="dash"/>
              <a:miter lim="800000"/>
              <a:headEnd len="sm" w="sm" type="none"/>
              <a:tailEnd len="med" w="med" type="stealth"/>
            </a:ln>
          </p:spPr>
        </p:cxnSp>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4" name="Shape 914"/>
        <p:cNvGrpSpPr/>
        <p:nvPr/>
      </p:nvGrpSpPr>
      <p:grpSpPr>
        <a:xfrm>
          <a:off x="0" y="0"/>
          <a:ext cx="0" cy="0"/>
          <a:chOff x="0" y="0"/>
          <a:chExt cx="0" cy="0"/>
        </a:xfrm>
      </p:grpSpPr>
      <p:sp>
        <p:nvSpPr>
          <p:cNvPr id="915" name="Google Shape;915;p26"/>
          <p:cNvSpPr txBox="1"/>
          <p:nvPr>
            <p:ph type="title"/>
          </p:nvPr>
        </p:nvSpPr>
        <p:spPr>
          <a:xfrm>
            <a:off x="1594800" y="452604"/>
            <a:ext cx="9831600" cy="640800"/>
          </a:xfrm>
          <a:prstGeom prst="rect">
            <a:avLst/>
          </a:prstGeom>
          <a:noFill/>
          <a:ln>
            <a:noFill/>
          </a:ln>
        </p:spPr>
        <p:txBody>
          <a:bodyPr anchorCtr="0" anchor="ctr" bIns="50400" lIns="100800" spcFirstLastPara="1" rIns="100800" wrap="square" tIns="50400">
            <a:noAutofit/>
          </a:bodyPr>
          <a:lstStyle/>
          <a:p>
            <a:pPr indent="0" lvl="0" marL="0" rtl="0" algn="l">
              <a:lnSpc>
                <a:spcPct val="90000"/>
              </a:lnSpc>
              <a:spcBef>
                <a:spcPts val="0"/>
              </a:spcBef>
              <a:spcAft>
                <a:spcPts val="0"/>
              </a:spcAft>
              <a:buClr>
                <a:schemeClr val="dk1"/>
              </a:buClr>
              <a:buSzPts val="3400"/>
              <a:buFont typeface="Arial"/>
              <a:buNone/>
            </a:pPr>
            <a:r>
              <a:rPr lang="en-US"/>
              <a:t>Process of Establishing an OSPF Adjacency - Step 1</a:t>
            </a:r>
            <a:endParaRPr/>
          </a:p>
        </p:txBody>
      </p:sp>
      <p:sp>
        <p:nvSpPr>
          <p:cNvPr id="916" name="Google Shape;916;p26"/>
          <p:cNvSpPr txBox="1"/>
          <p:nvPr/>
        </p:nvSpPr>
        <p:spPr>
          <a:xfrm>
            <a:off x="2493946" y="1284724"/>
            <a:ext cx="1910775"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Area 1.1.1.1</a:t>
            </a:r>
            <a:endParaRPr/>
          </a:p>
        </p:txBody>
      </p:sp>
      <p:sp>
        <p:nvSpPr>
          <p:cNvPr id="917" name="Google Shape;917;p26"/>
          <p:cNvSpPr txBox="1"/>
          <p:nvPr/>
        </p:nvSpPr>
        <p:spPr>
          <a:xfrm>
            <a:off x="7269613" y="1296224"/>
            <a:ext cx="1910775"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Area 2.2.2.2</a:t>
            </a:r>
            <a:endParaRPr/>
          </a:p>
        </p:txBody>
      </p:sp>
      <p:cxnSp>
        <p:nvCxnSpPr>
          <p:cNvPr id="918" name="Google Shape;918;p26"/>
          <p:cNvCxnSpPr/>
          <p:nvPr/>
        </p:nvCxnSpPr>
        <p:spPr>
          <a:xfrm>
            <a:off x="3380791" y="3006133"/>
            <a:ext cx="4908466" cy="0"/>
          </a:xfrm>
          <a:prstGeom prst="straightConnector1">
            <a:avLst/>
          </a:prstGeom>
          <a:noFill/>
          <a:ln cap="flat" cmpd="sng" w="25400">
            <a:solidFill>
              <a:srgbClr val="EC7061"/>
            </a:solidFill>
            <a:prstDash val="solid"/>
            <a:miter lim="800000"/>
            <a:headEnd len="sm" w="sm" type="none"/>
            <a:tailEnd len="med" w="med" type="triangle"/>
          </a:ln>
        </p:spPr>
      </p:cxnSp>
      <p:sp>
        <p:nvSpPr>
          <p:cNvPr id="919" name="Google Shape;919;p26"/>
          <p:cNvSpPr txBox="1"/>
          <p:nvPr/>
        </p:nvSpPr>
        <p:spPr>
          <a:xfrm>
            <a:off x="8390066" y="3155251"/>
            <a:ext cx="3355847" cy="78483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500">
                <a:solidFill>
                  <a:schemeClr val="dk1"/>
                </a:solidFill>
                <a:latin typeface="Arial"/>
                <a:ea typeface="Arial"/>
                <a:cs typeface="Arial"/>
                <a:sym typeface="Arial"/>
              </a:rPr>
              <a:t>R1 (1.1.1.1) is discovered and added to the neighbor list. The status of R1 in the neighbor table is Init.</a:t>
            </a:r>
            <a:endParaRPr/>
          </a:p>
        </p:txBody>
      </p:sp>
      <p:cxnSp>
        <p:nvCxnSpPr>
          <p:cNvPr id="920" name="Google Shape;920;p26"/>
          <p:cNvCxnSpPr/>
          <p:nvPr/>
        </p:nvCxnSpPr>
        <p:spPr>
          <a:xfrm>
            <a:off x="3407727" y="4049161"/>
            <a:ext cx="4881530" cy="0"/>
          </a:xfrm>
          <a:prstGeom prst="straightConnector1">
            <a:avLst/>
          </a:prstGeom>
          <a:noFill/>
          <a:ln cap="flat" cmpd="sng" w="25400">
            <a:solidFill>
              <a:srgbClr val="EC7061"/>
            </a:solidFill>
            <a:prstDash val="solid"/>
            <a:miter lim="800000"/>
            <a:headEnd len="med" w="med" type="triangle"/>
            <a:tailEnd len="sm" w="sm" type="none"/>
          </a:ln>
        </p:spPr>
      </p:cxnSp>
      <p:sp>
        <p:nvSpPr>
          <p:cNvPr id="921" name="Google Shape;921;p26"/>
          <p:cNvSpPr txBox="1"/>
          <p:nvPr/>
        </p:nvSpPr>
        <p:spPr>
          <a:xfrm>
            <a:off x="3318629" y="3447639"/>
            <a:ext cx="4970619" cy="584775"/>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600">
                <a:solidFill>
                  <a:schemeClr val="dk1"/>
                </a:solidFill>
                <a:latin typeface="Arial"/>
                <a:ea typeface="Arial"/>
                <a:cs typeface="Arial"/>
                <a:sym typeface="Arial"/>
              </a:rPr>
              <a:t>Hello packets</a:t>
            </a:r>
            <a:endParaRPr/>
          </a:p>
          <a:p>
            <a:pPr indent="0" lvl="0" marL="0" marR="0" rtl="0" algn="r">
              <a:spcBef>
                <a:spcPts val="0"/>
              </a:spcBef>
              <a:spcAft>
                <a:spcPts val="0"/>
              </a:spcAft>
              <a:buNone/>
            </a:pPr>
            <a:r>
              <a:rPr lang="en-US" sz="1600">
                <a:solidFill>
                  <a:schemeClr val="dk1"/>
                </a:solidFill>
                <a:latin typeface="Arial"/>
                <a:ea typeface="Arial"/>
                <a:cs typeface="Arial"/>
                <a:sym typeface="Arial"/>
              </a:rPr>
              <a:t>I'm 2.2.2.2. I found my neighbor 1.1.1.1.</a:t>
            </a:r>
            <a:endParaRPr/>
          </a:p>
        </p:txBody>
      </p:sp>
      <p:cxnSp>
        <p:nvCxnSpPr>
          <p:cNvPr id="922" name="Google Shape;922;p26"/>
          <p:cNvCxnSpPr/>
          <p:nvPr/>
        </p:nvCxnSpPr>
        <p:spPr>
          <a:xfrm>
            <a:off x="3407727" y="5185691"/>
            <a:ext cx="4881530" cy="0"/>
          </a:xfrm>
          <a:prstGeom prst="straightConnector1">
            <a:avLst/>
          </a:prstGeom>
          <a:noFill/>
          <a:ln cap="flat" cmpd="sng" w="25400">
            <a:solidFill>
              <a:srgbClr val="EC7061"/>
            </a:solidFill>
            <a:prstDash val="solid"/>
            <a:miter lim="800000"/>
            <a:headEnd len="sm" w="sm" type="none"/>
            <a:tailEnd len="med" w="med" type="triangle"/>
          </a:ln>
        </p:spPr>
      </p:cxnSp>
      <p:sp>
        <p:nvSpPr>
          <p:cNvPr id="923" name="Google Shape;923;p26"/>
          <p:cNvSpPr txBox="1"/>
          <p:nvPr/>
        </p:nvSpPr>
        <p:spPr>
          <a:xfrm>
            <a:off x="3410736" y="4575931"/>
            <a:ext cx="4772011" cy="5847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Hello packets</a:t>
            </a:r>
            <a:endParaRPr/>
          </a:p>
          <a:p>
            <a:pPr indent="0" lvl="0" marL="0" marR="0" rtl="0" algn="l">
              <a:spcBef>
                <a:spcPts val="0"/>
              </a:spcBef>
              <a:spcAft>
                <a:spcPts val="0"/>
              </a:spcAft>
              <a:buNone/>
            </a:pPr>
            <a:r>
              <a:rPr lang="en-US" sz="1600">
                <a:solidFill>
                  <a:schemeClr val="dk1"/>
                </a:solidFill>
                <a:latin typeface="Arial"/>
                <a:ea typeface="Arial"/>
                <a:cs typeface="Arial"/>
                <a:sym typeface="Arial"/>
              </a:rPr>
              <a:t>I'm 1.1.1.1. I found the neighbor 2.2.2.2.</a:t>
            </a:r>
            <a:endParaRPr/>
          </a:p>
        </p:txBody>
      </p:sp>
      <p:cxnSp>
        <p:nvCxnSpPr>
          <p:cNvPr id="924" name="Google Shape;924;p26"/>
          <p:cNvCxnSpPr/>
          <p:nvPr/>
        </p:nvCxnSpPr>
        <p:spPr>
          <a:xfrm>
            <a:off x="3361959" y="2270093"/>
            <a:ext cx="0" cy="4041173"/>
          </a:xfrm>
          <a:prstGeom prst="straightConnector1">
            <a:avLst/>
          </a:prstGeom>
          <a:noFill/>
          <a:ln cap="flat" cmpd="sng" w="19050">
            <a:solidFill>
              <a:srgbClr val="00B0F0"/>
            </a:solidFill>
            <a:prstDash val="dash"/>
            <a:miter lim="800000"/>
            <a:headEnd len="sm" w="sm" type="none"/>
            <a:tailEnd len="sm" w="sm" type="none"/>
          </a:ln>
        </p:spPr>
      </p:cxnSp>
      <p:cxnSp>
        <p:nvCxnSpPr>
          <p:cNvPr id="925" name="Google Shape;925;p26"/>
          <p:cNvCxnSpPr/>
          <p:nvPr/>
        </p:nvCxnSpPr>
        <p:spPr>
          <a:xfrm flipH="1">
            <a:off x="8289248" y="2255233"/>
            <a:ext cx="9" cy="4056033"/>
          </a:xfrm>
          <a:prstGeom prst="straightConnector1">
            <a:avLst/>
          </a:prstGeom>
          <a:noFill/>
          <a:ln cap="flat" cmpd="sng" w="19050">
            <a:solidFill>
              <a:srgbClr val="00B0F0"/>
            </a:solidFill>
            <a:prstDash val="dash"/>
            <a:miter lim="800000"/>
            <a:headEnd len="sm" w="sm" type="none"/>
            <a:tailEnd len="sm" w="sm" type="none"/>
          </a:ln>
        </p:spPr>
      </p:cxnSp>
      <p:sp>
        <p:nvSpPr>
          <p:cNvPr id="926" name="Google Shape;926;p26"/>
          <p:cNvSpPr/>
          <p:nvPr/>
        </p:nvSpPr>
        <p:spPr>
          <a:xfrm>
            <a:off x="5183169" y="5650936"/>
            <a:ext cx="1936087" cy="400666"/>
          </a:xfrm>
          <a:prstGeom prst="roundRect">
            <a:avLst>
              <a:gd fmla="val 15000" name="adj"/>
            </a:avLst>
          </a:prstGeom>
          <a:solidFill>
            <a:srgbClr val="F4FBFE"/>
          </a:solidFill>
          <a:ln cap="flat" cmpd="sng" w="12700">
            <a:solidFill>
              <a:srgbClr val="00B0F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Arial"/>
                <a:ea typeface="Arial"/>
                <a:cs typeface="Arial"/>
                <a:sym typeface="Arial"/>
              </a:rPr>
              <a:t>We're neighbors.</a:t>
            </a:r>
            <a:endParaRPr/>
          </a:p>
        </p:txBody>
      </p:sp>
      <p:sp>
        <p:nvSpPr>
          <p:cNvPr id="927" name="Google Shape;927;p26"/>
          <p:cNvSpPr txBox="1"/>
          <p:nvPr/>
        </p:nvSpPr>
        <p:spPr>
          <a:xfrm>
            <a:off x="3392365" y="2400448"/>
            <a:ext cx="4436019" cy="5847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Hello packets</a:t>
            </a:r>
            <a:endParaRPr/>
          </a:p>
          <a:p>
            <a:pPr indent="0" lvl="0" marL="0" marR="0" rtl="0" algn="l">
              <a:spcBef>
                <a:spcPts val="0"/>
              </a:spcBef>
              <a:spcAft>
                <a:spcPts val="0"/>
              </a:spcAft>
              <a:buNone/>
            </a:pPr>
            <a:r>
              <a:rPr lang="en-US" sz="1600">
                <a:solidFill>
                  <a:schemeClr val="dk1"/>
                </a:solidFill>
                <a:latin typeface="Arial"/>
                <a:ea typeface="Arial"/>
                <a:cs typeface="Arial"/>
                <a:sym typeface="Arial"/>
              </a:rPr>
              <a:t>I'm 1.1.1.1. I don't know who's on the link.</a:t>
            </a:r>
            <a:endParaRPr/>
          </a:p>
        </p:txBody>
      </p:sp>
      <p:sp>
        <p:nvSpPr>
          <p:cNvPr id="928" name="Google Shape;928;p26"/>
          <p:cNvSpPr txBox="1"/>
          <p:nvPr/>
        </p:nvSpPr>
        <p:spPr>
          <a:xfrm>
            <a:off x="8350321" y="5301924"/>
            <a:ext cx="2849926" cy="78483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500">
                <a:solidFill>
                  <a:schemeClr val="dk1"/>
                </a:solidFill>
                <a:latin typeface="Arial"/>
                <a:ea typeface="Arial"/>
                <a:cs typeface="Arial"/>
                <a:sym typeface="Arial"/>
              </a:rPr>
              <a:t>Because R1 found me, I change the status of 1.1.1.1 to 2-way in the neighbor table.</a:t>
            </a:r>
            <a:endParaRPr/>
          </a:p>
        </p:txBody>
      </p:sp>
      <p:sp>
        <p:nvSpPr>
          <p:cNvPr id="929" name="Google Shape;929;p26"/>
          <p:cNvSpPr txBox="1"/>
          <p:nvPr/>
        </p:nvSpPr>
        <p:spPr>
          <a:xfrm>
            <a:off x="457201" y="4251942"/>
            <a:ext cx="2798257" cy="124649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500">
                <a:solidFill>
                  <a:schemeClr val="dk1"/>
                </a:solidFill>
                <a:latin typeface="Arial"/>
                <a:ea typeface="Arial"/>
                <a:cs typeface="Arial"/>
                <a:sym typeface="Arial"/>
              </a:rPr>
              <a:t>R2 (2.2.2.2) is discovered and added to the neighbor list. Because R2 discovered me, I set the status of R2 to 2-way in the neighbor table.</a:t>
            </a:r>
            <a:endParaRPr/>
          </a:p>
        </p:txBody>
      </p:sp>
      <p:pic>
        <p:nvPicPr>
          <p:cNvPr id="930" name="Google Shape;930;p26"/>
          <p:cNvPicPr preferRelativeResize="0"/>
          <p:nvPr/>
        </p:nvPicPr>
        <p:blipFill rotWithShape="1">
          <a:blip r:embed="rId3">
            <a:alphaModFix/>
          </a:blip>
          <a:srcRect b="0" l="0" r="0" t="0"/>
          <a:stretch/>
        </p:blipFill>
        <p:spPr>
          <a:xfrm>
            <a:off x="3110791" y="1763836"/>
            <a:ext cx="540000" cy="442800"/>
          </a:xfrm>
          <a:prstGeom prst="rect">
            <a:avLst/>
          </a:prstGeom>
          <a:noFill/>
          <a:ln>
            <a:noFill/>
          </a:ln>
        </p:spPr>
      </p:pic>
      <p:cxnSp>
        <p:nvCxnSpPr>
          <p:cNvPr id="931" name="Google Shape;931;p26"/>
          <p:cNvCxnSpPr>
            <a:stCxn id="930" idx="3"/>
            <a:endCxn id="932" idx="1"/>
          </p:cNvCxnSpPr>
          <p:nvPr/>
        </p:nvCxnSpPr>
        <p:spPr>
          <a:xfrm>
            <a:off x="3650791" y="1985236"/>
            <a:ext cx="4370700" cy="0"/>
          </a:xfrm>
          <a:prstGeom prst="straightConnector1">
            <a:avLst/>
          </a:prstGeom>
          <a:noFill/>
          <a:ln cap="flat" cmpd="sng" w="19050">
            <a:solidFill>
              <a:schemeClr val="dk1"/>
            </a:solidFill>
            <a:prstDash val="solid"/>
            <a:miter lim="800000"/>
            <a:headEnd len="sm" w="sm" type="none"/>
            <a:tailEnd len="sm" w="sm" type="none"/>
          </a:ln>
        </p:spPr>
      </p:cxnSp>
      <p:pic>
        <p:nvPicPr>
          <p:cNvPr id="932" name="Google Shape;932;p26"/>
          <p:cNvPicPr preferRelativeResize="0"/>
          <p:nvPr/>
        </p:nvPicPr>
        <p:blipFill rotWithShape="1">
          <a:blip r:embed="rId3">
            <a:alphaModFix/>
          </a:blip>
          <a:srcRect b="0" l="0" r="0" t="0"/>
          <a:stretch/>
        </p:blipFill>
        <p:spPr>
          <a:xfrm>
            <a:off x="8021555" y="1763836"/>
            <a:ext cx="540000" cy="442800"/>
          </a:xfrm>
          <a:prstGeom prst="rect">
            <a:avLst/>
          </a:prstGeom>
          <a:noFill/>
          <a:ln>
            <a:noFill/>
          </a:ln>
        </p:spPr>
      </p:pic>
      <p:sp>
        <p:nvSpPr>
          <p:cNvPr id="933" name="Google Shape;933;p26"/>
          <p:cNvSpPr txBox="1"/>
          <p:nvPr/>
        </p:nvSpPr>
        <p:spPr>
          <a:xfrm>
            <a:off x="2570791" y="1840633"/>
            <a:ext cx="540000"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600">
                <a:solidFill>
                  <a:schemeClr val="dk1"/>
                </a:solidFill>
                <a:latin typeface="Arial"/>
                <a:ea typeface="Arial"/>
                <a:cs typeface="Arial"/>
                <a:sym typeface="Arial"/>
              </a:rPr>
              <a:t>R1</a:t>
            </a:r>
            <a:endParaRPr/>
          </a:p>
        </p:txBody>
      </p:sp>
      <p:sp>
        <p:nvSpPr>
          <p:cNvPr id="934" name="Google Shape;934;p26"/>
          <p:cNvSpPr txBox="1"/>
          <p:nvPr/>
        </p:nvSpPr>
        <p:spPr>
          <a:xfrm>
            <a:off x="8640388" y="1815959"/>
            <a:ext cx="540000"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600">
                <a:solidFill>
                  <a:schemeClr val="dk1"/>
                </a:solidFill>
                <a:latin typeface="Arial"/>
                <a:ea typeface="Arial"/>
                <a:cs typeface="Arial"/>
                <a:sym typeface="Arial"/>
              </a:rPr>
              <a:t>R2</a:t>
            </a:r>
            <a:endParaRPr/>
          </a:p>
        </p:txBody>
      </p:sp>
      <p:sp>
        <p:nvSpPr>
          <p:cNvPr id="935" name="Google Shape;935;p26"/>
          <p:cNvSpPr txBox="1"/>
          <p:nvPr/>
        </p:nvSpPr>
        <p:spPr>
          <a:xfrm>
            <a:off x="8377035" y="2787217"/>
            <a:ext cx="790653"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accent2"/>
                </a:solidFill>
                <a:latin typeface="Arial"/>
                <a:ea typeface="Arial"/>
                <a:cs typeface="Arial"/>
                <a:sym typeface="Arial"/>
              </a:rPr>
              <a:t>Init</a:t>
            </a:r>
            <a:endParaRPr/>
          </a:p>
        </p:txBody>
      </p:sp>
      <p:sp>
        <p:nvSpPr>
          <p:cNvPr id="936" name="Google Shape;936;p26"/>
          <p:cNvSpPr txBox="1"/>
          <p:nvPr/>
        </p:nvSpPr>
        <p:spPr>
          <a:xfrm>
            <a:off x="8326235" y="4980057"/>
            <a:ext cx="790653"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accent2"/>
                </a:solidFill>
                <a:latin typeface="Arial"/>
                <a:ea typeface="Arial"/>
                <a:cs typeface="Arial"/>
                <a:sym typeface="Arial"/>
              </a:rPr>
              <a:t>2-way</a:t>
            </a:r>
            <a:endParaRPr/>
          </a:p>
        </p:txBody>
      </p:sp>
      <p:sp>
        <p:nvSpPr>
          <p:cNvPr id="937" name="Google Shape;937;p26"/>
          <p:cNvSpPr txBox="1"/>
          <p:nvPr/>
        </p:nvSpPr>
        <p:spPr>
          <a:xfrm>
            <a:off x="2583012" y="3851935"/>
            <a:ext cx="790653"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accent2"/>
                </a:solidFill>
                <a:latin typeface="Arial"/>
                <a:ea typeface="Arial"/>
                <a:cs typeface="Arial"/>
                <a:sym typeface="Arial"/>
              </a:rPr>
              <a:t>2-way</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sp>
        <p:nvSpPr>
          <p:cNvPr id="942" name="Google Shape;942;p27"/>
          <p:cNvSpPr txBox="1"/>
          <p:nvPr>
            <p:ph type="title"/>
          </p:nvPr>
        </p:nvSpPr>
        <p:spPr>
          <a:xfrm>
            <a:off x="1594800" y="452604"/>
            <a:ext cx="9831600" cy="640800"/>
          </a:xfrm>
          <a:prstGeom prst="rect">
            <a:avLst/>
          </a:prstGeom>
          <a:noFill/>
          <a:ln>
            <a:noFill/>
          </a:ln>
        </p:spPr>
        <p:txBody>
          <a:bodyPr anchorCtr="0" anchor="ctr" bIns="50400" lIns="100800" spcFirstLastPara="1" rIns="100800" wrap="square" tIns="50400">
            <a:noAutofit/>
          </a:bodyPr>
          <a:lstStyle/>
          <a:p>
            <a:pPr indent="0" lvl="0" marL="0" rtl="0" algn="l">
              <a:lnSpc>
                <a:spcPct val="90000"/>
              </a:lnSpc>
              <a:spcBef>
                <a:spcPts val="0"/>
              </a:spcBef>
              <a:spcAft>
                <a:spcPts val="0"/>
              </a:spcAft>
              <a:buClr>
                <a:schemeClr val="dk1"/>
              </a:buClr>
              <a:buSzPts val="3400"/>
              <a:buFont typeface="Arial"/>
              <a:buNone/>
            </a:pPr>
            <a:r>
              <a:rPr lang="en-US"/>
              <a:t>Process of Establishing an OSPF Adjacency - Steps 2 and 3</a:t>
            </a:r>
            <a:endParaRPr/>
          </a:p>
        </p:txBody>
      </p:sp>
      <p:sp>
        <p:nvSpPr>
          <p:cNvPr id="943" name="Google Shape;943;p27"/>
          <p:cNvSpPr txBox="1"/>
          <p:nvPr/>
        </p:nvSpPr>
        <p:spPr>
          <a:xfrm>
            <a:off x="2493946" y="1284724"/>
            <a:ext cx="1910775"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Router ID: 1.1.1.1</a:t>
            </a:r>
            <a:endParaRPr/>
          </a:p>
        </p:txBody>
      </p:sp>
      <p:sp>
        <p:nvSpPr>
          <p:cNvPr id="944" name="Google Shape;944;p27"/>
          <p:cNvSpPr txBox="1"/>
          <p:nvPr/>
        </p:nvSpPr>
        <p:spPr>
          <a:xfrm>
            <a:off x="7269613" y="1296224"/>
            <a:ext cx="1910775"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Router ID: 2.2.2.2</a:t>
            </a:r>
            <a:endParaRPr/>
          </a:p>
        </p:txBody>
      </p:sp>
      <p:cxnSp>
        <p:nvCxnSpPr>
          <p:cNvPr id="945" name="Google Shape;945;p27"/>
          <p:cNvCxnSpPr/>
          <p:nvPr/>
        </p:nvCxnSpPr>
        <p:spPr>
          <a:xfrm>
            <a:off x="3380791" y="2903517"/>
            <a:ext cx="4908466" cy="0"/>
          </a:xfrm>
          <a:prstGeom prst="straightConnector1">
            <a:avLst/>
          </a:prstGeom>
          <a:noFill/>
          <a:ln cap="flat" cmpd="sng" w="25400">
            <a:solidFill>
              <a:srgbClr val="EC7061"/>
            </a:solidFill>
            <a:prstDash val="solid"/>
            <a:miter lim="800000"/>
            <a:headEnd len="sm" w="sm" type="none"/>
            <a:tailEnd len="med" w="med" type="triangle"/>
          </a:ln>
        </p:spPr>
      </p:cxnSp>
      <p:sp>
        <p:nvSpPr>
          <p:cNvPr id="946" name="Google Shape;946;p27"/>
          <p:cNvSpPr txBox="1"/>
          <p:nvPr/>
        </p:nvSpPr>
        <p:spPr>
          <a:xfrm>
            <a:off x="8395767" y="2713330"/>
            <a:ext cx="1190097"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accent2"/>
                </a:solidFill>
                <a:latin typeface="Arial"/>
                <a:ea typeface="Arial"/>
                <a:cs typeface="Arial"/>
                <a:sym typeface="Arial"/>
              </a:rPr>
              <a:t>Ex-start</a:t>
            </a:r>
            <a:endParaRPr/>
          </a:p>
        </p:txBody>
      </p:sp>
      <p:cxnSp>
        <p:nvCxnSpPr>
          <p:cNvPr id="947" name="Google Shape;947;p27"/>
          <p:cNvCxnSpPr/>
          <p:nvPr/>
        </p:nvCxnSpPr>
        <p:spPr>
          <a:xfrm>
            <a:off x="3407727" y="3567964"/>
            <a:ext cx="4881530" cy="0"/>
          </a:xfrm>
          <a:prstGeom prst="straightConnector1">
            <a:avLst/>
          </a:prstGeom>
          <a:noFill/>
          <a:ln cap="flat" cmpd="sng" w="25400">
            <a:solidFill>
              <a:srgbClr val="EC7061"/>
            </a:solidFill>
            <a:prstDash val="solid"/>
            <a:miter lim="800000"/>
            <a:headEnd len="med" w="med" type="triangle"/>
            <a:tailEnd len="sm" w="sm" type="none"/>
          </a:ln>
        </p:spPr>
      </p:cxnSp>
      <p:sp>
        <p:nvSpPr>
          <p:cNvPr id="948" name="Google Shape;948;p27"/>
          <p:cNvSpPr txBox="1"/>
          <p:nvPr/>
        </p:nvSpPr>
        <p:spPr>
          <a:xfrm>
            <a:off x="3318629" y="3039985"/>
            <a:ext cx="4970619" cy="5232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400">
                <a:solidFill>
                  <a:srgbClr val="151515"/>
                </a:solidFill>
                <a:latin typeface="Arial"/>
                <a:ea typeface="Arial"/>
                <a:cs typeface="Arial"/>
                <a:sym typeface="Arial"/>
              </a:rPr>
              <a:t>DD (The content is empty, and the sequence number is Y.)</a:t>
            </a:r>
            <a:endParaRPr/>
          </a:p>
          <a:p>
            <a:pPr indent="0" lvl="0" marL="0" marR="0" rtl="0" algn="r">
              <a:spcBef>
                <a:spcPts val="0"/>
              </a:spcBef>
              <a:spcAft>
                <a:spcPts val="0"/>
              </a:spcAft>
              <a:buNone/>
            </a:pPr>
            <a:r>
              <a:rPr lang="en-US" sz="1400">
                <a:solidFill>
                  <a:srgbClr val="151515"/>
                </a:solidFill>
                <a:latin typeface="Arial"/>
                <a:ea typeface="Arial"/>
                <a:cs typeface="Arial"/>
                <a:sym typeface="Arial"/>
              </a:rPr>
              <a:t>I'm the master and my router ID is 2.2.2.2.</a:t>
            </a:r>
            <a:endParaRPr/>
          </a:p>
        </p:txBody>
      </p:sp>
      <p:cxnSp>
        <p:nvCxnSpPr>
          <p:cNvPr id="949" name="Google Shape;949;p27"/>
          <p:cNvCxnSpPr/>
          <p:nvPr/>
        </p:nvCxnSpPr>
        <p:spPr>
          <a:xfrm>
            <a:off x="3407727" y="4232411"/>
            <a:ext cx="4881530" cy="0"/>
          </a:xfrm>
          <a:prstGeom prst="straightConnector1">
            <a:avLst/>
          </a:prstGeom>
          <a:noFill/>
          <a:ln cap="flat" cmpd="sng" w="25400">
            <a:solidFill>
              <a:srgbClr val="EC7061"/>
            </a:solidFill>
            <a:prstDash val="solid"/>
            <a:miter lim="800000"/>
            <a:headEnd len="sm" w="sm" type="none"/>
            <a:tailEnd len="med" w="med" type="triangle"/>
          </a:ln>
        </p:spPr>
      </p:cxnSp>
      <p:sp>
        <p:nvSpPr>
          <p:cNvPr id="950" name="Google Shape;950;p27"/>
          <p:cNvSpPr txBox="1"/>
          <p:nvPr/>
        </p:nvSpPr>
        <p:spPr>
          <a:xfrm>
            <a:off x="3410736" y="3714252"/>
            <a:ext cx="4772011" cy="5232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400">
                <a:solidFill>
                  <a:srgbClr val="151515"/>
                </a:solidFill>
                <a:latin typeface="Arial"/>
                <a:ea typeface="Arial"/>
                <a:cs typeface="Arial"/>
                <a:sym typeface="Arial"/>
              </a:rPr>
              <a:t>DD (sequence number Y)</a:t>
            </a:r>
            <a:endParaRPr/>
          </a:p>
          <a:p>
            <a:pPr indent="0" lvl="0" marL="0" marR="0" rtl="0" algn="l">
              <a:spcBef>
                <a:spcPts val="0"/>
              </a:spcBef>
              <a:spcAft>
                <a:spcPts val="0"/>
              </a:spcAft>
              <a:buNone/>
            </a:pPr>
            <a:r>
              <a:rPr lang="en-US" sz="1400">
                <a:solidFill>
                  <a:srgbClr val="151515"/>
                </a:solidFill>
                <a:latin typeface="Arial"/>
                <a:ea typeface="Arial"/>
                <a:cs typeface="Arial"/>
                <a:sym typeface="Arial"/>
              </a:rPr>
              <a:t>This is the summary of LSAs in my LSDB.</a:t>
            </a:r>
            <a:endParaRPr/>
          </a:p>
        </p:txBody>
      </p:sp>
      <p:cxnSp>
        <p:nvCxnSpPr>
          <p:cNvPr id="951" name="Google Shape;951;p27"/>
          <p:cNvCxnSpPr>
            <a:stCxn id="952" idx="2"/>
            <a:endCxn id="953" idx="0"/>
          </p:cNvCxnSpPr>
          <p:nvPr/>
        </p:nvCxnSpPr>
        <p:spPr>
          <a:xfrm>
            <a:off x="3396868" y="2206636"/>
            <a:ext cx="0" cy="3577200"/>
          </a:xfrm>
          <a:prstGeom prst="straightConnector1">
            <a:avLst/>
          </a:prstGeom>
          <a:noFill/>
          <a:ln cap="flat" cmpd="sng" w="19050">
            <a:solidFill>
              <a:srgbClr val="00B0F0"/>
            </a:solidFill>
            <a:prstDash val="dash"/>
            <a:miter lim="800000"/>
            <a:headEnd len="sm" w="sm" type="none"/>
            <a:tailEnd len="sm" w="sm" type="none"/>
          </a:ln>
        </p:spPr>
      </p:cxnSp>
      <p:cxnSp>
        <p:nvCxnSpPr>
          <p:cNvPr id="954" name="Google Shape;954;p27"/>
          <p:cNvCxnSpPr>
            <a:stCxn id="955" idx="2"/>
          </p:cNvCxnSpPr>
          <p:nvPr/>
        </p:nvCxnSpPr>
        <p:spPr>
          <a:xfrm>
            <a:off x="8330822" y="2206636"/>
            <a:ext cx="0" cy="3718800"/>
          </a:xfrm>
          <a:prstGeom prst="straightConnector1">
            <a:avLst/>
          </a:prstGeom>
          <a:noFill/>
          <a:ln cap="flat" cmpd="sng" w="19050">
            <a:solidFill>
              <a:srgbClr val="00B0F0"/>
            </a:solidFill>
            <a:prstDash val="dash"/>
            <a:miter lim="800000"/>
            <a:headEnd len="sm" w="sm" type="none"/>
            <a:tailEnd len="sm" w="sm" type="none"/>
          </a:ln>
        </p:spPr>
      </p:cxnSp>
      <p:sp>
        <p:nvSpPr>
          <p:cNvPr id="956" name="Google Shape;956;p27"/>
          <p:cNvSpPr txBox="1"/>
          <p:nvPr/>
        </p:nvSpPr>
        <p:spPr>
          <a:xfrm>
            <a:off x="3392365" y="2368172"/>
            <a:ext cx="4938457" cy="54451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400">
                <a:solidFill>
                  <a:srgbClr val="151515"/>
                </a:solidFill>
                <a:latin typeface="Arial"/>
                <a:ea typeface="Arial"/>
                <a:cs typeface="Arial"/>
                <a:sym typeface="Arial"/>
              </a:rPr>
              <a:t>DD (The content is empty, and the sequence number is X.)</a:t>
            </a:r>
            <a:endParaRPr/>
          </a:p>
          <a:p>
            <a:pPr indent="0" lvl="0" marL="0" marR="0" rtl="0" algn="l">
              <a:spcBef>
                <a:spcPts val="0"/>
              </a:spcBef>
              <a:spcAft>
                <a:spcPts val="0"/>
              </a:spcAft>
              <a:buNone/>
            </a:pPr>
            <a:r>
              <a:rPr lang="en-US" sz="1400">
                <a:solidFill>
                  <a:srgbClr val="151515"/>
                </a:solidFill>
                <a:latin typeface="Arial"/>
                <a:ea typeface="Arial"/>
                <a:cs typeface="Arial"/>
                <a:sym typeface="Arial"/>
              </a:rPr>
              <a:t>I'm the master and my router ID is 1.1.1.1.</a:t>
            </a:r>
            <a:endParaRPr/>
          </a:p>
        </p:txBody>
      </p:sp>
      <p:sp>
        <p:nvSpPr>
          <p:cNvPr id="957" name="Google Shape;957;p27"/>
          <p:cNvSpPr txBox="1"/>
          <p:nvPr/>
        </p:nvSpPr>
        <p:spPr>
          <a:xfrm>
            <a:off x="8395767" y="4526425"/>
            <a:ext cx="3226772" cy="73866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400">
                <a:solidFill>
                  <a:srgbClr val="151515"/>
                </a:solidFill>
                <a:latin typeface="Arial"/>
                <a:ea typeface="Arial"/>
                <a:cs typeface="Arial"/>
                <a:sym typeface="Arial"/>
              </a:rPr>
              <a:t>In the Exchange phase, both ends exchange DD packets to describe the summary of their own LSAs.</a:t>
            </a:r>
            <a:endParaRPr/>
          </a:p>
        </p:txBody>
      </p:sp>
      <p:sp>
        <p:nvSpPr>
          <p:cNvPr id="958" name="Google Shape;958;p27"/>
          <p:cNvSpPr txBox="1"/>
          <p:nvPr/>
        </p:nvSpPr>
        <p:spPr>
          <a:xfrm>
            <a:off x="578721" y="2738315"/>
            <a:ext cx="2846283" cy="33855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600">
                <a:solidFill>
                  <a:schemeClr val="accent2"/>
                </a:solidFill>
                <a:latin typeface="Arial"/>
                <a:ea typeface="Arial"/>
                <a:cs typeface="Arial"/>
                <a:sym typeface="Arial"/>
              </a:rPr>
              <a:t>Ex-start (Exchange Start)</a:t>
            </a:r>
            <a:endParaRPr/>
          </a:p>
        </p:txBody>
      </p:sp>
      <p:pic>
        <p:nvPicPr>
          <p:cNvPr id="952" name="Google Shape;952;p27"/>
          <p:cNvPicPr preferRelativeResize="0"/>
          <p:nvPr/>
        </p:nvPicPr>
        <p:blipFill rotWithShape="1">
          <a:blip r:embed="rId3">
            <a:alphaModFix/>
          </a:blip>
          <a:srcRect b="0" l="0" r="0" t="0"/>
          <a:stretch/>
        </p:blipFill>
        <p:spPr>
          <a:xfrm>
            <a:off x="3126868" y="1763836"/>
            <a:ext cx="540000" cy="442800"/>
          </a:xfrm>
          <a:prstGeom prst="rect">
            <a:avLst/>
          </a:prstGeom>
          <a:noFill/>
          <a:ln>
            <a:noFill/>
          </a:ln>
        </p:spPr>
      </p:pic>
      <p:cxnSp>
        <p:nvCxnSpPr>
          <p:cNvPr id="959" name="Google Shape;959;p27"/>
          <p:cNvCxnSpPr>
            <a:stCxn id="952" idx="3"/>
            <a:endCxn id="955" idx="1"/>
          </p:cNvCxnSpPr>
          <p:nvPr/>
        </p:nvCxnSpPr>
        <p:spPr>
          <a:xfrm>
            <a:off x="3666868" y="1985236"/>
            <a:ext cx="4394100" cy="0"/>
          </a:xfrm>
          <a:prstGeom prst="straightConnector1">
            <a:avLst/>
          </a:prstGeom>
          <a:noFill/>
          <a:ln cap="flat" cmpd="sng" w="19050">
            <a:solidFill>
              <a:schemeClr val="dk1"/>
            </a:solidFill>
            <a:prstDash val="solid"/>
            <a:miter lim="800000"/>
            <a:headEnd len="sm" w="sm" type="none"/>
            <a:tailEnd len="sm" w="sm" type="none"/>
          </a:ln>
        </p:spPr>
      </p:cxnSp>
      <p:pic>
        <p:nvPicPr>
          <p:cNvPr id="955" name="Google Shape;955;p27"/>
          <p:cNvPicPr preferRelativeResize="0"/>
          <p:nvPr/>
        </p:nvPicPr>
        <p:blipFill rotWithShape="1">
          <a:blip r:embed="rId3">
            <a:alphaModFix/>
          </a:blip>
          <a:srcRect b="0" l="0" r="0" t="0"/>
          <a:stretch/>
        </p:blipFill>
        <p:spPr>
          <a:xfrm>
            <a:off x="8060822" y="1763836"/>
            <a:ext cx="540000" cy="442800"/>
          </a:xfrm>
          <a:prstGeom prst="rect">
            <a:avLst/>
          </a:prstGeom>
          <a:noFill/>
          <a:ln>
            <a:noFill/>
          </a:ln>
        </p:spPr>
      </p:pic>
      <p:sp>
        <p:nvSpPr>
          <p:cNvPr id="960" name="Google Shape;960;p27"/>
          <p:cNvSpPr txBox="1"/>
          <p:nvPr/>
        </p:nvSpPr>
        <p:spPr>
          <a:xfrm>
            <a:off x="2570791" y="1840633"/>
            <a:ext cx="540000"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600">
                <a:solidFill>
                  <a:schemeClr val="dk1"/>
                </a:solidFill>
                <a:latin typeface="Arial"/>
                <a:ea typeface="Arial"/>
                <a:cs typeface="Arial"/>
                <a:sym typeface="Arial"/>
              </a:rPr>
              <a:t>R1</a:t>
            </a:r>
            <a:endParaRPr/>
          </a:p>
        </p:txBody>
      </p:sp>
      <p:sp>
        <p:nvSpPr>
          <p:cNvPr id="961" name="Google Shape;961;p27"/>
          <p:cNvSpPr txBox="1"/>
          <p:nvPr/>
        </p:nvSpPr>
        <p:spPr>
          <a:xfrm>
            <a:off x="8640388" y="1815959"/>
            <a:ext cx="540000"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600">
                <a:solidFill>
                  <a:schemeClr val="dk1"/>
                </a:solidFill>
                <a:latin typeface="Arial"/>
                <a:ea typeface="Arial"/>
                <a:cs typeface="Arial"/>
                <a:sym typeface="Arial"/>
              </a:rPr>
              <a:t>R2</a:t>
            </a:r>
            <a:endParaRPr/>
          </a:p>
        </p:txBody>
      </p:sp>
      <p:cxnSp>
        <p:nvCxnSpPr>
          <p:cNvPr id="962" name="Google Shape;962;p27"/>
          <p:cNvCxnSpPr/>
          <p:nvPr/>
        </p:nvCxnSpPr>
        <p:spPr>
          <a:xfrm>
            <a:off x="3407727" y="4896858"/>
            <a:ext cx="4881530" cy="0"/>
          </a:xfrm>
          <a:prstGeom prst="straightConnector1">
            <a:avLst/>
          </a:prstGeom>
          <a:noFill/>
          <a:ln cap="flat" cmpd="sng" w="25400">
            <a:solidFill>
              <a:srgbClr val="EC7061"/>
            </a:solidFill>
            <a:prstDash val="solid"/>
            <a:miter lim="800000"/>
            <a:headEnd len="med" w="med" type="triangle"/>
            <a:tailEnd len="sm" w="sm" type="none"/>
          </a:ln>
        </p:spPr>
      </p:cxnSp>
      <p:sp>
        <p:nvSpPr>
          <p:cNvPr id="963" name="Google Shape;963;p27"/>
          <p:cNvSpPr txBox="1"/>
          <p:nvPr/>
        </p:nvSpPr>
        <p:spPr>
          <a:xfrm>
            <a:off x="3318629" y="4358248"/>
            <a:ext cx="4970619" cy="5232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400">
                <a:solidFill>
                  <a:srgbClr val="151515"/>
                </a:solidFill>
                <a:latin typeface="Arial"/>
                <a:ea typeface="Arial"/>
                <a:cs typeface="Arial"/>
                <a:sym typeface="Arial"/>
              </a:rPr>
              <a:t>DD (Sequence number Y + 1 in ascending order)</a:t>
            </a:r>
            <a:endParaRPr/>
          </a:p>
          <a:p>
            <a:pPr indent="0" lvl="0" marL="0" marR="0" rtl="0" algn="r">
              <a:spcBef>
                <a:spcPts val="0"/>
              </a:spcBef>
              <a:spcAft>
                <a:spcPts val="0"/>
              </a:spcAft>
              <a:buNone/>
            </a:pPr>
            <a:r>
              <a:rPr lang="en-US" sz="1400">
                <a:solidFill>
                  <a:srgbClr val="151515"/>
                </a:solidFill>
                <a:latin typeface="Arial"/>
                <a:ea typeface="Arial"/>
                <a:cs typeface="Arial"/>
                <a:sym typeface="Arial"/>
              </a:rPr>
              <a:t>This is the summary of LSAs in my LSDB.</a:t>
            </a:r>
            <a:endParaRPr/>
          </a:p>
        </p:txBody>
      </p:sp>
      <p:sp>
        <p:nvSpPr>
          <p:cNvPr id="964" name="Google Shape;964;p27"/>
          <p:cNvSpPr txBox="1"/>
          <p:nvPr/>
        </p:nvSpPr>
        <p:spPr>
          <a:xfrm>
            <a:off x="503582" y="3194287"/>
            <a:ext cx="2846283" cy="830997"/>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600">
                <a:solidFill>
                  <a:schemeClr val="accent2"/>
                </a:solidFill>
                <a:latin typeface="Arial"/>
                <a:ea typeface="Arial"/>
                <a:cs typeface="Arial"/>
                <a:sym typeface="Arial"/>
              </a:rPr>
              <a:t>Exchange</a:t>
            </a:r>
            <a:endParaRPr/>
          </a:p>
          <a:p>
            <a:pPr indent="0" lvl="0" marL="0" marR="0" rtl="0" algn="r">
              <a:spcBef>
                <a:spcPts val="0"/>
              </a:spcBef>
              <a:spcAft>
                <a:spcPts val="0"/>
              </a:spcAft>
              <a:buNone/>
            </a:pPr>
            <a:r>
              <a:rPr lang="en-US" sz="1600">
                <a:solidFill>
                  <a:schemeClr val="accent2"/>
                </a:solidFill>
                <a:latin typeface="Arial"/>
                <a:ea typeface="Arial"/>
                <a:cs typeface="Arial"/>
                <a:sym typeface="Arial"/>
              </a:rPr>
              <a:t>(R2 with a larger router ID is preferred.)</a:t>
            </a:r>
            <a:endParaRPr/>
          </a:p>
        </p:txBody>
      </p:sp>
      <p:sp>
        <p:nvSpPr>
          <p:cNvPr id="953" name="Google Shape;953;p27"/>
          <p:cNvSpPr/>
          <p:nvPr/>
        </p:nvSpPr>
        <p:spPr>
          <a:xfrm>
            <a:off x="2474485" y="5783803"/>
            <a:ext cx="1844766" cy="591822"/>
          </a:xfrm>
          <a:prstGeom prst="roundRect">
            <a:avLst>
              <a:gd fmla="val 50000" name="adj"/>
            </a:avLst>
          </a:prstGeom>
          <a:solidFill>
            <a:srgbClr val="F4FBFE"/>
          </a:solidFill>
          <a:ln cap="flat" cmpd="sng" w="12700">
            <a:solidFill>
              <a:srgbClr val="00B0F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I know what R2's LSDB contains.</a:t>
            </a:r>
            <a:endParaRPr/>
          </a:p>
        </p:txBody>
      </p:sp>
      <p:sp>
        <p:nvSpPr>
          <p:cNvPr id="965" name="Google Shape;965;p27"/>
          <p:cNvSpPr/>
          <p:nvPr/>
        </p:nvSpPr>
        <p:spPr>
          <a:xfrm>
            <a:off x="7408439" y="5783804"/>
            <a:ext cx="1844766" cy="571382"/>
          </a:xfrm>
          <a:prstGeom prst="roundRect">
            <a:avLst>
              <a:gd fmla="val 50000" name="adj"/>
            </a:avLst>
          </a:prstGeom>
          <a:solidFill>
            <a:srgbClr val="F4FBFE"/>
          </a:solidFill>
          <a:ln cap="flat" cmpd="sng" w="12700">
            <a:solidFill>
              <a:srgbClr val="00B0F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I know what R1's LSDB contains.</a:t>
            </a:r>
            <a:endParaRPr/>
          </a:p>
        </p:txBody>
      </p:sp>
      <p:sp>
        <p:nvSpPr>
          <p:cNvPr id="966" name="Google Shape;966;p27"/>
          <p:cNvSpPr txBox="1"/>
          <p:nvPr/>
        </p:nvSpPr>
        <p:spPr>
          <a:xfrm>
            <a:off x="8395767" y="4037630"/>
            <a:ext cx="1190097"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accent2"/>
                </a:solidFill>
                <a:latin typeface="Arial"/>
                <a:ea typeface="Arial"/>
                <a:cs typeface="Arial"/>
                <a:sym typeface="Arial"/>
              </a:rPr>
              <a:t>Exchange</a:t>
            </a:r>
            <a:endParaRPr/>
          </a:p>
        </p:txBody>
      </p:sp>
      <p:cxnSp>
        <p:nvCxnSpPr>
          <p:cNvPr id="967" name="Google Shape;967;p27"/>
          <p:cNvCxnSpPr/>
          <p:nvPr/>
        </p:nvCxnSpPr>
        <p:spPr>
          <a:xfrm>
            <a:off x="3407727" y="5561306"/>
            <a:ext cx="4881530" cy="0"/>
          </a:xfrm>
          <a:prstGeom prst="straightConnector1">
            <a:avLst/>
          </a:prstGeom>
          <a:noFill/>
          <a:ln cap="flat" cmpd="sng" w="25400">
            <a:solidFill>
              <a:srgbClr val="EC7061"/>
            </a:solidFill>
            <a:prstDash val="solid"/>
            <a:miter lim="800000"/>
            <a:headEnd len="sm" w="sm" type="none"/>
            <a:tailEnd len="med" w="med" type="triangle"/>
          </a:ln>
        </p:spPr>
      </p:cxnSp>
      <p:sp>
        <p:nvSpPr>
          <p:cNvPr id="968" name="Google Shape;968;p27"/>
          <p:cNvSpPr txBox="1"/>
          <p:nvPr/>
        </p:nvSpPr>
        <p:spPr>
          <a:xfrm>
            <a:off x="3410736" y="5029600"/>
            <a:ext cx="4772011" cy="5232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400">
                <a:solidFill>
                  <a:srgbClr val="151515"/>
                </a:solidFill>
                <a:latin typeface="Arial"/>
                <a:ea typeface="Arial"/>
                <a:cs typeface="Arial"/>
                <a:sym typeface="Arial"/>
              </a:rPr>
              <a:t>DD (sequence number Y+1)</a:t>
            </a:r>
            <a:endParaRPr sz="1400">
              <a:solidFill>
                <a:srgbClr val="151515"/>
              </a:solidFill>
              <a:latin typeface="Arial"/>
              <a:ea typeface="Arial"/>
              <a:cs typeface="Arial"/>
              <a:sym typeface="Arial"/>
            </a:endParaRPr>
          </a:p>
          <a:p>
            <a:pPr indent="0" lvl="0" marL="0" marR="0" rtl="0" algn="l">
              <a:spcBef>
                <a:spcPts val="0"/>
              </a:spcBef>
              <a:spcAft>
                <a:spcPts val="0"/>
              </a:spcAft>
              <a:buNone/>
            </a:pPr>
            <a:r>
              <a:rPr lang="en-US" sz="1400">
                <a:solidFill>
                  <a:srgbClr val="151515"/>
                </a:solidFill>
                <a:latin typeface="Arial"/>
                <a:ea typeface="Arial"/>
                <a:cs typeface="Arial"/>
                <a:sym typeface="Arial"/>
              </a:rPr>
              <a:t>Confirms the DD packet sent by the master router.</a:t>
            </a:r>
            <a:endParaRPr sz="1400">
              <a:solidFill>
                <a:srgbClr val="151515"/>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2" name="Shape 972"/>
        <p:cNvGrpSpPr/>
        <p:nvPr/>
      </p:nvGrpSpPr>
      <p:grpSpPr>
        <a:xfrm>
          <a:off x="0" y="0"/>
          <a:ext cx="0" cy="0"/>
          <a:chOff x="0" y="0"/>
          <a:chExt cx="0" cy="0"/>
        </a:xfrm>
      </p:grpSpPr>
      <p:sp>
        <p:nvSpPr>
          <p:cNvPr id="973" name="Google Shape;973;p28"/>
          <p:cNvSpPr txBox="1"/>
          <p:nvPr>
            <p:ph type="title"/>
          </p:nvPr>
        </p:nvSpPr>
        <p:spPr>
          <a:xfrm>
            <a:off x="1594800" y="452604"/>
            <a:ext cx="9831600" cy="640800"/>
          </a:xfrm>
          <a:prstGeom prst="rect">
            <a:avLst/>
          </a:prstGeom>
          <a:noFill/>
          <a:ln>
            <a:noFill/>
          </a:ln>
        </p:spPr>
        <p:txBody>
          <a:bodyPr anchorCtr="0" anchor="ctr" bIns="50400" lIns="100800" spcFirstLastPara="1" rIns="100800" wrap="square" tIns="50400">
            <a:noAutofit/>
          </a:bodyPr>
          <a:lstStyle/>
          <a:p>
            <a:pPr indent="0" lvl="0" marL="0" rtl="0" algn="l">
              <a:lnSpc>
                <a:spcPct val="90000"/>
              </a:lnSpc>
              <a:spcBef>
                <a:spcPts val="0"/>
              </a:spcBef>
              <a:spcAft>
                <a:spcPts val="0"/>
              </a:spcAft>
              <a:buClr>
                <a:schemeClr val="dk1"/>
              </a:buClr>
              <a:buSzPts val="3400"/>
              <a:buFont typeface="Arial"/>
              <a:buNone/>
            </a:pPr>
            <a:r>
              <a:rPr lang="en-US"/>
              <a:t>Process of Establishing an OSPF Adjacency - Step 4</a:t>
            </a:r>
            <a:endParaRPr/>
          </a:p>
        </p:txBody>
      </p:sp>
      <p:sp>
        <p:nvSpPr>
          <p:cNvPr id="974" name="Google Shape;974;p28"/>
          <p:cNvSpPr txBox="1"/>
          <p:nvPr/>
        </p:nvSpPr>
        <p:spPr>
          <a:xfrm>
            <a:off x="2493946" y="1411336"/>
            <a:ext cx="1910775"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Router ID: 1.1.1.1</a:t>
            </a:r>
            <a:endParaRPr/>
          </a:p>
        </p:txBody>
      </p:sp>
      <p:sp>
        <p:nvSpPr>
          <p:cNvPr id="975" name="Google Shape;975;p28"/>
          <p:cNvSpPr txBox="1"/>
          <p:nvPr/>
        </p:nvSpPr>
        <p:spPr>
          <a:xfrm>
            <a:off x="7269613" y="1422836"/>
            <a:ext cx="1910775"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Router ID: 2.2.2.2</a:t>
            </a:r>
            <a:endParaRPr/>
          </a:p>
        </p:txBody>
      </p:sp>
      <p:cxnSp>
        <p:nvCxnSpPr>
          <p:cNvPr id="976" name="Google Shape;976;p28"/>
          <p:cNvCxnSpPr/>
          <p:nvPr/>
        </p:nvCxnSpPr>
        <p:spPr>
          <a:xfrm>
            <a:off x="3414802" y="2903517"/>
            <a:ext cx="4874455" cy="0"/>
          </a:xfrm>
          <a:prstGeom prst="straightConnector1">
            <a:avLst/>
          </a:prstGeom>
          <a:noFill/>
          <a:ln cap="flat" cmpd="sng" w="25400">
            <a:solidFill>
              <a:srgbClr val="EC7061"/>
            </a:solidFill>
            <a:prstDash val="solid"/>
            <a:miter lim="800000"/>
            <a:headEnd len="sm" w="sm" type="none"/>
            <a:tailEnd len="med" w="med" type="triangle"/>
          </a:ln>
        </p:spPr>
      </p:cxnSp>
      <p:sp>
        <p:nvSpPr>
          <p:cNvPr id="977" name="Google Shape;977;p28"/>
          <p:cNvSpPr txBox="1"/>
          <p:nvPr/>
        </p:nvSpPr>
        <p:spPr>
          <a:xfrm>
            <a:off x="8395767" y="2713330"/>
            <a:ext cx="1190097"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accent2"/>
                </a:solidFill>
                <a:latin typeface="Arial"/>
                <a:ea typeface="Arial"/>
                <a:cs typeface="Arial"/>
                <a:sym typeface="Arial"/>
              </a:rPr>
              <a:t>Loading</a:t>
            </a:r>
            <a:endParaRPr/>
          </a:p>
        </p:txBody>
      </p:sp>
      <p:cxnSp>
        <p:nvCxnSpPr>
          <p:cNvPr id="978" name="Google Shape;978;p28"/>
          <p:cNvCxnSpPr/>
          <p:nvPr/>
        </p:nvCxnSpPr>
        <p:spPr>
          <a:xfrm>
            <a:off x="3407727" y="3601573"/>
            <a:ext cx="4881530" cy="0"/>
          </a:xfrm>
          <a:prstGeom prst="straightConnector1">
            <a:avLst/>
          </a:prstGeom>
          <a:noFill/>
          <a:ln cap="flat" cmpd="sng" w="25400">
            <a:solidFill>
              <a:srgbClr val="EC7061"/>
            </a:solidFill>
            <a:prstDash val="solid"/>
            <a:miter lim="800000"/>
            <a:headEnd len="med" w="med" type="triangle"/>
            <a:tailEnd len="sm" w="sm" type="none"/>
          </a:ln>
        </p:spPr>
      </p:cxnSp>
      <p:sp>
        <p:nvSpPr>
          <p:cNvPr id="979" name="Google Shape;979;p28"/>
          <p:cNvSpPr txBox="1"/>
          <p:nvPr/>
        </p:nvSpPr>
        <p:spPr>
          <a:xfrm>
            <a:off x="3318629" y="3085776"/>
            <a:ext cx="4970619" cy="830997"/>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1" lang="en-US" sz="1400">
                <a:solidFill>
                  <a:schemeClr val="dk1"/>
                </a:solidFill>
                <a:latin typeface="Arial"/>
                <a:ea typeface="Arial"/>
                <a:cs typeface="Arial"/>
                <a:sym typeface="Arial"/>
              </a:rPr>
              <a:t>LSU</a:t>
            </a:r>
            <a:endParaRPr/>
          </a:p>
          <a:p>
            <a:pPr indent="0" lvl="0" marL="0" marR="0" rtl="0" algn="r">
              <a:spcBef>
                <a:spcPts val="0"/>
              </a:spcBef>
              <a:spcAft>
                <a:spcPts val="0"/>
              </a:spcAft>
              <a:buNone/>
            </a:pPr>
            <a:r>
              <a:rPr lang="en-US" sz="1400">
                <a:solidFill>
                  <a:schemeClr val="dk1"/>
                </a:solidFill>
                <a:latin typeface="Arial"/>
                <a:ea typeface="Arial"/>
                <a:cs typeface="Arial"/>
                <a:sym typeface="Arial"/>
              </a:rPr>
              <a:t>This is the complete information about the requested LSA.</a:t>
            </a:r>
            <a:endParaRPr/>
          </a:p>
        </p:txBody>
      </p:sp>
      <p:cxnSp>
        <p:nvCxnSpPr>
          <p:cNvPr id="980" name="Google Shape;980;p28"/>
          <p:cNvCxnSpPr/>
          <p:nvPr/>
        </p:nvCxnSpPr>
        <p:spPr>
          <a:xfrm>
            <a:off x="3407727" y="4445597"/>
            <a:ext cx="4881530" cy="0"/>
          </a:xfrm>
          <a:prstGeom prst="straightConnector1">
            <a:avLst/>
          </a:prstGeom>
          <a:noFill/>
          <a:ln cap="flat" cmpd="sng" w="25400">
            <a:solidFill>
              <a:srgbClr val="EC7061"/>
            </a:solidFill>
            <a:prstDash val="solid"/>
            <a:miter lim="800000"/>
            <a:headEnd len="sm" w="sm" type="none"/>
            <a:tailEnd len="med" w="med" type="triangle"/>
          </a:ln>
        </p:spPr>
      </p:cxnSp>
      <p:cxnSp>
        <p:nvCxnSpPr>
          <p:cNvPr id="981" name="Google Shape;981;p28"/>
          <p:cNvCxnSpPr>
            <a:stCxn id="982" idx="2"/>
            <a:endCxn id="983" idx="0"/>
          </p:cNvCxnSpPr>
          <p:nvPr/>
        </p:nvCxnSpPr>
        <p:spPr>
          <a:xfrm>
            <a:off x="3386666" y="2206636"/>
            <a:ext cx="0" cy="3737400"/>
          </a:xfrm>
          <a:prstGeom prst="straightConnector1">
            <a:avLst/>
          </a:prstGeom>
          <a:noFill/>
          <a:ln cap="flat" cmpd="sng" w="19050">
            <a:solidFill>
              <a:srgbClr val="00B0F0"/>
            </a:solidFill>
            <a:prstDash val="dash"/>
            <a:miter lim="800000"/>
            <a:headEnd len="sm" w="sm" type="none"/>
            <a:tailEnd len="sm" w="sm" type="none"/>
          </a:ln>
        </p:spPr>
      </p:cxnSp>
      <p:cxnSp>
        <p:nvCxnSpPr>
          <p:cNvPr id="984" name="Google Shape;984;p28"/>
          <p:cNvCxnSpPr>
            <a:stCxn id="985" idx="2"/>
            <a:endCxn id="986" idx="0"/>
          </p:cNvCxnSpPr>
          <p:nvPr/>
        </p:nvCxnSpPr>
        <p:spPr>
          <a:xfrm>
            <a:off x="8294337" y="2206636"/>
            <a:ext cx="0" cy="3737400"/>
          </a:xfrm>
          <a:prstGeom prst="straightConnector1">
            <a:avLst/>
          </a:prstGeom>
          <a:noFill/>
          <a:ln cap="flat" cmpd="sng" w="19050">
            <a:solidFill>
              <a:srgbClr val="00B0F0"/>
            </a:solidFill>
            <a:prstDash val="dash"/>
            <a:miter lim="800000"/>
            <a:headEnd len="sm" w="sm" type="none"/>
            <a:tailEnd len="sm" w="sm" type="none"/>
          </a:ln>
        </p:spPr>
      </p:cxnSp>
      <p:sp>
        <p:nvSpPr>
          <p:cNvPr id="987" name="Google Shape;987;p28"/>
          <p:cNvSpPr txBox="1"/>
          <p:nvPr/>
        </p:nvSpPr>
        <p:spPr>
          <a:xfrm>
            <a:off x="3401805" y="2202660"/>
            <a:ext cx="3974603" cy="83099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LSR</a:t>
            </a:r>
            <a:endParaRPr/>
          </a:p>
          <a:p>
            <a:pPr indent="0" lvl="0" marL="0" marR="0" rtl="0" algn="l">
              <a:spcBef>
                <a:spcPts val="0"/>
              </a:spcBef>
              <a:spcAft>
                <a:spcPts val="0"/>
              </a:spcAft>
              <a:buNone/>
            </a:pPr>
            <a:r>
              <a:rPr lang="en-US" sz="1400">
                <a:solidFill>
                  <a:schemeClr val="dk1"/>
                </a:solidFill>
                <a:latin typeface="Arial"/>
                <a:ea typeface="Arial"/>
                <a:cs typeface="Arial"/>
                <a:sym typeface="Arial"/>
              </a:rPr>
              <a:t>I want to request the complete information about the xx LSA.</a:t>
            </a:r>
            <a:endParaRPr/>
          </a:p>
        </p:txBody>
      </p:sp>
      <p:sp>
        <p:nvSpPr>
          <p:cNvPr id="988" name="Google Shape;988;p28"/>
          <p:cNvSpPr txBox="1"/>
          <p:nvPr/>
        </p:nvSpPr>
        <p:spPr>
          <a:xfrm>
            <a:off x="2120900" y="2725615"/>
            <a:ext cx="1139004" cy="33855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600">
                <a:solidFill>
                  <a:schemeClr val="accent2"/>
                </a:solidFill>
                <a:latin typeface="Arial"/>
                <a:ea typeface="Arial"/>
                <a:cs typeface="Arial"/>
                <a:sym typeface="Arial"/>
              </a:rPr>
              <a:t>Loading</a:t>
            </a:r>
            <a:endParaRPr/>
          </a:p>
        </p:txBody>
      </p:sp>
      <p:pic>
        <p:nvPicPr>
          <p:cNvPr id="982" name="Google Shape;982;p28"/>
          <p:cNvPicPr preferRelativeResize="0"/>
          <p:nvPr/>
        </p:nvPicPr>
        <p:blipFill rotWithShape="1">
          <a:blip r:embed="rId3">
            <a:alphaModFix/>
          </a:blip>
          <a:srcRect b="0" l="0" r="0" t="0"/>
          <a:stretch/>
        </p:blipFill>
        <p:spPr>
          <a:xfrm>
            <a:off x="3116666" y="1763836"/>
            <a:ext cx="540000" cy="442800"/>
          </a:xfrm>
          <a:prstGeom prst="rect">
            <a:avLst/>
          </a:prstGeom>
          <a:noFill/>
          <a:ln>
            <a:noFill/>
          </a:ln>
        </p:spPr>
      </p:pic>
      <p:cxnSp>
        <p:nvCxnSpPr>
          <p:cNvPr id="989" name="Google Shape;989;p28"/>
          <p:cNvCxnSpPr>
            <a:stCxn id="982" idx="3"/>
            <a:endCxn id="985" idx="1"/>
          </p:cNvCxnSpPr>
          <p:nvPr/>
        </p:nvCxnSpPr>
        <p:spPr>
          <a:xfrm>
            <a:off x="3656666" y="1985236"/>
            <a:ext cx="4367700" cy="0"/>
          </a:xfrm>
          <a:prstGeom prst="straightConnector1">
            <a:avLst/>
          </a:prstGeom>
          <a:noFill/>
          <a:ln cap="flat" cmpd="sng" w="19050">
            <a:solidFill>
              <a:schemeClr val="dk1"/>
            </a:solidFill>
            <a:prstDash val="solid"/>
            <a:miter lim="800000"/>
            <a:headEnd len="sm" w="sm" type="none"/>
            <a:tailEnd len="sm" w="sm" type="none"/>
          </a:ln>
        </p:spPr>
      </p:cxnSp>
      <p:pic>
        <p:nvPicPr>
          <p:cNvPr id="985" name="Google Shape;985;p28"/>
          <p:cNvPicPr preferRelativeResize="0"/>
          <p:nvPr/>
        </p:nvPicPr>
        <p:blipFill rotWithShape="1">
          <a:blip r:embed="rId3">
            <a:alphaModFix/>
          </a:blip>
          <a:srcRect b="0" l="0" r="0" t="0"/>
          <a:stretch/>
        </p:blipFill>
        <p:spPr>
          <a:xfrm>
            <a:off x="8024337" y="1763836"/>
            <a:ext cx="540000" cy="442800"/>
          </a:xfrm>
          <a:prstGeom prst="rect">
            <a:avLst/>
          </a:prstGeom>
          <a:noFill/>
          <a:ln>
            <a:noFill/>
          </a:ln>
        </p:spPr>
      </p:pic>
      <p:sp>
        <p:nvSpPr>
          <p:cNvPr id="990" name="Google Shape;990;p28"/>
          <p:cNvSpPr txBox="1"/>
          <p:nvPr/>
        </p:nvSpPr>
        <p:spPr>
          <a:xfrm>
            <a:off x="2570791" y="1840633"/>
            <a:ext cx="540000"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600">
                <a:solidFill>
                  <a:schemeClr val="dk1"/>
                </a:solidFill>
                <a:latin typeface="Arial"/>
                <a:ea typeface="Arial"/>
                <a:cs typeface="Arial"/>
                <a:sym typeface="Arial"/>
              </a:rPr>
              <a:t>R1</a:t>
            </a:r>
            <a:endParaRPr/>
          </a:p>
        </p:txBody>
      </p:sp>
      <p:sp>
        <p:nvSpPr>
          <p:cNvPr id="991" name="Google Shape;991;p28"/>
          <p:cNvSpPr txBox="1"/>
          <p:nvPr/>
        </p:nvSpPr>
        <p:spPr>
          <a:xfrm>
            <a:off x="8640388" y="1815959"/>
            <a:ext cx="540000"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600">
                <a:solidFill>
                  <a:schemeClr val="dk1"/>
                </a:solidFill>
                <a:latin typeface="Arial"/>
                <a:ea typeface="Arial"/>
                <a:cs typeface="Arial"/>
                <a:sym typeface="Arial"/>
              </a:rPr>
              <a:t>R2</a:t>
            </a:r>
            <a:endParaRPr/>
          </a:p>
        </p:txBody>
      </p:sp>
      <p:cxnSp>
        <p:nvCxnSpPr>
          <p:cNvPr id="992" name="Google Shape;992;p28"/>
          <p:cNvCxnSpPr/>
          <p:nvPr/>
        </p:nvCxnSpPr>
        <p:spPr>
          <a:xfrm>
            <a:off x="3407727" y="5229783"/>
            <a:ext cx="4881530" cy="0"/>
          </a:xfrm>
          <a:prstGeom prst="straightConnector1">
            <a:avLst/>
          </a:prstGeom>
          <a:noFill/>
          <a:ln cap="flat" cmpd="sng" w="25400">
            <a:solidFill>
              <a:srgbClr val="EC7061"/>
            </a:solidFill>
            <a:prstDash val="solid"/>
            <a:miter lim="800000"/>
            <a:headEnd len="sm" w="sm" type="none"/>
            <a:tailEnd len="med" w="med" type="triangle"/>
          </a:ln>
        </p:spPr>
      </p:cxnSp>
      <p:sp>
        <p:nvSpPr>
          <p:cNvPr id="993" name="Google Shape;993;p28"/>
          <p:cNvSpPr txBox="1"/>
          <p:nvPr/>
        </p:nvSpPr>
        <p:spPr>
          <a:xfrm>
            <a:off x="2558167" y="5398872"/>
            <a:ext cx="628768" cy="33855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600">
                <a:solidFill>
                  <a:schemeClr val="accent2"/>
                </a:solidFill>
                <a:latin typeface="Arial"/>
                <a:ea typeface="Arial"/>
                <a:cs typeface="Arial"/>
                <a:sym typeface="Arial"/>
              </a:rPr>
              <a:t>Full</a:t>
            </a:r>
            <a:endParaRPr/>
          </a:p>
        </p:txBody>
      </p:sp>
      <p:grpSp>
        <p:nvGrpSpPr>
          <p:cNvPr id="994" name="Google Shape;994;p28"/>
          <p:cNvGrpSpPr/>
          <p:nvPr/>
        </p:nvGrpSpPr>
        <p:grpSpPr>
          <a:xfrm>
            <a:off x="5819096" y="5486131"/>
            <a:ext cx="298839" cy="69780"/>
            <a:chOff x="5819096" y="5764424"/>
            <a:chExt cx="298839" cy="69780"/>
          </a:xfrm>
        </p:grpSpPr>
        <p:sp>
          <p:nvSpPr>
            <p:cNvPr id="995" name="Google Shape;995;p28"/>
            <p:cNvSpPr/>
            <p:nvPr/>
          </p:nvSpPr>
          <p:spPr>
            <a:xfrm>
              <a:off x="5819096" y="5764424"/>
              <a:ext cx="63946" cy="69780"/>
            </a:xfrm>
            <a:prstGeom prst="ellipse">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96" name="Google Shape;996;p28"/>
            <p:cNvSpPr/>
            <p:nvPr/>
          </p:nvSpPr>
          <p:spPr>
            <a:xfrm>
              <a:off x="5936543" y="5764424"/>
              <a:ext cx="63946" cy="69780"/>
            </a:xfrm>
            <a:prstGeom prst="ellipse">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97" name="Google Shape;997;p28"/>
            <p:cNvSpPr/>
            <p:nvPr/>
          </p:nvSpPr>
          <p:spPr>
            <a:xfrm>
              <a:off x="6053989" y="5764424"/>
              <a:ext cx="63946" cy="69780"/>
            </a:xfrm>
            <a:prstGeom prst="ellipse">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sp>
        <p:nvSpPr>
          <p:cNvPr id="983" name="Google Shape;983;p28"/>
          <p:cNvSpPr/>
          <p:nvPr/>
        </p:nvSpPr>
        <p:spPr>
          <a:xfrm>
            <a:off x="2301176" y="5944138"/>
            <a:ext cx="2170980" cy="420574"/>
          </a:xfrm>
          <a:prstGeom prst="roundRect">
            <a:avLst>
              <a:gd fmla="val 50000" name="adj"/>
            </a:avLst>
          </a:prstGeom>
          <a:solidFill>
            <a:srgbClr val="F4FBFE"/>
          </a:solidFill>
          <a:ln cap="flat" cmpd="sng" w="12700">
            <a:solidFill>
              <a:srgbClr val="00B0F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LSDBs of R1 and R2 are synchronized.</a:t>
            </a:r>
            <a:endParaRPr/>
          </a:p>
        </p:txBody>
      </p:sp>
      <p:sp>
        <p:nvSpPr>
          <p:cNvPr id="986" name="Google Shape;986;p28"/>
          <p:cNvSpPr/>
          <p:nvPr/>
        </p:nvSpPr>
        <p:spPr>
          <a:xfrm>
            <a:off x="7208848" y="5944138"/>
            <a:ext cx="2170979" cy="420574"/>
          </a:xfrm>
          <a:prstGeom prst="roundRect">
            <a:avLst>
              <a:gd fmla="val 50000" name="adj"/>
            </a:avLst>
          </a:prstGeom>
          <a:solidFill>
            <a:srgbClr val="F4FBFE"/>
          </a:solidFill>
          <a:ln cap="flat" cmpd="sng" w="12700">
            <a:solidFill>
              <a:srgbClr val="00B0F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LSDBs of R1 and R2 are synchronized.</a:t>
            </a:r>
            <a:endParaRPr/>
          </a:p>
        </p:txBody>
      </p:sp>
      <p:sp>
        <p:nvSpPr>
          <p:cNvPr id="998" name="Google Shape;998;p28"/>
          <p:cNvSpPr txBox="1"/>
          <p:nvPr/>
        </p:nvSpPr>
        <p:spPr>
          <a:xfrm>
            <a:off x="8388423" y="5398872"/>
            <a:ext cx="628768" cy="33855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600">
                <a:solidFill>
                  <a:schemeClr val="accent2"/>
                </a:solidFill>
                <a:latin typeface="Arial"/>
                <a:ea typeface="Arial"/>
                <a:cs typeface="Arial"/>
                <a:sym typeface="Arial"/>
              </a:rPr>
              <a:t>Full</a:t>
            </a:r>
            <a:endParaRPr/>
          </a:p>
        </p:txBody>
      </p:sp>
      <p:sp>
        <p:nvSpPr>
          <p:cNvPr id="999" name="Google Shape;999;p28"/>
          <p:cNvSpPr txBox="1"/>
          <p:nvPr/>
        </p:nvSpPr>
        <p:spPr>
          <a:xfrm>
            <a:off x="3392365" y="4489030"/>
            <a:ext cx="3984043" cy="83099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LSR</a:t>
            </a:r>
            <a:endParaRPr/>
          </a:p>
          <a:p>
            <a:pPr indent="0" lvl="0" marL="0" marR="0" rtl="0" algn="l">
              <a:spcBef>
                <a:spcPts val="0"/>
              </a:spcBef>
              <a:spcAft>
                <a:spcPts val="0"/>
              </a:spcAft>
              <a:buNone/>
            </a:pPr>
            <a:r>
              <a:rPr lang="en-US" sz="1400">
                <a:solidFill>
                  <a:schemeClr val="dk1"/>
                </a:solidFill>
                <a:latin typeface="Arial"/>
                <a:ea typeface="Arial"/>
                <a:cs typeface="Arial"/>
                <a:sym typeface="Arial"/>
              </a:rPr>
              <a:t>I want to request the complete information about the yyy LSA.</a:t>
            </a:r>
            <a:endParaRPr/>
          </a:p>
        </p:txBody>
      </p:sp>
      <p:sp>
        <p:nvSpPr>
          <p:cNvPr id="1000" name="Google Shape;1000;p28"/>
          <p:cNvSpPr txBox="1"/>
          <p:nvPr/>
        </p:nvSpPr>
        <p:spPr>
          <a:xfrm>
            <a:off x="3392365" y="3690457"/>
            <a:ext cx="4244807" cy="742113"/>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LS ACK</a:t>
            </a:r>
            <a:endParaRPr/>
          </a:p>
          <a:p>
            <a:pPr indent="0" lvl="0" marL="0" marR="0" rtl="0" algn="l">
              <a:spcBef>
                <a:spcPts val="0"/>
              </a:spcBef>
              <a:spcAft>
                <a:spcPts val="0"/>
              </a:spcAft>
              <a:buNone/>
            </a:pPr>
            <a:r>
              <a:rPr lang="en-US" sz="1400">
                <a:solidFill>
                  <a:schemeClr val="dk1"/>
                </a:solidFill>
                <a:latin typeface="Arial"/>
                <a:ea typeface="Arial"/>
                <a:cs typeface="Arial"/>
                <a:sym typeface="Arial"/>
              </a:rPr>
              <a:t>Confirms the reception of the LSU and the xx LSA carried in the LSU.</a:t>
            </a:r>
            <a:endParaRPr sz="1400">
              <a:solidFill>
                <a:schemeClr val="dk1"/>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4" name="Shape 1004"/>
        <p:cNvGrpSpPr/>
        <p:nvPr/>
      </p:nvGrpSpPr>
      <p:grpSpPr>
        <a:xfrm>
          <a:off x="0" y="0"/>
          <a:ext cx="0" cy="0"/>
          <a:chOff x="0" y="0"/>
          <a:chExt cx="0" cy="0"/>
        </a:xfrm>
      </p:grpSpPr>
      <p:sp>
        <p:nvSpPr>
          <p:cNvPr id="1005" name="Google Shape;1005;p29"/>
          <p:cNvSpPr txBox="1"/>
          <p:nvPr>
            <p:ph type="title"/>
          </p:nvPr>
        </p:nvSpPr>
        <p:spPr>
          <a:xfrm>
            <a:off x="1594800" y="452604"/>
            <a:ext cx="9831600" cy="640800"/>
          </a:xfrm>
          <a:prstGeom prst="rect">
            <a:avLst/>
          </a:prstGeom>
          <a:noFill/>
          <a:ln>
            <a:noFill/>
          </a:ln>
        </p:spPr>
        <p:txBody>
          <a:bodyPr anchorCtr="0" anchor="ctr" bIns="50400" lIns="100800" spcFirstLastPara="1" rIns="100800" wrap="square" tIns="50400">
            <a:noAutofit/>
          </a:bodyPr>
          <a:lstStyle/>
          <a:p>
            <a:pPr indent="0" lvl="0" marL="0" rtl="0" algn="l">
              <a:lnSpc>
                <a:spcPct val="90000"/>
              </a:lnSpc>
              <a:spcBef>
                <a:spcPts val="0"/>
              </a:spcBef>
              <a:spcAft>
                <a:spcPts val="0"/>
              </a:spcAft>
              <a:buClr>
                <a:schemeClr val="dk1"/>
              </a:buClr>
              <a:buSzPts val="3400"/>
              <a:buFont typeface="Arial"/>
              <a:buNone/>
            </a:pPr>
            <a:r>
              <a:rPr lang="en-US"/>
              <a:t>Review of the OSPF Neighbor Table </a:t>
            </a:r>
            <a:endParaRPr/>
          </a:p>
        </p:txBody>
      </p:sp>
      <p:sp>
        <p:nvSpPr>
          <p:cNvPr id="1006" name="Google Shape;1006;p29"/>
          <p:cNvSpPr txBox="1"/>
          <p:nvPr/>
        </p:nvSpPr>
        <p:spPr>
          <a:xfrm>
            <a:off x="2648542" y="2685942"/>
            <a:ext cx="6400800" cy="3583866"/>
          </a:xfrm>
          <a:prstGeom prst="rect">
            <a:avLst/>
          </a:prstGeom>
          <a:solidFill>
            <a:srgbClr val="F4FBFE"/>
          </a:solidFill>
          <a:ln cap="flat" cmpd="sng" w="9525">
            <a:solidFill>
              <a:srgbClr val="99DFF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30000"/>
              </a:lnSpc>
              <a:spcBef>
                <a:spcPts val="0"/>
              </a:spcBef>
              <a:spcAft>
                <a:spcPts val="0"/>
              </a:spcAft>
              <a:buNone/>
            </a:pPr>
            <a:r>
              <a:rPr lang="en-US" sz="1600">
                <a:solidFill>
                  <a:schemeClr val="dk1"/>
                </a:solidFill>
                <a:latin typeface="Arial"/>
                <a:ea typeface="Arial"/>
                <a:cs typeface="Arial"/>
                <a:sym typeface="Arial"/>
              </a:rPr>
              <a:t>&lt;R1&gt; display ospf peer   </a:t>
            </a:r>
            <a:endParaRPr/>
          </a:p>
          <a:p>
            <a:pPr indent="0" lvl="0" marL="0" marR="0" rtl="0" algn="l">
              <a:lnSpc>
                <a:spcPct val="130000"/>
              </a:lnSpc>
              <a:spcBef>
                <a:spcPts val="0"/>
              </a:spcBef>
              <a:spcAft>
                <a:spcPts val="0"/>
              </a:spcAft>
              <a:buNone/>
            </a:pPr>
            <a:r>
              <a:rPr lang="en-US" sz="1600">
                <a:solidFill>
                  <a:schemeClr val="dk1"/>
                </a:solidFill>
                <a:latin typeface="Arial"/>
                <a:ea typeface="Arial"/>
                <a:cs typeface="Arial"/>
                <a:sym typeface="Arial"/>
              </a:rPr>
              <a:t>    OSPF Process 1 with Router ID 1.1.1.1           </a:t>
            </a:r>
            <a:endParaRPr/>
          </a:p>
          <a:p>
            <a:pPr indent="0" lvl="0" marL="0" marR="0" rtl="0" algn="l">
              <a:lnSpc>
                <a:spcPct val="130000"/>
              </a:lnSpc>
              <a:spcBef>
                <a:spcPts val="0"/>
              </a:spcBef>
              <a:spcAft>
                <a:spcPts val="0"/>
              </a:spcAft>
              <a:buNone/>
            </a:pPr>
            <a:r>
              <a:rPr lang="en-US" sz="1600">
                <a:solidFill>
                  <a:schemeClr val="dk1"/>
                </a:solidFill>
                <a:latin typeface="Arial"/>
                <a:ea typeface="Arial"/>
                <a:cs typeface="Arial"/>
                <a:sym typeface="Arial"/>
              </a:rPr>
              <a:t>                       Neighbors </a:t>
            </a:r>
            <a:endParaRPr/>
          </a:p>
          <a:p>
            <a:pPr indent="0" lvl="0" marL="0" marR="0" rtl="0" algn="l">
              <a:lnSpc>
                <a:spcPct val="130000"/>
              </a:lnSpc>
              <a:spcBef>
                <a:spcPts val="0"/>
              </a:spcBef>
              <a:spcAft>
                <a:spcPts val="0"/>
              </a:spcAft>
              <a:buNone/>
            </a:pPr>
            <a:r>
              <a:rPr lang="en-US" sz="1600">
                <a:solidFill>
                  <a:schemeClr val="dk1"/>
                </a:solidFill>
                <a:latin typeface="Arial"/>
                <a:ea typeface="Arial"/>
                <a:cs typeface="Arial"/>
                <a:sym typeface="Arial"/>
              </a:rPr>
              <a:t>Area 0.0.0.0 interface 10.1.1.1(</a:t>
            </a:r>
            <a:r>
              <a:rPr lang="en-US" sz="1600">
                <a:solidFill>
                  <a:srgbClr val="7F6000"/>
                </a:solidFill>
                <a:latin typeface="Arial"/>
                <a:ea typeface="Arial"/>
                <a:cs typeface="Arial"/>
                <a:sym typeface="Arial"/>
              </a:rPr>
              <a:t>GigabitEthernet1/0/0</a:t>
            </a:r>
            <a:r>
              <a:rPr lang="en-US" sz="1600">
                <a:solidFill>
                  <a:schemeClr val="dk1"/>
                </a:solidFill>
                <a:latin typeface="Arial"/>
                <a:ea typeface="Arial"/>
                <a:cs typeface="Arial"/>
                <a:sym typeface="Arial"/>
              </a:rPr>
              <a:t>)'s neighbors </a:t>
            </a:r>
            <a:endParaRPr/>
          </a:p>
          <a:p>
            <a:pPr indent="0" lvl="0" marL="0" marR="0" rtl="0" algn="l">
              <a:lnSpc>
                <a:spcPct val="130000"/>
              </a:lnSpc>
              <a:spcBef>
                <a:spcPts val="0"/>
              </a:spcBef>
              <a:spcAft>
                <a:spcPts val="0"/>
              </a:spcAft>
              <a:buNone/>
            </a:pPr>
            <a:r>
              <a:rPr lang="en-US" sz="1600">
                <a:solidFill>
                  <a:srgbClr val="7F6000"/>
                </a:solidFill>
                <a:latin typeface="Arial"/>
                <a:ea typeface="Arial"/>
                <a:cs typeface="Arial"/>
                <a:sym typeface="Arial"/>
              </a:rPr>
              <a:t>Area  2.2.2.2    </a:t>
            </a:r>
            <a:r>
              <a:rPr lang="en-US" sz="1600">
                <a:solidFill>
                  <a:schemeClr val="dk1"/>
                </a:solidFill>
                <a:latin typeface="Arial"/>
                <a:ea typeface="Arial"/>
                <a:cs typeface="Arial"/>
                <a:sym typeface="Arial"/>
              </a:rPr>
              <a:t>Address: 10.1.1.2    GR State: Normal  </a:t>
            </a:r>
            <a:endParaRPr/>
          </a:p>
          <a:p>
            <a:pPr indent="0" lvl="0" marL="0" marR="0" rtl="0" algn="l">
              <a:lnSpc>
                <a:spcPct val="130000"/>
              </a:lnSpc>
              <a:spcBef>
                <a:spcPts val="0"/>
              </a:spcBef>
              <a:spcAft>
                <a:spcPts val="0"/>
              </a:spcAft>
              <a:buNone/>
            </a:pPr>
            <a:r>
              <a:rPr lang="en-US" sz="1600">
                <a:solidFill>
                  <a:schemeClr val="dk1"/>
                </a:solidFill>
                <a:latin typeface="Arial"/>
                <a:ea typeface="Arial"/>
                <a:cs typeface="Arial"/>
                <a:sym typeface="Arial"/>
              </a:rPr>
              <a:t>    </a:t>
            </a:r>
            <a:r>
              <a:rPr lang="en-US" sz="1600">
                <a:solidFill>
                  <a:srgbClr val="7F6000"/>
                </a:solidFill>
                <a:latin typeface="Arial"/>
                <a:ea typeface="Arial"/>
                <a:cs typeface="Arial"/>
                <a:sym typeface="Arial"/>
              </a:rPr>
              <a:t>State:  Full  Mode:Nbr is Master  </a:t>
            </a:r>
            <a:r>
              <a:rPr lang="en-US" sz="1600">
                <a:solidFill>
                  <a:schemeClr val="dk1"/>
                </a:solidFill>
                <a:latin typeface="Arial"/>
                <a:ea typeface="Arial"/>
                <a:cs typeface="Arial"/>
                <a:sym typeface="Arial"/>
              </a:rPr>
              <a:t>Priority: 1   </a:t>
            </a:r>
            <a:endParaRPr/>
          </a:p>
          <a:p>
            <a:pPr indent="0" lvl="0" marL="0" marR="0" rtl="0" algn="l">
              <a:lnSpc>
                <a:spcPct val="130000"/>
              </a:lnSpc>
              <a:spcBef>
                <a:spcPts val="0"/>
              </a:spcBef>
              <a:spcAft>
                <a:spcPts val="0"/>
              </a:spcAft>
              <a:buNone/>
            </a:pPr>
            <a:r>
              <a:rPr lang="en-US" sz="1600">
                <a:solidFill>
                  <a:srgbClr val="EC7061"/>
                </a:solidFill>
                <a:latin typeface="Arial"/>
                <a:ea typeface="Arial"/>
                <a:cs typeface="Arial"/>
                <a:sym typeface="Arial"/>
              </a:rPr>
              <a:t>    DR: 10.1.1.1  BDR:  10.1.1.2   </a:t>
            </a:r>
            <a:r>
              <a:rPr lang="en-US" sz="1600">
                <a:solidFill>
                  <a:schemeClr val="dk1"/>
                </a:solidFill>
                <a:latin typeface="Arial"/>
                <a:ea typeface="Arial"/>
                <a:cs typeface="Arial"/>
                <a:sym typeface="Arial"/>
              </a:rPr>
              <a:t>MTU: 0   </a:t>
            </a:r>
            <a:endParaRPr/>
          </a:p>
          <a:p>
            <a:pPr indent="0" lvl="0" marL="0" marR="0" rtl="0" algn="l">
              <a:lnSpc>
                <a:spcPct val="130000"/>
              </a:lnSpc>
              <a:spcBef>
                <a:spcPts val="0"/>
              </a:spcBef>
              <a:spcAft>
                <a:spcPts val="0"/>
              </a:spcAft>
              <a:buNone/>
            </a:pPr>
            <a:r>
              <a:rPr lang="en-US" sz="1600">
                <a:solidFill>
                  <a:srgbClr val="000000"/>
                </a:solidFill>
                <a:latin typeface="Arial"/>
                <a:ea typeface="Arial"/>
                <a:cs typeface="Arial"/>
                <a:sym typeface="Arial"/>
              </a:rPr>
              <a:t>    Dead timer due in 35  sec   </a:t>
            </a:r>
            <a:endParaRPr/>
          </a:p>
          <a:p>
            <a:pPr indent="0" lvl="0" marL="0" marR="0" rtl="0" algn="l">
              <a:lnSpc>
                <a:spcPct val="130000"/>
              </a:lnSpc>
              <a:spcBef>
                <a:spcPts val="0"/>
              </a:spcBef>
              <a:spcAft>
                <a:spcPts val="0"/>
              </a:spcAft>
              <a:buNone/>
            </a:pPr>
            <a:r>
              <a:rPr lang="en-US" sz="1600">
                <a:solidFill>
                  <a:srgbClr val="000000"/>
                </a:solidFill>
                <a:latin typeface="Arial"/>
                <a:ea typeface="Arial"/>
                <a:cs typeface="Arial"/>
                <a:sym typeface="Arial"/>
              </a:rPr>
              <a:t>    Retrans timer interval: 5   </a:t>
            </a:r>
            <a:endParaRPr/>
          </a:p>
          <a:p>
            <a:pPr indent="0" lvl="0" marL="0" marR="0" rtl="0" algn="l">
              <a:lnSpc>
                <a:spcPct val="130000"/>
              </a:lnSpc>
              <a:spcBef>
                <a:spcPts val="0"/>
              </a:spcBef>
              <a:spcAft>
                <a:spcPts val="0"/>
              </a:spcAft>
              <a:buNone/>
            </a:pPr>
            <a:r>
              <a:rPr lang="en-US" sz="1600">
                <a:solidFill>
                  <a:srgbClr val="000000"/>
                </a:solidFill>
                <a:latin typeface="Arial"/>
                <a:ea typeface="Arial"/>
                <a:cs typeface="Arial"/>
                <a:sym typeface="Arial"/>
              </a:rPr>
              <a:t>    Neighbor is up for 00:00:05   </a:t>
            </a:r>
            <a:endParaRPr/>
          </a:p>
          <a:p>
            <a:pPr indent="0" lvl="0" marL="0" marR="0" rtl="0" algn="l">
              <a:lnSpc>
                <a:spcPct val="130000"/>
              </a:lnSpc>
              <a:spcBef>
                <a:spcPts val="0"/>
              </a:spcBef>
              <a:spcAft>
                <a:spcPts val="0"/>
              </a:spcAft>
              <a:buNone/>
            </a:pPr>
            <a:r>
              <a:rPr lang="en-US" sz="1600">
                <a:solidFill>
                  <a:srgbClr val="000000"/>
                </a:solidFill>
                <a:latin typeface="Arial"/>
                <a:ea typeface="Arial"/>
                <a:cs typeface="Arial"/>
                <a:sym typeface="Arial"/>
              </a:rPr>
              <a:t>    Authentication Sequence: [ 0 ]</a:t>
            </a:r>
            <a:endParaRPr/>
          </a:p>
        </p:txBody>
      </p:sp>
      <p:sp>
        <p:nvSpPr>
          <p:cNvPr id="1007" name="Google Shape;1007;p29"/>
          <p:cNvSpPr txBox="1"/>
          <p:nvPr/>
        </p:nvSpPr>
        <p:spPr>
          <a:xfrm>
            <a:off x="2493946" y="1284724"/>
            <a:ext cx="1910775"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Router ID: 1.1.1.1</a:t>
            </a:r>
            <a:endParaRPr/>
          </a:p>
        </p:txBody>
      </p:sp>
      <p:sp>
        <p:nvSpPr>
          <p:cNvPr id="1008" name="Google Shape;1008;p29"/>
          <p:cNvSpPr txBox="1"/>
          <p:nvPr/>
        </p:nvSpPr>
        <p:spPr>
          <a:xfrm>
            <a:off x="7269613" y="1296224"/>
            <a:ext cx="1910775"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Router ID: 2.2.2.2</a:t>
            </a:r>
            <a:endParaRPr/>
          </a:p>
        </p:txBody>
      </p:sp>
      <p:pic>
        <p:nvPicPr>
          <p:cNvPr id="1009" name="Google Shape;1009;p29"/>
          <p:cNvPicPr preferRelativeResize="0"/>
          <p:nvPr/>
        </p:nvPicPr>
        <p:blipFill rotWithShape="1">
          <a:blip r:embed="rId3">
            <a:alphaModFix/>
          </a:blip>
          <a:srcRect b="0" l="0" r="0" t="0"/>
          <a:stretch/>
        </p:blipFill>
        <p:spPr>
          <a:xfrm>
            <a:off x="3110791" y="1763836"/>
            <a:ext cx="540000" cy="442800"/>
          </a:xfrm>
          <a:prstGeom prst="rect">
            <a:avLst/>
          </a:prstGeom>
          <a:noFill/>
          <a:ln>
            <a:noFill/>
          </a:ln>
        </p:spPr>
      </p:pic>
      <p:cxnSp>
        <p:nvCxnSpPr>
          <p:cNvPr id="1010" name="Google Shape;1010;p29"/>
          <p:cNvCxnSpPr>
            <a:stCxn id="1009" idx="3"/>
            <a:endCxn id="1011" idx="1"/>
          </p:cNvCxnSpPr>
          <p:nvPr/>
        </p:nvCxnSpPr>
        <p:spPr>
          <a:xfrm>
            <a:off x="3650791" y="1985236"/>
            <a:ext cx="4370700" cy="0"/>
          </a:xfrm>
          <a:prstGeom prst="straightConnector1">
            <a:avLst/>
          </a:prstGeom>
          <a:noFill/>
          <a:ln cap="flat" cmpd="sng" w="19050">
            <a:solidFill>
              <a:schemeClr val="dk1"/>
            </a:solidFill>
            <a:prstDash val="solid"/>
            <a:miter lim="800000"/>
            <a:headEnd len="sm" w="sm" type="none"/>
            <a:tailEnd len="sm" w="sm" type="none"/>
          </a:ln>
        </p:spPr>
      </p:cxnSp>
      <p:pic>
        <p:nvPicPr>
          <p:cNvPr id="1011" name="Google Shape;1011;p29"/>
          <p:cNvPicPr preferRelativeResize="0"/>
          <p:nvPr/>
        </p:nvPicPr>
        <p:blipFill rotWithShape="1">
          <a:blip r:embed="rId3">
            <a:alphaModFix/>
          </a:blip>
          <a:srcRect b="0" l="0" r="0" t="0"/>
          <a:stretch/>
        </p:blipFill>
        <p:spPr>
          <a:xfrm>
            <a:off x="8021555" y="1763836"/>
            <a:ext cx="540000" cy="442800"/>
          </a:xfrm>
          <a:prstGeom prst="rect">
            <a:avLst/>
          </a:prstGeom>
          <a:noFill/>
          <a:ln>
            <a:noFill/>
          </a:ln>
        </p:spPr>
      </p:pic>
      <p:sp>
        <p:nvSpPr>
          <p:cNvPr id="1012" name="Google Shape;1012;p29"/>
          <p:cNvSpPr txBox="1"/>
          <p:nvPr/>
        </p:nvSpPr>
        <p:spPr>
          <a:xfrm>
            <a:off x="2570791" y="1840633"/>
            <a:ext cx="540000"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600">
                <a:solidFill>
                  <a:schemeClr val="dk1"/>
                </a:solidFill>
                <a:latin typeface="Arial"/>
                <a:ea typeface="Arial"/>
                <a:cs typeface="Arial"/>
                <a:sym typeface="Arial"/>
              </a:rPr>
              <a:t>R1</a:t>
            </a:r>
            <a:endParaRPr/>
          </a:p>
        </p:txBody>
      </p:sp>
      <p:sp>
        <p:nvSpPr>
          <p:cNvPr id="1013" name="Google Shape;1013;p29"/>
          <p:cNvSpPr txBox="1"/>
          <p:nvPr/>
        </p:nvSpPr>
        <p:spPr>
          <a:xfrm>
            <a:off x="8640388" y="1815959"/>
            <a:ext cx="540000"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600">
                <a:solidFill>
                  <a:schemeClr val="dk1"/>
                </a:solidFill>
                <a:latin typeface="Arial"/>
                <a:ea typeface="Arial"/>
                <a:cs typeface="Arial"/>
                <a:sym typeface="Arial"/>
              </a:rPr>
              <a:t>R2</a:t>
            </a:r>
            <a:endParaRPr/>
          </a:p>
        </p:txBody>
      </p:sp>
      <p:grpSp>
        <p:nvGrpSpPr>
          <p:cNvPr id="1014" name="Google Shape;1014;p29"/>
          <p:cNvGrpSpPr/>
          <p:nvPr/>
        </p:nvGrpSpPr>
        <p:grpSpPr>
          <a:xfrm>
            <a:off x="3612691" y="1987042"/>
            <a:ext cx="1903174" cy="567904"/>
            <a:chOff x="2134861" y="4974560"/>
            <a:chExt cx="1903174" cy="567904"/>
          </a:xfrm>
        </p:grpSpPr>
        <p:sp>
          <p:nvSpPr>
            <p:cNvPr id="1015" name="Google Shape;1015;p29"/>
            <p:cNvSpPr txBox="1"/>
            <p:nvPr/>
          </p:nvSpPr>
          <p:spPr>
            <a:xfrm>
              <a:off x="2134861" y="5234687"/>
              <a:ext cx="1903174" cy="30777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10.1.1.1/30</a:t>
              </a:r>
              <a:endParaRPr/>
            </a:p>
          </p:txBody>
        </p:sp>
        <p:sp>
          <p:nvSpPr>
            <p:cNvPr id="1016" name="Google Shape;1016;p29"/>
            <p:cNvSpPr txBox="1"/>
            <p:nvPr/>
          </p:nvSpPr>
          <p:spPr>
            <a:xfrm>
              <a:off x="2201974" y="4974560"/>
              <a:ext cx="1057993" cy="30777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GE1/0/0</a:t>
              </a:r>
              <a:endParaRPr/>
            </a:p>
          </p:txBody>
        </p:sp>
      </p:grpSp>
      <p:grpSp>
        <p:nvGrpSpPr>
          <p:cNvPr id="1017" name="Google Shape;1017;p29"/>
          <p:cNvGrpSpPr/>
          <p:nvPr/>
        </p:nvGrpSpPr>
        <p:grpSpPr>
          <a:xfrm>
            <a:off x="7069968" y="1987042"/>
            <a:ext cx="1903174" cy="567904"/>
            <a:chOff x="2134861" y="4974560"/>
            <a:chExt cx="1903174" cy="567904"/>
          </a:xfrm>
        </p:grpSpPr>
        <p:sp>
          <p:nvSpPr>
            <p:cNvPr id="1018" name="Google Shape;1018;p29"/>
            <p:cNvSpPr txBox="1"/>
            <p:nvPr/>
          </p:nvSpPr>
          <p:spPr>
            <a:xfrm>
              <a:off x="2134861" y="5234687"/>
              <a:ext cx="1903174" cy="30777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10.1.1.2/30</a:t>
              </a:r>
              <a:endParaRPr/>
            </a:p>
          </p:txBody>
        </p:sp>
        <p:sp>
          <p:nvSpPr>
            <p:cNvPr id="1019" name="Google Shape;1019;p29"/>
            <p:cNvSpPr txBox="1"/>
            <p:nvPr/>
          </p:nvSpPr>
          <p:spPr>
            <a:xfrm>
              <a:off x="2201974" y="4974560"/>
              <a:ext cx="1057993" cy="30777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GE1/0/0</a:t>
              </a:r>
              <a:endParaRPr/>
            </a:p>
          </p:txBody>
        </p:sp>
      </p:grpSp>
      <p:cxnSp>
        <p:nvCxnSpPr>
          <p:cNvPr id="1020" name="Google Shape;1020;p29"/>
          <p:cNvCxnSpPr/>
          <p:nvPr/>
        </p:nvCxnSpPr>
        <p:spPr>
          <a:xfrm rot="10800000">
            <a:off x="8795590" y="3861048"/>
            <a:ext cx="468000" cy="0"/>
          </a:xfrm>
          <a:prstGeom prst="straightConnector1">
            <a:avLst/>
          </a:prstGeom>
          <a:noFill/>
          <a:ln cap="flat" cmpd="sng" w="38100">
            <a:solidFill>
              <a:srgbClr val="00B0F0"/>
            </a:solidFill>
            <a:prstDash val="solid"/>
            <a:miter lim="800000"/>
            <a:headEnd len="sm" w="sm" type="none"/>
            <a:tailEnd len="med" w="med" type="triangle"/>
          </a:ln>
        </p:spPr>
      </p:cxnSp>
      <p:sp>
        <p:nvSpPr>
          <p:cNvPr id="1021" name="Google Shape;1021;p29"/>
          <p:cNvSpPr/>
          <p:nvPr/>
        </p:nvSpPr>
        <p:spPr>
          <a:xfrm>
            <a:off x="9256588" y="3438884"/>
            <a:ext cx="2003262" cy="706297"/>
          </a:xfrm>
          <a:prstGeom prst="roundRect">
            <a:avLst>
              <a:gd fmla="val 7486" name="adj"/>
            </a:avLst>
          </a:prstGeom>
          <a:solidFill>
            <a:srgbClr val="00B0F0">
              <a:alpha val="4705"/>
            </a:srgbClr>
          </a:solidFill>
          <a:ln cap="flat" cmpd="sng" w="9525">
            <a:solidFill>
              <a:srgbClr val="99DFF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R1 discovers neighbors in area 0 on GE 1/0/0.</a:t>
            </a:r>
            <a:endParaRPr/>
          </a:p>
        </p:txBody>
      </p:sp>
      <p:cxnSp>
        <p:nvCxnSpPr>
          <p:cNvPr id="1022" name="Google Shape;1022;p29"/>
          <p:cNvCxnSpPr>
            <a:stCxn id="1023" idx="3"/>
          </p:cNvCxnSpPr>
          <p:nvPr/>
        </p:nvCxnSpPr>
        <p:spPr>
          <a:xfrm>
            <a:off x="2349500" y="4031208"/>
            <a:ext cx="320400" cy="93600"/>
          </a:xfrm>
          <a:prstGeom prst="straightConnector1">
            <a:avLst/>
          </a:prstGeom>
          <a:noFill/>
          <a:ln cap="flat" cmpd="sng" w="38100">
            <a:solidFill>
              <a:schemeClr val="accent1"/>
            </a:solidFill>
            <a:prstDash val="solid"/>
            <a:miter lim="800000"/>
            <a:headEnd len="sm" w="sm" type="none"/>
            <a:tailEnd len="med" w="med" type="triangle"/>
          </a:ln>
        </p:spPr>
      </p:cxnSp>
      <p:sp>
        <p:nvSpPr>
          <p:cNvPr id="1023" name="Google Shape;1023;p29"/>
          <p:cNvSpPr/>
          <p:nvPr/>
        </p:nvSpPr>
        <p:spPr>
          <a:xfrm>
            <a:off x="611188" y="3779180"/>
            <a:ext cx="1738312" cy="504056"/>
          </a:xfrm>
          <a:prstGeom prst="roundRect">
            <a:avLst>
              <a:gd fmla="val 7486" name="adj"/>
            </a:avLst>
          </a:prstGeom>
          <a:solidFill>
            <a:srgbClr val="00B0F0">
              <a:alpha val="4705"/>
            </a:srgbClr>
          </a:solidFill>
          <a:ln cap="flat" cmpd="sng" w="9525">
            <a:solidFill>
              <a:srgbClr val="99DFF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Router ID of the neighbor: 2.2.2.2</a:t>
            </a:r>
            <a:endParaRPr/>
          </a:p>
        </p:txBody>
      </p:sp>
      <p:cxnSp>
        <p:nvCxnSpPr>
          <p:cNvPr id="1024" name="Google Shape;1024;p29"/>
          <p:cNvCxnSpPr>
            <a:stCxn id="1025" idx="3"/>
          </p:cNvCxnSpPr>
          <p:nvPr/>
        </p:nvCxnSpPr>
        <p:spPr>
          <a:xfrm flipH="1" rot="10800000">
            <a:off x="2349500" y="4561798"/>
            <a:ext cx="364200" cy="132600"/>
          </a:xfrm>
          <a:prstGeom prst="straightConnector1">
            <a:avLst/>
          </a:prstGeom>
          <a:noFill/>
          <a:ln cap="flat" cmpd="sng" w="38100">
            <a:solidFill>
              <a:schemeClr val="accent1"/>
            </a:solidFill>
            <a:prstDash val="solid"/>
            <a:miter lim="800000"/>
            <a:headEnd len="sm" w="sm" type="none"/>
            <a:tailEnd len="med" w="med" type="triangle"/>
          </a:ln>
        </p:spPr>
      </p:cxnSp>
      <p:sp>
        <p:nvSpPr>
          <p:cNvPr id="1025" name="Google Shape;1025;p29"/>
          <p:cNvSpPr/>
          <p:nvPr/>
        </p:nvSpPr>
        <p:spPr>
          <a:xfrm>
            <a:off x="611188" y="4464371"/>
            <a:ext cx="1738312" cy="460053"/>
          </a:xfrm>
          <a:prstGeom prst="roundRect">
            <a:avLst>
              <a:gd fmla="val 7486" name="adj"/>
            </a:avLst>
          </a:prstGeom>
          <a:solidFill>
            <a:srgbClr val="00B0F0">
              <a:alpha val="4705"/>
            </a:srgbClr>
          </a:solidFill>
          <a:ln cap="flat" cmpd="sng" w="9525">
            <a:solidFill>
              <a:srgbClr val="99DFF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The neighbor status is Full.</a:t>
            </a:r>
            <a:endParaRPr/>
          </a:p>
        </p:txBody>
      </p:sp>
      <p:cxnSp>
        <p:nvCxnSpPr>
          <p:cNvPr id="1026" name="Google Shape;1026;p29"/>
          <p:cNvCxnSpPr/>
          <p:nvPr/>
        </p:nvCxnSpPr>
        <p:spPr>
          <a:xfrm rot="10800000">
            <a:off x="7089019" y="4561754"/>
            <a:ext cx="576000" cy="0"/>
          </a:xfrm>
          <a:prstGeom prst="straightConnector1">
            <a:avLst/>
          </a:prstGeom>
          <a:noFill/>
          <a:ln cap="flat" cmpd="sng" w="38100">
            <a:solidFill>
              <a:srgbClr val="00B0F0"/>
            </a:solidFill>
            <a:prstDash val="solid"/>
            <a:miter lim="800000"/>
            <a:headEnd len="sm" w="sm" type="none"/>
            <a:tailEnd len="med" w="med" type="triangle"/>
          </a:ln>
        </p:spPr>
      </p:cxnSp>
      <p:sp>
        <p:nvSpPr>
          <p:cNvPr id="1027" name="Google Shape;1027;p29"/>
          <p:cNvSpPr/>
          <p:nvPr/>
        </p:nvSpPr>
        <p:spPr>
          <a:xfrm>
            <a:off x="7667033" y="4283237"/>
            <a:ext cx="1972577" cy="555464"/>
          </a:xfrm>
          <a:prstGeom prst="roundRect">
            <a:avLst>
              <a:gd fmla="val 7486" name="adj"/>
            </a:avLst>
          </a:prstGeom>
          <a:solidFill>
            <a:srgbClr val="00B0F0">
              <a:alpha val="4705"/>
            </a:srgbClr>
          </a:solidFill>
          <a:ln cap="flat" cmpd="sng" w="9525">
            <a:solidFill>
              <a:srgbClr val="99DFF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The neighbor at 2.2.2.2 is the master.</a:t>
            </a:r>
            <a:endParaRPr/>
          </a:p>
        </p:txBody>
      </p:sp>
      <p:sp>
        <p:nvSpPr>
          <p:cNvPr id="1028" name="Google Shape;1028;p29"/>
          <p:cNvSpPr/>
          <p:nvPr/>
        </p:nvSpPr>
        <p:spPr>
          <a:xfrm>
            <a:off x="9326586" y="5607683"/>
            <a:ext cx="2419212" cy="684560"/>
          </a:xfrm>
          <a:prstGeom prst="roundRect">
            <a:avLst>
              <a:gd fmla="val 7486" name="adj"/>
            </a:avLst>
          </a:prstGeom>
          <a:solidFill>
            <a:schemeClr val="lt1"/>
          </a:solidFill>
          <a:ln cap="flat" cmpd="sng" w="19050">
            <a:solidFill>
              <a:srgbClr val="EC706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400">
                <a:solidFill>
                  <a:srgbClr val="EC7061"/>
                </a:solidFill>
                <a:latin typeface="Arial"/>
                <a:ea typeface="Arial"/>
                <a:cs typeface="Arial"/>
                <a:sym typeface="Arial"/>
              </a:rPr>
              <a:t>Quiz: What is the DR/BDR in the neighbor table?</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2" name="Shape 1032"/>
        <p:cNvGrpSpPr/>
        <p:nvPr/>
      </p:nvGrpSpPr>
      <p:grpSpPr>
        <a:xfrm>
          <a:off x="0" y="0"/>
          <a:ext cx="0" cy="0"/>
          <a:chOff x="0" y="0"/>
          <a:chExt cx="0" cy="0"/>
        </a:xfrm>
      </p:grpSpPr>
      <p:sp>
        <p:nvSpPr>
          <p:cNvPr id="1033" name="Google Shape;1033;p30"/>
          <p:cNvSpPr txBox="1"/>
          <p:nvPr>
            <p:ph idx="1" type="body"/>
          </p:nvPr>
        </p:nvSpPr>
        <p:spPr>
          <a:xfrm>
            <a:off x="451877" y="1242453"/>
            <a:ext cx="11306175" cy="4680000"/>
          </a:xfrm>
          <a:prstGeom prst="rect">
            <a:avLst/>
          </a:prstGeom>
          <a:noFill/>
          <a:ln>
            <a:noFill/>
          </a:ln>
        </p:spPr>
        <p:txBody>
          <a:bodyPr anchorCtr="0" anchor="t" bIns="40050" lIns="80125" spcFirstLastPara="1" rIns="80125" wrap="square" tIns="40050">
            <a:noAutofit/>
          </a:bodyPr>
          <a:lstStyle/>
          <a:p>
            <a:pPr indent="-302279" lvl="0" marL="302279" rtl="0" algn="just">
              <a:lnSpc>
                <a:spcPct val="140000"/>
              </a:lnSpc>
              <a:spcBef>
                <a:spcPts val="0"/>
              </a:spcBef>
              <a:spcAft>
                <a:spcPts val="0"/>
              </a:spcAft>
              <a:buClr>
                <a:schemeClr val="dk1"/>
              </a:buClr>
              <a:buSzPts val="900"/>
              <a:buChar char="●"/>
            </a:pPr>
            <a:r>
              <a:rPr lang="en-US" sz="1800"/>
              <a:t>Before learning concepts of the DR and BDR, understand OSPF network types.</a:t>
            </a:r>
            <a:endParaRPr/>
          </a:p>
          <a:p>
            <a:pPr indent="-302279" lvl="0" marL="302279" rtl="0" algn="just">
              <a:lnSpc>
                <a:spcPct val="140000"/>
              </a:lnSpc>
              <a:spcBef>
                <a:spcPts val="792"/>
              </a:spcBef>
              <a:spcAft>
                <a:spcPts val="0"/>
              </a:spcAft>
              <a:buClr>
                <a:schemeClr val="dk1"/>
              </a:buClr>
              <a:buSzPts val="900"/>
              <a:buChar char="●"/>
            </a:pPr>
            <a:r>
              <a:rPr lang="en-US" sz="1800"/>
              <a:t>The OSPF network type is a very important interface variable. This variable affects OSPF operations on interfaces. For example, it determines how to send OSPF packets and whether to elect a DR or BDR.</a:t>
            </a:r>
            <a:endParaRPr/>
          </a:p>
          <a:p>
            <a:pPr indent="-302279" lvl="0" marL="302279" rtl="0" algn="just">
              <a:lnSpc>
                <a:spcPct val="140000"/>
              </a:lnSpc>
              <a:spcBef>
                <a:spcPts val="792"/>
              </a:spcBef>
              <a:spcAft>
                <a:spcPts val="0"/>
              </a:spcAft>
              <a:buClr>
                <a:schemeClr val="dk1"/>
              </a:buClr>
              <a:buSzPts val="900"/>
              <a:buChar char="●"/>
            </a:pPr>
            <a:r>
              <a:rPr lang="en-US" sz="1800"/>
              <a:t>The default OSPF network type of an interface depends on the data link layer encapsulation used by the interface.</a:t>
            </a:r>
            <a:endParaRPr/>
          </a:p>
          <a:p>
            <a:pPr indent="-302279" lvl="0" marL="302279" rtl="0" algn="just">
              <a:lnSpc>
                <a:spcPct val="140000"/>
              </a:lnSpc>
              <a:spcBef>
                <a:spcPts val="792"/>
              </a:spcBef>
              <a:spcAft>
                <a:spcPts val="0"/>
              </a:spcAft>
              <a:buClr>
                <a:schemeClr val="dk1"/>
              </a:buClr>
              <a:buSzPts val="900"/>
              <a:buChar char="●"/>
            </a:pPr>
            <a:r>
              <a:rPr lang="en-US" sz="1800"/>
              <a:t>As shown in the figure, OSPF has four network types: broadcast, NBMA, P2MP, and P2P.</a:t>
            </a:r>
            <a:endParaRPr/>
          </a:p>
          <a:p>
            <a:pPr indent="-245129" lvl="0" marL="302279" rtl="0" algn="just">
              <a:lnSpc>
                <a:spcPct val="140000"/>
              </a:lnSpc>
              <a:spcBef>
                <a:spcPts val="792"/>
              </a:spcBef>
              <a:spcAft>
                <a:spcPts val="0"/>
              </a:spcAft>
              <a:buClr>
                <a:schemeClr val="dk1"/>
              </a:buClr>
              <a:buSzPts val="900"/>
              <a:buNone/>
            </a:pPr>
            <a:r>
              <a:t/>
            </a:r>
            <a:endParaRPr sz="1800"/>
          </a:p>
        </p:txBody>
      </p:sp>
      <p:sp>
        <p:nvSpPr>
          <p:cNvPr id="1034" name="Google Shape;1034;p30"/>
          <p:cNvSpPr txBox="1"/>
          <p:nvPr>
            <p:ph type="title"/>
          </p:nvPr>
        </p:nvSpPr>
        <p:spPr>
          <a:xfrm>
            <a:off x="1594800" y="452604"/>
            <a:ext cx="9831600" cy="640800"/>
          </a:xfrm>
          <a:prstGeom prst="rect">
            <a:avLst/>
          </a:prstGeom>
          <a:noFill/>
          <a:ln>
            <a:noFill/>
          </a:ln>
        </p:spPr>
        <p:txBody>
          <a:bodyPr anchorCtr="0" anchor="ctr" bIns="50400" lIns="100800" spcFirstLastPara="1" rIns="100800" wrap="square" tIns="50400">
            <a:noAutofit/>
          </a:bodyPr>
          <a:lstStyle/>
          <a:p>
            <a:pPr indent="0" lvl="0" marL="0" rtl="0" algn="l">
              <a:lnSpc>
                <a:spcPct val="90000"/>
              </a:lnSpc>
              <a:spcBef>
                <a:spcPts val="0"/>
              </a:spcBef>
              <a:spcAft>
                <a:spcPts val="0"/>
              </a:spcAft>
              <a:buClr>
                <a:schemeClr val="dk1"/>
              </a:buClr>
              <a:buSzPts val="3400"/>
              <a:buFont typeface="Arial"/>
              <a:buNone/>
            </a:pPr>
            <a:r>
              <a:rPr lang="en-US"/>
              <a:t>OSPF Network Types</a:t>
            </a:r>
            <a:endParaRPr/>
          </a:p>
        </p:txBody>
      </p:sp>
      <p:sp>
        <p:nvSpPr>
          <p:cNvPr id="1035" name="Google Shape;1035;p30"/>
          <p:cNvSpPr txBox="1"/>
          <p:nvPr/>
        </p:nvSpPr>
        <p:spPr>
          <a:xfrm>
            <a:off x="6106408" y="4148921"/>
            <a:ext cx="5352458" cy="1692771"/>
          </a:xfrm>
          <a:prstGeom prst="rect">
            <a:avLst/>
          </a:prstGeom>
          <a:solidFill>
            <a:srgbClr val="F4FBFE"/>
          </a:solidFill>
          <a:ln cap="flat" cmpd="sng" w="9525">
            <a:solidFill>
              <a:srgbClr val="99DFF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30000"/>
              </a:lnSpc>
              <a:spcBef>
                <a:spcPts val="0"/>
              </a:spcBef>
              <a:spcAft>
                <a:spcPts val="0"/>
              </a:spcAft>
              <a:buNone/>
            </a:pPr>
            <a:r>
              <a:rPr lang="en-US" sz="1600">
                <a:solidFill>
                  <a:srgbClr val="EC7061"/>
                </a:solidFill>
                <a:latin typeface="Arial"/>
                <a:ea typeface="Arial"/>
                <a:cs typeface="Arial"/>
                <a:sym typeface="Arial"/>
              </a:rPr>
              <a:t>[R1-GigabitEthernet1/0/0] ospf network-type ?</a:t>
            </a:r>
            <a:endParaRPr/>
          </a:p>
          <a:p>
            <a:pPr indent="0" lvl="0" marL="0" marR="0" rtl="0" algn="l">
              <a:lnSpc>
                <a:spcPct val="130000"/>
              </a:lnSpc>
              <a:spcBef>
                <a:spcPts val="0"/>
              </a:spcBef>
              <a:spcAft>
                <a:spcPts val="0"/>
              </a:spcAft>
              <a:buNone/>
            </a:pPr>
            <a:r>
              <a:rPr lang="en-US" sz="1600">
                <a:solidFill>
                  <a:schemeClr val="dk1"/>
                </a:solidFill>
                <a:latin typeface="Arial"/>
                <a:ea typeface="Arial"/>
                <a:cs typeface="Arial"/>
                <a:sym typeface="Arial"/>
              </a:rPr>
              <a:t>  </a:t>
            </a:r>
            <a:r>
              <a:rPr lang="en-US" sz="1600">
                <a:solidFill>
                  <a:srgbClr val="EC7061"/>
                </a:solidFill>
                <a:latin typeface="Arial"/>
                <a:ea typeface="Arial"/>
                <a:cs typeface="Arial"/>
                <a:sym typeface="Arial"/>
              </a:rPr>
              <a:t>broadcast</a:t>
            </a:r>
            <a:r>
              <a:rPr lang="en-US" sz="1600">
                <a:solidFill>
                  <a:schemeClr val="dk1"/>
                </a:solidFill>
                <a:latin typeface="Arial"/>
                <a:ea typeface="Arial"/>
                <a:cs typeface="Arial"/>
                <a:sym typeface="Arial"/>
              </a:rPr>
              <a:t>  Specify OSPF broadcast network</a:t>
            </a:r>
            <a:endParaRPr/>
          </a:p>
          <a:p>
            <a:pPr indent="0" lvl="0" marL="0" marR="0" rtl="0" algn="l">
              <a:lnSpc>
                <a:spcPct val="130000"/>
              </a:lnSpc>
              <a:spcBef>
                <a:spcPts val="0"/>
              </a:spcBef>
              <a:spcAft>
                <a:spcPts val="0"/>
              </a:spcAft>
              <a:buNone/>
            </a:pPr>
            <a:r>
              <a:rPr lang="en-US" sz="1600">
                <a:solidFill>
                  <a:schemeClr val="dk1"/>
                </a:solidFill>
                <a:latin typeface="Arial"/>
                <a:ea typeface="Arial"/>
                <a:cs typeface="Arial"/>
                <a:sym typeface="Arial"/>
              </a:rPr>
              <a:t>  </a:t>
            </a:r>
            <a:r>
              <a:rPr lang="en-US" sz="1600">
                <a:solidFill>
                  <a:srgbClr val="EC7061"/>
                </a:solidFill>
                <a:latin typeface="Arial"/>
                <a:ea typeface="Arial"/>
                <a:cs typeface="Arial"/>
                <a:sym typeface="Arial"/>
              </a:rPr>
              <a:t>nbma</a:t>
            </a:r>
            <a:r>
              <a:rPr lang="en-US" sz="1600">
                <a:solidFill>
                  <a:schemeClr val="dk1"/>
                </a:solidFill>
                <a:latin typeface="Arial"/>
                <a:ea typeface="Arial"/>
                <a:cs typeface="Arial"/>
                <a:sym typeface="Arial"/>
              </a:rPr>
              <a:t>        Specify OSPF NBMA network</a:t>
            </a:r>
            <a:endParaRPr/>
          </a:p>
          <a:p>
            <a:pPr indent="0" lvl="0" marL="0" marR="0" rtl="0" algn="l">
              <a:lnSpc>
                <a:spcPct val="130000"/>
              </a:lnSpc>
              <a:spcBef>
                <a:spcPts val="0"/>
              </a:spcBef>
              <a:spcAft>
                <a:spcPts val="0"/>
              </a:spcAft>
              <a:buNone/>
            </a:pPr>
            <a:r>
              <a:rPr lang="en-US" sz="1600">
                <a:solidFill>
                  <a:schemeClr val="dk1"/>
                </a:solidFill>
                <a:latin typeface="Arial"/>
                <a:ea typeface="Arial"/>
                <a:cs typeface="Arial"/>
                <a:sym typeface="Arial"/>
              </a:rPr>
              <a:t>  </a:t>
            </a:r>
            <a:r>
              <a:rPr lang="en-US" sz="1600">
                <a:solidFill>
                  <a:srgbClr val="EC7061"/>
                </a:solidFill>
                <a:latin typeface="Arial"/>
                <a:ea typeface="Arial"/>
                <a:cs typeface="Arial"/>
                <a:sym typeface="Arial"/>
              </a:rPr>
              <a:t>p2mp</a:t>
            </a:r>
            <a:r>
              <a:rPr lang="en-US" sz="1600">
                <a:solidFill>
                  <a:schemeClr val="dk1"/>
                </a:solidFill>
                <a:latin typeface="Arial"/>
                <a:ea typeface="Arial"/>
                <a:cs typeface="Arial"/>
                <a:sym typeface="Arial"/>
              </a:rPr>
              <a:t>        Specify OSPF point-to-multipoint network</a:t>
            </a:r>
            <a:endParaRPr/>
          </a:p>
          <a:p>
            <a:pPr indent="0" lvl="0" marL="0" marR="0" rtl="0" algn="l">
              <a:lnSpc>
                <a:spcPct val="130000"/>
              </a:lnSpc>
              <a:spcBef>
                <a:spcPts val="0"/>
              </a:spcBef>
              <a:spcAft>
                <a:spcPts val="0"/>
              </a:spcAft>
              <a:buNone/>
            </a:pPr>
            <a:r>
              <a:rPr lang="en-US" sz="1600">
                <a:solidFill>
                  <a:schemeClr val="dk1"/>
                </a:solidFill>
                <a:latin typeface="Arial"/>
                <a:ea typeface="Arial"/>
                <a:cs typeface="Arial"/>
                <a:sym typeface="Arial"/>
              </a:rPr>
              <a:t>  </a:t>
            </a:r>
            <a:r>
              <a:rPr lang="en-US" sz="1600">
                <a:solidFill>
                  <a:srgbClr val="EC7061"/>
                </a:solidFill>
                <a:latin typeface="Arial"/>
                <a:ea typeface="Arial"/>
                <a:cs typeface="Arial"/>
                <a:sym typeface="Arial"/>
              </a:rPr>
              <a:t>p2p</a:t>
            </a:r>
            <a:r>
              <a:rPr lang="en-US" sz="1600">
                <a:solidFill>
                  <a:schemeClr val="dk1"/>
                </a:solidFill>
                <a:latin typeface="Arial"/>
                <a:ea typeface="Arial"/>
                <a:cs typeface="Arial"/>
                <a:sym typeface="Arial"/>
              </a:rPr>
              <a:t>           Specify OSPF point-to-point network</a:t>
            </a:r>
            <a:endParaRPr/>
          </a:p>
        </p:txBody>
      </p:sp>
      <p:cxnSp>
        <p:nvCxnSpPr>
          <p:cNvPr id="1036" name="Google Shape;1036;p30"/>
          <p:cNvCxnSpPr>
            <a:stCxn id="1037" idx="1"/>
            <a:endCxn id="1038" idx="3"/>
          </p:cNvCxnSpPr>
          <p:nvPr/>
        </p:nvCxnSpPr>
        <p:spPr>
          <a:xfrm rot="10800000">
            <a:off x="1732999" y="4995307"/>
            <a:ext cx="2714100" cy="0"/>
          </a:xfrm>
          <a:prstGeom prst="straightConnector1">
            <a:avLst/>
          </a:prstGeom>
          <a:noFill/>
          <a:ln cap="flat" cmpd="sng" w="19050">
            <a:solidFill>
              <a:schemeClr val="dk1"/>
            </a:solidFill>
            <a:prstDash val="solid"/>
            <a:miter lim="800000"/>
            <a:headEnd len="sm" w="sm" type="none"/>
            <a:tailEnd len="sm" w="sm" type="none"/>
          </a:ln>
        </p:spPr>
      </p:cxnSp>
      <p:grpSp>
        <p:nvGrpSpPr>
          <p:cNvPr id="1039" name="Google Shape;1039;p30"/>
          <p:cNvGrpSpPr/>
          <p:nvPr/>
        </p:nvGrpSpPr>
        <p:grpSpPr>
          <a:xfrm>
            <a:off x="1192958" y="4773907"/>
            <a:ext cx="707171" cy="825430"/>
            <a:chOff x="1669180" y="4735807"/>
            <a:chExt cx="707171" cy="825430"/>
          </a:xfrm>
        </p:grpSpPr>
        <p:pic>
          <p:nvPicPr>
            <p:cNvPr id="1038" name="Google Shape;1038;p30"/>
            <p:cNvPicPr preferRelativeResize="0"/>
            <p:nvPr/>
          </p:nvPicPr>
          <p:blipFill rotWithShape="1">
            <a:blip r:embed="rId3">
              <a:alphaModFix/>
            </a:blip>
            <a:srcRect b="0" l="0" r="0" t="0"/>
            <a:stretch/>
          </p:blipFill>
          <p:spPr>
            <a:xfrm>
              <a:off x="1669180" y="4735807"/>
              <a:ext cx="540000" cy="442800"/>
            </a:xfrm>
            <a:prstGeom prst="rect">
              <a:avLst/>
            </a:prstGeom>
            <a:noFill/>
            <a:ln>
              <a:noFill/>
            </a:ln>
          </p:spPr>
        </p:pic>
        <p:sp>
          <p:nvSpPr>
            <p:cNvPr id="1040" name="Google Shape;1040;p30"/>
            <p:cNvSpPr txBox="1"/>
            <p:nvPr/>
          </p:nvSpPr>
          <p:spPr>
            <a:xfrm>
              <a:off x="1727422" y="5222683"/>
              <a:ext cx="648929"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rgbClr val="EC7061"/>
                  </a:solidFill>
                  <a:latin typeface="Arial"/>
                  <a:ea typeface="Arial"/>
                  <a:cs typeface="Arial"/>
                  <a:sym typeface="Arial"/>
                </a:rPr>
                <a:t>R1</a:t>
              </a:r>
              <a:endParaRPr/>
            </a:p>
          </p:txBody>
        </p:sp>
      </p:grpSp>
      <p:grpSp>
        <p:nvGrpSpPr>
          <p:cNvPr id="1041" name="Google Shape;1041;p30"/>
          <p:cNvGrpSpPr/>
          <p:nvPr/>
        </p:nvGrpSpPr>
        <p:grpSpPr>
          <a:xfrm>
            <a:off x="4447099" y="4773907"/>
            <a:ext cx="755532" cy="809561"/>
            <a:chOff x="4794368" y="4735807"/>
            <a:chExt cx="755532" cy="809561"/>
          </a:xfrm>
        </p:grpSpPr>
        <p:pic>
          <p:nvPicPr>
            <p:cNvPr id="1037" name="Google Shape;1037;p30"/>
            <p:cNvPicPr preferRelativeResize="0"/>
            <p:nvPr/>
          </p:nvPicPr>
          <p:blipFill rotWithShape="1">
            <a:blip r:embed="rId3">
              <a:alphaModFix/>
            </a:blip>
            <a:srcRect b="0" l="0" r="0" t="0"/>
            <a:stretch/>
          </p:blipFill>
          <p:spPr>
            <a:xfrm>
              <a:off x="4794368" y="4735807"/>
              <a:ext cx="540000" cy="442800"/>
            </a:xfrm>
            <a:prstGeom prst="rect">
              <a:avLst/>
            </a:prstGeom>
            <a:noFill/>
            <a:ln>
              <a:noFill/>
            </a:ln>
          </p:spPr>
        </p:pic>
        <p:sp>
          <p:nvSpPr>
            <p:cNvPr id="1042" name="Google Shape;1042;p30"/>
            <p:cNvSpPr txBox="1"/>
            <p:nvPr/>
          </p:nvSpPr>
          <p:spPr>
            <a:xfrm>
              <a:off x="4844434" y="5206814"/>
              <a:ext cx="705466"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R2</a:t>
              </a:r>
              <a:endParaRPr/>
            </a:p>
          </p:txBody>
        </p:sp>
      </p:grpSp>
      <p:sp>
        <p:nvSpPr>
          <p:cNvPr id="1043" name="Google Shape;1043;p30"/>
          <p:cNvSpPr txBox="1"/>
          <p:nvPr/>
        </p:nvSpPr>
        <p:spPr>
          <a:xfrm>
            <a:off x="706320" y="4311953"/>
            <a:ext cx="2057417"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Router ID: 1.1.1.1</a:t>
            </a:r>
            <a:endParaRPr/>
          </a:p>
        </p:txBody>
      </p:sp>
      <p:sp>
        <p:nvSpPr>
          <p:cNvPr id="1044" name="Google Shape;1044;p30"/>
          <p:cNvSpPr txBox="1"/>
          <p:nvPr/>
        </p:nvSpPr>
        <p:spPr>
          <a:xfrm>
            <a:off x="3852104" y="4317091"/>
            <a:ext cx="1903174"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Router ID: 2.2.2.2</a:t>
            </a:r>
            <a:endParaRPr/>
          </a:p>
        </p:txBody>
      </p:sp>
      <p:sp>
        <p:nvSpPr>
          <p:cNvPr id="1045" name="Google Shape;1045;p30"/>
          <p:cNvSpPr txBox="1"/>
          <p:nvPr/>
        </p:nvSpPr>
        <p:spPr>
          <a:xfrm>
            <a:off x="3410322" y="5258256"/>
            <a:ext cx="1210291" cy="30777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10.1.1.2/30</a:t>
            </a:r>
            <a:endParaRPr/>
          </a:p>
        </p:txBody>
      </p:sp>
      <p:grpSp>
        <p:nvGrpSpPr>
          <p:cNvPr id="1046" name="Google Shape;1046;p30"/>
          <p:cNvGrpSpPr/>
          <p:nvPr/>
        </p:nvGrpSpPr>
        <p:grpSpPr>
          <a:xfrm>
            <a:off x="1705531" y="5012660"/>
            <a:ext cx="1903174" cy="567904"/>
            <a:chOff x="2134861" y="4974560"/>
            <a:chExt cx="1903174" cy="567904"/>
          </a:xfrm>
        </p:grpSpPr>
        <p:sp>
          <p:nvSpPr>
            <p:cNvPr id="1047" name="Google Shape;1047;p30"/>
            <p:cNvSpPr txBox="1"/>
            <p:nvPr/>
          </p:nvSpPr>
          <p:spPr>
            <a:xfrm>
              <a:off x="2134861" y="5234687"/>
              <a:ext cx="1903174" cy="30777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10.1.1.1/30</a:t>
              </a:r>
              <a:endParaRPr/>
            </a:p>
          </p:txBody>
        </p:sp>
        <p:sp>
          <p:nvSpPr>
            <p:cNvPr id="1048" name="Google Shape;1048;p30"/>
            <p:cNvSpPr txBox="1"/>
            <p:nvPr/>
          </p:nvSpPr>
          <p:spPr>
            <a:xfrm>
              <a:off x="2201974" y="4974560"/>
              <a:ext cx="1057993" cy="30777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GE 1/0/0</a:t>
              </a:r>
              <a:endParaRPr/>
            </a:p>
          </p:txBody>
        </p:sp>
      </p:grpSp>
      <p:sp>
        <p:nvSpPr>
          <p:cNvPr id="1049" name="Google Shape;1049;p30"/>
          <p:cNvSpPr txBox="1"/>
          <p:nvPr/>
        </p:nvSpPr>
        <p:spPr>
          <a:xfrm>
            <a:off x="3562621" y="5012660"/>
            <a:ext cx="1057993" cy="30777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GE 1/0/0</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3" name="Shape 1053"/>
        <p:cNvGrpSpPr/>
        <p:nvPr/>
      </p:nvGrpSpPr>
      <p:grpSpPr>
        <a:xfrm>
          <a:off x="0" y="0"/>
          <a:ext cx="0" cy="0"/>
          <a:chOff x="0" y="0"/>
          <a:chExt cx="0" cy="0"/>
        </a:xfrm>
      </p:grpSpPr>
      <p:sp>
        <p:nvSpPr>
          <p:cNvPr id="1054" name="Google Shape;1054;p31"/>
          <p:cNvSpPr txBox="1"/>
          <p:nvPr>
            <p:ph idx="1" type="body"/>
          </p:nvPr>
        </p:nvSpPr>
        <p:spPr>
          <a:xfrm>
            <a:off x="451877" y="1242453"/>
            <a:ext cx="11306175" cy="1333082"/>
          </a:xfrm>
          <a:prstGeom prst="rect">
            <a:avLst/>
          </a:prstGeom>
          <a:noFill/>
          <a:ln>
            <a:noFill/>
          </a:ln>
        </p:spPr>
        <p:txBody>
          <a:bodyPr anchorCtr="0" anchor="t" bIns="40050" lIns="80125" spcFirstLastPara="1" rIns="80125" wrap="square" tIns="40050">
            <a:noAutofit/>
          </a:bodyPr>
          <a:lstStyle/>
          <a:p>
            <a:pPr indent="-302279" lvl="0" marL="302279" rtl="0" algn="just">
              <a:lnSpc>
                <a:spcPct val="140000"/>
              </a:lnSpc>
              <a:spcBef>
                <a:spcPts val="0"/>
              </a:spcBef>
              <a:spcAft>
                <a:spcPts val="0"/>
              </a:spcAft>
              <a:buClr>
                <a:schemeClr val="dk1"/>
              </a:buClr>
              <a:buSzPts val="800"/>
              <a:buChar char="●"/>
            </a:pPr>
            <a:r>
              <a:rPr lang="en-US" sz="1600"/>
              <a:t>Generally, the network types of OSPF interfaces at both ends of a link must be the same. Otherwise, the two interfaces cannot establish a neighbor relationship.</a:t>
            </a:r>
            <a:endParaRPr/>
          </a:p>
          <a:p>
            <a:pPr indent="-302279" lvl="0" marL="302279" rtl="0" algn="just">
              <a:lnSpc>
                <a:spcPct val="140000"/>
              </a:lnSpc>
              <a:spcBef>
                <a:spcPts val="792"/>
              </a:spcBef>
              <a:spcAft>
                <a:spcPts val="0"/>
              </a:spcAft>
              <a:buClr>
                <a:schemeClr val="dk1"/>
              </a:buClr>
              <a:buSzPts val="800"/>
              <a:buChar char="●"/>
            </a:pPr>
            <a:r>
              <a:rPr lang="en-US" sz="1600"/>
              <a:t>An OSPF network type can be manually changed on an interface to adapt to different network scenarios. For example, you can change the BMA network type to P2P.</a:t>
            </a:r>
            <a:endParaRPr/>
          </a:p>
          <a:p>
            <a:pPr indent="-251479" lvl="0" marL="302279" rtl="0" algn="just">
              <a:lnSpc>
                <a:spcPct val="140000"/>
              </a:lnSpc>
              <a:spcBef>
                <a:spcPts val="792"/>
              </a:spcBef>
              <a:spcAft>
                <a:spcPts val="0"/>
              </a:spcAft>
              <a:buClr>
                <a:schemeClr val="dk1"/>
              </a:buClr>
              <a:buSzPts val="800"/>
              <a:buNone/>
            </a:pPr>
            <a:r>
              <a:t/>
            </a:r>
            <a:endParaRPr sz="1600"/>
          </a:p>
          <a:p>
            <a:pPr indent="-251479" lvl="0" marL="302279" rtl="0" algn="just">
              <a:lnSpc>
                <a:spcPct val="140000"/>
              </a:lnSpc>
              <a:spcBef>
                <a:spcPts val="792"/>
              </a:spcBef>
              <a:spcAft>
                <a:spcPts val="0"/>
              </a:spcAft>
              <a:buClr>
                <a:schemeClr val="dk1"/>
              </a:buClr>
              <a:buSzPts val="800"/>
              <a:buNone/>
            </a:pPr>
            <a:r>
              <a:t/>
            </a:r>
            <a:endParaRPr sz="1600"/>
          </a:p>
        </p:txBody>
      </p:sp>
      <p:sp>
        <p:nvSpPr>
          <p:cNvPr id="1055" name="Google Shape;1055;p31"/>
          <p:cNvSpPr txBox="1"/>
          <p:nvPr>
            <p:ph type="title"/>
          </p:nvPr>
        </p:nvSpPr>
        <p:spPr>
          <a:xfrm>
            <a:off x="1594800" y="452604"/>
            <a:ext cx="9831600" cy="640800"/>
          </a:xfrm>
          <a:prstGeom prst="rect">
            <a:avLst/>
          </a:prstGeom>
          <a:noFill/>
          <a:ln>
            <a:noFill/>
          </a:ln>
        </p:spPr>
        <p:txBody>
          <a:bodyPr anchorCtr="0" anchor="ctr" bIns="50400" lIns="100800" spcFirstLastPara="1" rIns="100800" wrap="square" tIns="50400">
            <a:noAutofit/>
          </a:bodyPr>
          <a:lstStyle/>
          <a:p>
            <a:pPr indent="0" lvl="0" marL="0" rtl="0" algn="l">
              <a:lnSpc>
                <a:spcPct val="90000"/>
              </a:lnSpc>
              <a:spcBef>
                <a:spcPts val="0"/>
              </a:spcBef>
              <a:spcAft>
                <a:spcPts val="0"/>
              </a:spcAft>
              <a:buClr>
                <a:schemeClr val="dk1"/>
              </a:buClr>
              <a:buSzPts val="3400"/>
              <a:buFont typeface="Arial"/>
              <a:buNone/>
            </a:pPr>
            <a:r>
              <a:rPr lang="en-US"/>
              <a:t>OSPF Network Types (1)</a:t>
            </a:r>
            <a:endParaRPr/>
          </a:p>
        </p:txBody>
      </p:sp>
      <p:sp>
        <p:nvSpPr>
          <p:cNvPr id="1056" name="Google Shape;1056;p31"/>
          <p:cNvSpPr/>
          <p:nvPr/>
        </p:nvSpPr>
        <p:spPr>
          <a:xfrm>
            <a:off x="6134472" y="2921475"/>
            <a:ext cx="5532980" cy="396000"/>
          </a:xfrm>
          <a:prstGeom prst="roundRect">
            <a:avLst>
              <a:gd fmla="val 10604" name="adj"/>
            </a:avLst>
          </a:prstGeom>
          <a:solidFill>
            <a:srgbClr val="00B0F0"/>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600">
                <a:solidFill>
                  <a:srgbClr val="FFFFFF"/>
                </a:solidFill>
                <a:latin typeface="Arial"/>
                <a:ea typeface="Arial"/>
                <a:cs typeface="Arial"/>
                <a:sym typeface="Arial"/>
              </a:rPr>
              <a:t>Broadcast Multiple Access (BMA)</a:t>
            </a:r>
            <a:endParaRPr/>
          </a:p>
        </p:txBody>
      </p:sp>
      <p:sp>
        <p:nvSpPr>
          <p:cNvPr id="1057" name="Google Shape;1057;p31"/>
          <p:cNvSpPr/>
          <p:nvPr/>
        </p:nvSpPr>
        <p:spPr>
          <a:xfrm>
            <a:off x="511849" y="2921475"/>
            <a:ext cx="5532980" cy="396000"/>
          </a:xfrm>
          <a:prstGeom prst="roundRect">
            <a:avLst>
              <a:gd fmla="val 10604" name="adj"/>
            </a:avLst>
          </a:prstGeom>
          <a:solidFill>
            <a:srgbClr val="00B0F0"/>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600">
                <a:solidFill>
                  <a:srgbClr val="FFFFFF"/>
                </a:solidFill>
                <a:latin typeface="Arial"/>
                <a:ea typeface="Arial"/>
                <a:cs typeface="Arial"/>
                <a:sym typeface="Arial"/>
              </a:rPr>
              <a:t>Point-to-Point (P2P)</a:t>
            </a:r>
            <a:endParaRPr/>
          </a:p>
        </p:txBody>
      </p:sp>
      <p:sp>
        <p:nvSpPr>
          <p:cNvPr id="1058" name="Google Shape;1058;p31"/>
          <p:cNvSpPr/>
          <p:nvPr/>
        </p:nvSpPr>
        <p:spPr>
          <a:xfrm>
            <a:off x="6134472" y="3395544"/>
            <a:ext cx="5532980" cy="2871906"/>
          </a:xfrm>
          <a:prstGeom prst="roundRect">
            <a:avLst>
              <a:gd fmla="val 874" name="adj"/>
            </a:avLst>
          </a:prstGeom>
          <a:noFill/>
          <a:ln cap="flat" cmpd="sng" w="9525">
            <a:solidFill>
              <a:srgbClr val="A5A5A5"/>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b="1" sz="1600">
              <a:solidFill>
                <a:srgbClr val="3F3F3F"/>
              </a:solidFill>
              <a:latin typeface="Arial"/>
              <a:ea typeface="Arial"/>
              <a:cs typeface="Arial"/>
              <a:sym typeface="Arial"/>
            </a:endParaRPr>
          </a:p>
        </p:txBody>
      </p:sp>
      <p:sp>
        <p:nvSpPr>
          <p:cNvPr id="1059" name="Google Shape;1059;p31"/>
          <p:cNvSpPr/>
          <p:nvPr/>
        </p:nvSpPr>
        <p:spPr>
          <a:xfrm>
            <a:off x="511849" y="3401544"/>
            <a:ext cx="5532980" cy="2865906"/>
          </a:xfrm>
          <a:prstGeom prst="roundRect">
            <a:avLst>
              <a:gd fmla="val 874" name="adj"/>
            </a:avLst>
          </a:prstGeom>
          <a:noFill/>
          <a:ln cap="flat" cmpd="sng" w="9525">
            <a:solidFill>
              <a:srgbClr val="A5A5A5"/>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b="1" sz="1600">
              <a:solidFill>
                <a:srgbClr val="3F3F3F"/>
              </a:solidFill>
              <a:latin typeface="Arial"/>
              <a:ea typeface="Arial"/>
              <a:cs typeface="Arial"/>
              <a:sym typeface="Arial"/>
            </a:endParaRPr>
          </a:p>
        </p:txBody>
      </p:sp>
      <p:pic>
        <p:nvPicPr>
          <p:cNvPr id="1060" name="Google Shape;1060;p31"/>
          <p:cNvPicPr preferRelativeResize="0"/>
          <p:nvPr/>
        </p:nvPicPr>
        <p:blipFill rotWithShape="1">
          <a:blip r:embed="rId3">
            <a:alphaModFix/>
          </a:blip>
          <a:srcRect b="0" l="0" r="0" t="0"/>
          <a:stretch/>
        </p:blipFill>
        <p:spPr>
          <a:xfrm>
            <a:off x="1292511" y="3905037"/>
            <a:ext cx="540000" cy="442800"/>
          </a:xfrm>
          <a:prstGeom prst="rect">
            <a:avLst/>
          </a:prstGeom>
          <a:noFill/>
          <a:ln>
            <a:noFill/>
          </a:ln>
        </p:spPr>
      </p:pic>
      <p:pic>
        <p:nvPicPr>
          <p:cNvPr id="1061" name="Google Shape;1061;p31"/>
          <p:cNvPicPr preferRelativeResize="0"/>
          <p:nvPr/>
        </p:nvPicPr>
        <p:blipFill rotWithShape="1">
          <a:blip r:embed="rId3">
            <a:alphaModFix/>
          </a:blip>
          <a:srcRect b="0" l="0" r="0" t="0"/>
          <a:stretch/>
        </p:blipFill>
        <p:spPr>
          <a:xfrm>
            <a:off x="4561743" y="3905037"/>
            <a:ext cx="540000" cy="442800"/>
          </a:xfrm>
          <a:prstGeom prst="rect">
            <a:avLst/>
          </a:prstGeom>
          <a:noFill/>
          <a:ln>
            <a:noFill/>
          </a:ln>
        </p:spPr>
      </p:pic>
      <p:sp>
        <p:nvSpPr>
          <p:cNvPr id="1062" name="Google Shape;1062;p31"/>
          <p:cNvSpPr txBox="1"/>
          <p:nvPr/>
        </p:nvSpPr>
        <p:spPr>
          <a:xfrm>
            <a:off x="1241711" y="4379083"/>
            <a:ext cx="664055"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RTA</a:t>
            </a:r>
            <a:endParaRPr/>
          </a:p>
        </p:txBody>
      </p:sp>
      <p:sp>
        <p:nvSpPr>
          <p:cNvPr id="1063" name="Google Shape;1063;p31"/>
          <p:cNvSpPr txBox="1"/>
          <p:nvPr/>
        </p:nvSpPr>
        <p:spPr>
          <a:xfrm>
            <a:off x="4567932" y="4383574"/>
            <a:ext cx="975428"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RTB</a:t>
            </a:r>
            <a:endParaRPr/>
          </a:p>
        </p:txBody>
      </p:sp>
      <p:sp>
        <p:nvSpPr>
          <p:cNvPr id="1064" name="Google Shape;1064;p31"/>
          <p:cNvSpPr txBox="1"/>
          <p:nvPr/>
        </p:nvSpPr>
        <p:spPr>
          <a:xfrm>
            <a:off x="556159" y="5027305"/>
            <a:ext cx="5440583" cy="1240145"/>
          </a:xfrm>
          <a:prstGeom prst="rect">
            <a:avLst/>
          </a:prstGeom>
          <a:noFill/>
          <a:ln>
            <a:noFill/>
          </a:ln>
        </p:spPr>
        <p:txBody>
          <a:bodyPr anchorCtr="0" anchor="t" bIns="45700" lIns="91425" spcFirstLastPara="1" rIns="91425" wrap="square" tIns="45700">
            <a:noAutofit/>
          </a:bodyPr>
          <a:lstStyle/>
          <a:p>
            <a:pPr indent="-285750" lvl="0" marL="285750" marR="0" rtl="0" algn="l">
              <a:spcBef>
                <a:spcPts val="0"/>
              </a:spcBef>
              <a:spcAft>
                <a:spcPts val="0"/>
              </a:spcAft>
              <a:buClr>
                <a:schemeClr val="dk1"/>
              </a:buClr>
              <a:buSzPts val="1400"/>
              <a:buFont typeface="Arial"/>
              <a:buChar char="•"/>
            </a:pPr>
            <a:r>
              <a:rPr lang="en-US" sz="1400">
                <a:solidFill>
                  <a:schemeClr val="dk1"/>
                </a:solidFill>
                <a:latin typeface="Arial"/>
                <a:ea typeface="Arial"/>
                <a:cs typeface="Arial"/>
                <a:sym typeface="Arial"/>
              </a:rPr>
              <a:t>P2P indicates that only two network devices can be connected on a link.</a:t>
            </a:r>
            <a:endParaRPr/>
          </a:p>
          <a:p>
            <a:pPr indent="-285750" lvl="0" marL="285750" marR="0" rtl="0" algn="l">
              <a:spcBef>
                <a:spcPts val="0"/>
              </a:spcBef>
              <a:spcAft>
                <a:spcPts val="0"/>
              </a:spcAft>
              <a:buClr>
                <a:schemeClr val="dk1"/>
              </a:buClr>
              <a:buSzPts val="1400"/>
              <a:buFont typeface="Arial"/>
              <a:buChar char="•"/>
            </a:pPr>
            <a:r>
              <a:rPr lang="en-US" sz="1400">
                <a:solidFill>
                  <a:schemeClr val="dk1"/>
                </a:solidFill>
                <a:latin typeface="Arial"/>
                <a:ea typeface="Arial"/>
                <a:cs typeface="Arial"/>
                <a:sym typeface="Arial"/>
              </a:rPr>
              <a:t>A typical example is a PPP link. When an interface uses PPP encapsulation, the default network type of the OSPF interface is P2P.</a:t>
            </a:r>
            <a:endParaRPr/>
          </a:p>
        </p:txBody>
      </p:sp>
      <p:pic>
        <p:nvPicPr>
          <p:cNvPr id="1065" name="Google Shape;1065;p31"/>
          <p:cNvPicPr preferRelativeResize="0"/>
          <p:nvPr/>
        </p:nvPicPr>
        <p:blipFill rotWithShape="1">
          <a:blip r:embed="rId3">
            <a:alphaModFix/>
          </a:blip>
          <a:srcRect b="0" l="0" r="0" t="0"/>
          <a:stretch/>
        </p:blipFill>
        <p:spPr>
          <a:xfrm>
            <a:off x="6783774" y="4030139"/>
            <a:ext cx="540000" cy="442800"/>
          </a:xfrm>
          <a:prstGeom prst="rect">
            <a:avLst/>
          </a:prstGeom>
          <a:noFill/>
          <a:ln>
            <a:noFill/>
          </a:ln>
        </p:spPr>
      </p:pic>
      <p:pic>
        <p:nvPicPr>
          <p:cNvPr id="1066" name="Google Shape;1066;p31"/>
          <p:cNvPicPr preferRelativeResize="0"/>
          <p:nvPr/>
        </p:nvPicPr>
        <p:blipFill rotWithShape="1">
          <a:blip r:embed="rId3">
            <a:alphaModFix/>
          </a:blip>
          <a:srcRect b="0" l="0" r="0" t="0"/>
          <a:stretch/>
        </p:blipFill>
        <p:spPr>
          <a:xfrm>
            <a:off x="10395714" y="3445788"/>
            <a:ext cx="540000" cy="442800"/>
          </a:xfrm>
          <a:prstGeom prst="rect">
            <a:avLst/>
          </a:prstGeom>
          <a:noFill/>
          <a:ln>
            <a:noFill/>
          </a:ln>
        </p:spPr>
      </p:pic>
      <p:pic>
        <p:nvPicPr>
          <p:cNvPr id="1067" name="Google Shape;1067;p31"/>
          <p:cNvPicPr preferRelativeResize="0"/>
          <p:nvPr/>
        </p:nvPicPr>
        <p:blipFill rotWithShape="1">
          <a:blip r:embed="rId3">
            <a:alphaModFix/>
          </a:blip>
          <a:srcRect b="0" l="0" r="0" t="0"/>
          <a:stretch/>
        </p:blipFill>
        <p:spPr>
          <a:xfrm>
            <a:off x="10395714" y="4525484"/>
            <a:ext cx="540000" cy="442800"/>
          </a:xfrm>
          <a:prstGeom prst="rect">
            <a:avLst/>
          </a:prstGeom>
          <a:noFill/>
          <a:ln>
            <a:noFill/>
          </a:ln>
        </p:spPr>
      </p:pic>
      <p:cxnSp>
        <p:nvCxnSpPr>
          <p:cNvPr id="1068" name="Google Shape;1068;p31"/>
          <p:cNvCxnSpPr>
            <a:stCxn id="1065" idx="3"/>
            <a:endCxn id="1069" idx="1"/>
          </p:cNvCxnSpPr>
          <p:nvPr/>
        </p:nvCxnSpPr>
        <p:spPr>
          <a:xfrm>
            <a:off x="7323774" y="4251539"/>
            <a:ext cx="1286700" cy="0"/>
          </a:xfrm>
          <a:prstGeom prst="straightConnector1">
            <a:avLst/>
          </a:prstGeom>
          <a:noFill/>
          <a:ln cap="flat" cmpd="sng" w="19050">
            <a:solidFill>
              <a:schemeClr val="dk1"/>
            </a:solidFill>
            <a:prstDash val="solid"/>
            <a:miter lim="800000"/>
            <a:headEnd len="sm" w="sm" type="none"/>
            <a:tailEnd len="sm" w="sm" type="none"/>
          </a:ln>
        </p:spPr>
      </p:cxnSp>
      <p:sp>
        <p:nvSpPr>
          <p:cNvPr id="1070" name="Google Shape;1070;p31"/>
          <p:cNvSpPr txBox="1"/>
          <p:nvPr/>
        </p:nvSpPr>
        <p:spPr>
          <a:xfrm>
            <a:off x="6152657" y="5027305"/>
            <a:ext cx="5528055" cy="1240145"/>
          </a:xfrm>
          <a:prstGeom prst="rect">
            <a:avLst/>
          </a:prstGeom>
          <a:noFill/>
          <a:ln>
            <a:noFill/>
          </a:ln>
        </p:spPr>
        <p:txBody>
          <a:bodyPr anchorCtr="0" anchor="t" bIns="45700" lIns="91425" spcFirstLastPara="1" rIns="91425" wrap="square" tIns="45700">
            <a:noAutofit/>
          </a:bodyPr>
          <a:lstStyle/>
          <a:p>
            <a:pPr indent="-285750" lvl="0" marL="285750" marR="0" rtl="0" algn="l">
              <a:spcBef>
                <a:spcPts val="0"/>
              </a:spcBef>
              <a:spcAft>
                <a:spcPts val="0"/>
              </a:spcAft>
              <a:buClr>
                <a:schemeClr val="dk1"/>
              </a:buClr>
              <a:buSzPts val="1400"/>
              <a:buFont typeface="Arial"/>
              <a:buChar char="•"/>
            </a:pPr>
            <a:r>
              <a:rPr lang="en-US" sz="1400">
                <a:solidFill>
                  <a:schemeClr val="dk1"/>
                </a:solidFill>
                <a:latin typeface="Arial"/>
                <a:ea typeface="Arial"/>
                <a:cs typeface="Arial"/>
                <a:sym typeface="Arial"/>
              </a:rPr>
              <a:t>BMA is also called broadcast. It refers to an environment that allows multiple devices to access and supports broadcast.</a:t>
            </a:r>
            <a:endParaRPr/>
          </a:p>
          <a:p>
            <a:pPr indent="-285750" lvl="0" marL="285750" marR="0" rtl="0" algn="l">
              <a:spcBef>
                <a:spcPts val="0"/>
              </a:spcBef>
              <a:spcAft>
                <a:spcPts val="0"/>
              </a:spcAft>
              <a:buClr>
                <a:schemeClr val="dk1"/>
              </a:buClr>
              <a:buSzPts val="1400"/>
              <a:buFont typeface="Arial"/>
              <a:buChar char="•"/>
            </a:pPr>
            <a:r>
              <a:rPr lang="en-US" sz="1400">
                <a:solidFill>
                  <a:schemeClr val="dk1"/>
                </a:solidFill>
                <a:latin typeface="Arial"/>
                <a:ea typeface="Arial"/>
                <a:cs typeface="Arial"/>
                <a:sym typeface="Arial"/>
              </a:rPr>
              <a:t>A typical example is an Ethernet network. When an interface uses Ethernet encapsulation, the default network type of the OSPF interface is BMA.</a:t>
            </a:r>
            <a:endParaRPr/>
          </a:p>
        </p:txBody>
      </p:sp>
      <p:sp>
        <p:nvSpPr>
          <p:cNvPr id="1071" name="Google Shape;1071;p31"/>
          <p:cNvSpPr txBox="1"/>
          <p:nvPr/>
        </p:nvSpPr>
        <p:spPr>
          <a:xfrm>
            <a:off x="468317" y="1243984"/>
            <a:ext cx="11276183" cy="919162"/>
          </a:xfrm>
          <a:prstGeom prst="rect">
            <a:avLst/>
          </a:prstGeom>
          <a:noFill/>
          <a:ln>
            <a:noFill/>
          </a:ln>
        </p:spPr>
        <p:txBody>
          <a:bodyPr anchorCtr="0" anchor="t" bIns="45700" lIns="91425" spcFirstLastPara="1" rIns="91425" wrap="square" tIns="45700">
            <a:noAutofit/>
          </a:bodyPr>
          <a:lstStyle/>
          <a:p>
            <a:pPr indent="-213379" lvl="0" marL="302279" marR="0" rtl="0" algn="l">
              <a:lnSpc>
                <a:spcPct val="140000"/>
              </a:lnSpc>
              <a:spcBef>
                <a:spcPts val="0"/>
              </a:spcBef>
              <a:spcAft>
                <a:spcPts val="0"/>
              </a:spcAft>
              <a:buClr>
                <a:schemeClr val="dk1"/>
              </a:buClr>
              <a:buSzPts val="1400"/>
              <a:buFont typeface="Arial"/>
              <a:buNone/>
            </a:pPr>
            <a:r>
              <a:t/>
            </a:r>
            <a:endParaRPr sz="1400">
              <a:solidFill>
                <a:schemeClr val="dk1"/>
              </a:solidFill>
              <a:latin typeface="Arial"/>
              <a:ea typeface="Arial"/>
              <a:cs typeface="Arial"/>
              <a:sym typeface="Arial"/>
            </a:endParaRPr>
          </a:p>
        </p:txBody>
      </p:sp>
      <p:sp>
        <p:nvSpPr>
          <p:cNvPr id="1072" name="Google Shape;1072;p31"/>
          <p:cNvSpPr txBox="1"/>
          <p:nvPr/>
        </p:nvSpPr>
        <p:spPr>
          <a:xfrm>
            <a:off x="1808800" y="3759714"/>
            <a:ext cx="1276457"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rgbClr val="7F6000"/>
                </a:solidFill>
                <a:latin typeface="Arial"/>
                <a:ea typeface="Arial"/>
                <a:cs typeface="Arial"/>
                <a:sym typeface="Arial"/>
              </a:rPr>
              <a:t>Serial0/0/0</a:t>
            </a:r>
            <a:endParaRPr/>
          </a:p>
        </p:txBody>
      </p:sp>
      <p:cxnSp>
        <p:nvCxnSpPr>
          <p:cNvPr id="1073" name="Google Shape;1073;p31"/>
          <p:cNvCxnSpPr>
            <a:stCxn id="1061" idx="1"/>
            <a:endCxn id="1060" idx="3"/>
          </p:cNvCxnSpPr>
          <p:nvPr/>
        </p:nvCxnSpPr>
        <p:spPr>
          <a:xfrm rot="10800000">
            <a:off x="1832643" y="4126437"/>
            <a:ext cx="2729100" cy="0"/>
          </a:xfrm>
          <a:prstGeom prst="straightConnector1">
            <a:avLst/>
          </a:prstGeom>
          <a:noFill/>
          <a:ln cap="flat" cmpd="sng" w="19050">
            <a:solidFill>
              <a:schemeClr val="dk1"/>
            </a:solidFill>
            <a:prstDash val="solid"/>
            <a:miter lim="800000"/>
            <a:headEnd len="sm" w="sm" type="none"/>
            <a:tailEnd len="sm" w="sm" type="none"/>
          </a:ln>
        </p:spPr>
      </p:cxnSp>
      <p:sp>
        <p:nvSpPr>
          <p:cNvPr id="1074" name="Google Shape;1074;p31"/>
          <p:cNvSpPr txBox="1"/>
          <p:nvPr/>
        </p:nvSpPr>
        <p:spPr>
          <a:xfrm>
            <a:off x="3416539" y="3759714"/>
            <a:ext cx="1276457"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rgbClr val="7F6000"/>
                </a:solidFill>
                <a:latin typeface="Arial"/>
                <a:ea typeface="Arial"/>
                <a:cs typeface="Arial"/>
                <a:sym typeface="Arial"/>
              </a:rPr>
              <a:t>Serial0/0/0</a:t>
            </a:r>
            <a:endParaRPr/>
          </a:p>
        </p:txBody>
      </p:sp>
      <p:sp>
        <p:nvSpPr>
          <p:cNvPr id="1075" name="Google Shape;1075;p31"/>
          <p:cNvSpPr txBox="1"/>
          <p:nvPr/>
        </p:nvSpPr>
        <p:spPr>
          <a:xfrm>
            <a:off x="1808800" y="4150797"/>
            <a:ext cx="563711"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rgbClr val="7F6000"/>
                </a:solidFill>
                <a:latin typeface="Arial"/>
                <a:ea typeface="Arial"/>
                <a:cs typeface="Arial"/>
                <a:sym typeface="Arial"/>
              </a:rPr>
              <a:t>PPP</a:t>
            </a:r>
            <a:endParaRPr/>
          </a:p>
        </p:txBody>
      </p:sp>
      <p:sp>
        <p:nvSpPr>
          <p:cNvPr id="1076" name="Google Shape;1076;p31"/>
          <p:cNvSpPr txBox="1"/>
          <p:nvPr/>
        </p:nvSpPr>
        <p:spPr>
          <a:xfrm>
            <a:off x="3991729" y="4150797"/>
            <a:ext cx="563711"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rgbClr val="7F6000"/>
                </a:solidFill>
                <a:latin typeface="Arial"/>
                <a:ea typeface="Arial"/>
                <a:cs typeface="Arial"/>
                <a:sym typeface="Arial"/>
              </a:rPr>
              <a:t>PPP</a:t>
            </a:r>
            <a:endParaRPr/>
          </a:p>
        </p:txBody>
      </p:sp>
      <p:pic>
        <p:nvPicPr>
          <p:cNvPr id="1069" name="Google Shape;1069;p31"/>
          <p:cNvPicPr preferRelativeResize="0"/>
          <p:nvPr/>
        </p:nvPicPr>
        <p:blipFill rotWithShape="1">
          <a:blip r:embed="rId4">
            <a:alphaModFix/>
          </a:blip>
          <a:srcRect b="0" l="0" r="0" t="0"/>
          <a:stretch/>
        </p:blipFill>
        <p:spPr>
          <a:xfrm>
            <a:off x="8610414" y="4030139"/>
            <a:ext cx="540000" cy="442800"/>
          </a:xfrm>
          <a:prstGeom prst="rect">
            <a:avLst/>
          </a:prstGeom>
          <a:noFill/>
          <a:ln>
            <a:noFill/>
          </a:ln>
        </p:spPr>
      </p:pic>
      <p:cxnSp>
        <p:nvCxnSpPr>
          <p:cNvPr id="1077" name="Google Shape;1077;p31"/>
          <p:cNvCxnSpPr>
            <a:stCxn id="1069" idx="3"/>
          </p:cNvCxnSpPr>
          <p:nvPr/>
        </p:nvCxnSpPr>
        <p:spPr>
          <a:xfrm>
            <a:off x="9150414" y="4251539"/>
            <a:ext cx="1245300" cy="539700"/>
          </a:xfrm>
          <a:prstGeom prst="straightConnector1">
            <a:avLst/>
          </a:prstGeom>
          <a:noFill/>
          <a:ln cap="flat" cmpd="sng" w="19050">
            <a:solidFill>
              <a:schemeClr val="dk1"/>
            </a:solidFill>
            <a:prstDash val="solid"/>
            <a:miter lim="800000"/>
            <a:headEnd len="sm" w="sm" type="none"/>
            <a:tailEnd len="sm" w="sm" type="none"/>
          </a:ln>
        </p:spPr>
      </p:cxnSp>
      <p:cxnSp>
        <p:nvCxnSpPr>
          <p:cNvPr id="1078" name="Google Shape;1078;p31"/>
          <p:cNvCxnSpPr>
            <a:stCxn id="1069" idx="3"/>
            <a:endCxn id="1066" idx="1"/>
          </p:cNvCxnSpPr>
          <p:nvPr/>
        </p:nvCxnSpPr>
        <p:spPr>
          <a:xfrm flipH="1" rot="10800000">
            <a:off x="9150414" y="3667139"/>
            <a:ext cx="1245300" cy="584400"/>
          </a:xfrm>
          <a:prstGeom prst="straightConnector1">
            <a:avLst/>
          </a:prstGeom>
          <a:noFill/>
          <a:ln cap="flat" cmpd="sng" w="19050">
            <a:solidFill>
              <a:schemeClr val="dk1"/>
            </a:solidFill>
            <a:prstDash val="solid"/>
            <a:miter lim="800000"/>
            <a:headEnd len="sm" w="sm" type="none"/>
            <a:tailEnd len="sm" w="sm" type="none"/>
          </a:ln>
        </p:spPr>
      </p:cxnSp>
      <p:sp>
        <p:nvSpPr>
          <p:cNvPr id="1079" name="Google Shape;1079;p31"/>
          <p:cNvSpPr txBox="1"/>
          <p:nvPr/>
        </p:nvSpPr>
        <p:spPr>
          <a:xfrm>
            <a:off x="7267264" y="3906723"/>
            <a:ext cx="1276457"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rgbClr val="7F6000"/>
                </a:solidFill>
                <a:latin typeface="Arial"/>
                <a:ea typeface="Arial"/>
                <a:cs typeface="Arial"/>
                <a:sym typeface="Arial"/>
              </a:rPr>
              <a:t>GE0/0/0</a:t>
            </a:r>
            <a:endParaRPr/>
          </a:p>
        </p:txBody>
      </p:sp>
      <p:sp>
        <p:nvSpPr>
          <p:cNvPr id="1080" name="Google Shape;1080;p31"/>
          <p:cNvSpPr txBox="1"/>
          <p:nvPr/>
        </p:nvSpPr>
        <p:spPr>
          <a:xfrm>
            <a:off x="7267264" y="4297806"/>
            <a:ext cx="1151412"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rgbClr val="7F6000"/>
                </a:solidFill>
                <a:latin typeface="Arial"/>
                <a:ea typeface="Arial"/>
                <a:cs typeface="Arial"/>
                <a:sym typeface="Arial"/>
              </a:rPr>
              <a:t>Ethernet</a:t>
            </a:r>
            <a:endParaRPr/>
          </a:p>
        </p:txBody>
      </p:sp>
      <p:sp>
        <p:nvSpPr>
          <p:cNvPr id="1081" name="Google Shape;1081;p31"/>
          <p:cNvSpPr txBox="1"/>
          <p:nvPr/>
        </p:nvSpPr>
        <p:spPr>
          <a:xfrm rot="-1490930">
            <a:off x="9409176" y="3458466"/>
            <a:ext cx="1276457"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rgbClr val="7F6000"/>
                </a:solidFill>
                <a:latin typeface="Arial"/>
                <a:ea typeface="Arial"/>
                <a:cs typeface="Arial"/>
                <a:sym typeface="Arial"/>
              </a:rPr>
              <a:t>GE0/0/0</a:t>
            </a:r>
            <a:endParaRPr/>
          </a:p>
        </p:txBody>
      </p:sp>
      <p:sp>
        <p:nvSpPr>
          <p:cNvPr id="1082" name="Google Shape;1082;p31"/>
          <p:cNvSpPr txBox="1"/>
          <p:nvPr/>
        </p:nvSpPr>
        <p:spPr>
          <a:xfrm rot="1447680">
            <a:off x="9482384" y="4592894"/>
            <a:ext cx="1031641"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rgbClr val="7F6000"/>
                </a:solidFill>
                <a:latin typeface="Arial"/>
                <a:ea typeface="Arial"/>
                <a:cs typeface="Arial"/>
                <a:sym typeface="Arial"/>
              </a:rPr>
              <a:t>GE0/0/0</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6" name="Shape 1086"/>
        <p:cNvGrpSpPr/>
        <p:nvPr/>
      </p:nvGrpSpPr>
      <p:grpSpPr>
        <a:xfrm>
          <a:off x="0" y="0"/>
          <a:ext cx="0" cy="0"/>
          <a:chOff x="0" y="0"/>
          <a:chExt cx="0" cy="0"/>
        </a:xfrm>
      </p:grpSpPr>
      <p:sp>
        <p:nvSpPr>
          <p:cNvPr id="1087" name="Google Shape;1087;p32"/>
          <p:cNvSpPr txBox="1"/>
          <p:nvPr>
            <p:ph type="title"/>
          </p:nvPr>
        </p:nvSpPr>
        <p:spPr>
          <a:xfrm>
            <a:off x="1594800" y="452604"/>
            <a:ext cx="9831600" cy="640800"/>
          </a:xfrm>
          <a:prstGeom prst="rect">
            <a:avLst/>
          </a:prstGeom>
          <a:noFill/>
          <a:ln>
            <a:noFill/>
          </a:ln>
        </p:spPr>
        <p:txBody>
          <a:bodyPr anchorCtr="0" anchor="ctr" bIns="50400" lIns="100800" spcFirstLastPara="1" rIns="100800" wrap="square" tIns="50400">
            <a:noAutofit/>
          </a:bodyPr>
          <a:lstStyle/>
          <a:p>
            <a:pPr indent="0" lvl="0" marL="0" rtl="0" algn="l">
              <a:lnSpc>
                <a:spcPct val="90000"/>
              </a:lnSpc>
              <a:spcBef>
                <a:spcPts val="0"/>
              </a:spcBef>
              <a:spcAft>
                <a:spcPts val="0"/>
              </a:spcAft>
              <a:buClr>
                <a:schemeClr val="dk1"/>
              </a:buClr>
              <a:buSzPts val="3400"/>
              <a:buFont typeface="Arial"/>
              <a:buNone/>
            </a:pPr>
            <a:r>
              <a:rPr lang="en-US"/>
              <a:t>OSPF Network Types (2)</a:t>
            </a:r>
            <a:endParaRPr/>
          </a:p>
        </p:txBody>
      </p:sp>
      <p:sp>
        <p:nvSpPr>
          <p:cNvPr id="1088" name="Google Shape;1088;p32"/>
          <p:cNvSpPr/>
          <p:nvPr/>
        </p:nvSpPr>
        <p:spPr>
          <a:xfrm>
            <a:off x="537248" y="1449001"/>
            <a:ext cx="5450673" cy="396000"/>
          </a:xfrm>
          <a:prstGeom prst="roundRect">
            <a:avLst>
              <a:gd fmla="val 10604" name="adj"/>
            </a:avLst>
          </a:prstGeom>
          <a:solidFill>
            <a:srgbClr val="00B0F0"/>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600">
                <a:solidFill>
                  <a:srgbClr val="FFFFFF"/>
                </a:solidFill>
                <a:latin typeface="Arial"/>
                <a:ea typeface="Arial"/>
                <a:cs typeface="Arial"/>
                <a:sym typeface="Arial"/>
              </a:rPr>
              <a:t> Non-Broadcast Multiple Access (NBMA)</a:t>
            </a:r>
            <a:endParaRPr/>
          </a:p>
        </p:txBody>
      </p:sp>
      <p:sp>
        <p:nvSpPr>
          <p:cNvPr id="1089" name="Google Shape;1089;p32"/>
          <p:cNvSpPr/>
          <p:nvPr/>
        </p:nvSpPr>
        <p:spPr>
          <a:xfrm>
            <a:off x="537248" y="1874839"/>
            <a:ext cx="5450673" cy="4228712"/>
          </a:xfrm>
          <a:prstGeom prst="roundRect">
            <a:avLst>
              <a:gd fmla="val 874" name="adj"/>
            </a:avLst>
          </a:prstGeom>
          <a:noFill/>
          <a:ln cap="flat" cmpd="sng" w="9525">
            <a:solidFill>
              <a:srgbClr val="A5A5A5"/>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b="1" sz="1600">
              <a:solidFill>
                <a:srgbClr val="3F3F3F"/>
              </a:solidFill>
              <a:latin typeface="Arial"/>
              <a:ea typeface="Arial"/>
              <a:cs typeface="Arial"/>
              <a:sym typeface="Arial"/>
            </a:endParaRPr>
          </a:p>
        </p:txBody>
      </p:sp>
      <p:sp>
        <p:nvSpPr>
          <p:cNvPr id="1090" name="Google Shape;1090;p32"/>
          <p:cNvSpPr/>
          <p:nvPr/>
        </p:nvSpPr>
        <p:spPr>
          <a:xfrm>
            <a:off x="6191831" y="1449001"/>
            <a:ext cx="5450673" cy="396000"/>
          </a:xfrm>
          <a:prstGeom prst="roundRect">
            <a:avLst>
              <a:gd fmla="val 10604" name="adj"/>
            </a:avLst>
          </a:prstGeom>
          <a:solidFill>
            <a:srgbClr val="00B0F0"/>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600">
                <a:solidFill>
                  <a:schemeClr val="lt1"/>
                </a:solidFill>
                <a:latin typeface="Arial"/>
                <a:ea typeface="Arial"/>
                <a:cs typeface="Arial"/>
                <a:sym typeface="Arial"/>
              </a:rPr>
              <a:t>Point-to-Multipoint (P2MP)</a:t>
            </a:r>
            <a:endParaRPr/>
          </a:p>
        </p:txBody>
      </p:sp>
      <p:sp>
        <p:nvSpPr>
          <p:cNvPr id="1091" name="Google Shape;1091;p32"/>
          <p:cNvSpPr/>
          <p:nvPr/>
        </p:nvSpPr>
        <p:spPr>
          <a:xfrm>
            <a:off x="6198227" y="1874839"/>
            <a:ext cx="5450673" cy="4228712"/>
          </a:xfrm>
          <a:prstGeom prst="roundRect">
            <a:avLst>
              <a:gd fmla="val 874" name="adj"/>
            </a:avLst>
          </a:prstGeom>
          <a:noFill/>
          <a:ln cap="flat" cmpd="sng" w="9525">
            <a:solidFill>
              <a:srgbClr val="A5A5A5"/>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b="1" sz="1600">
              <a:solidFill>
                <a:srgbClr val="3F3F3F"/>
              </a:solidFill>
              <a:latin typeface="Arial"/>
              <a:ea typeface="Arial"/>
              <a:cs typeface="Arial"/>
              <a:sym typeface="Arial"/>
            </a:endParaRPr>
          </a:p>
        </p:txBody>
      </p:sp>
      <p:sp>
        <p:nvSpPr>
          <p:cNvPr id="1092" name="Google Shape;1092;p32"/>
          <p:cNvSpPr txBox="1"/>
          <p:nvPr/>
        </p:nvSpPr>
        <p:spPr>
          <a:xfrm>
            <a:off x="660768" y="3859116"/>
            <a:ext cx="5526525" cy="1179312"/>
          </a:xfrm>
          <a:prstGeom prst="rect">
            <a:avLst/>
          </a:prstGeom>
          <a:noFill/>
          <a:ln>
            <a:noFill/>
          </a:ln>
        </p:spPr>
        <p:txBody>
          <a:bodyPr anchorCtr="0" anchor="t" bIns="45700" lIns="91425" spcFirstLastPara="1" rIns="91425" wrap="square" tIns="45700">
            <a:noAutofit/>
          </a:bodyPr>
          <a:lstStyle/>
          <a:p>
            <a:pPr indent="-285750" lvl="0" marL="285750" marR="0" rtl="0" algn="l">
              <a:spcBef>
                <a:spcPts val="0"/>
              </a:spcBef>
              <a:spcAft>
                <a:spcPts val="0"/>
              </a:spcAft>
              <a:buClr>
                <a:schemeClr val="dk1"/>
              </a:buClr>
              <a:buSzPts val="1600"/>
              <a:buFont typeface="Arial"/>
              <a:buChar char="•"/>
            </a:pPr>
            <a:r>
              <a:rPr lang="en-US" sz="1600">
                <a:solidFill>
                  <a:schemeClr val="dk1"/>
                </a:solidFill>
                <a:latin typeface="Arial"/>
                <a:ea typeface="Arial"/>
                <a:cs typeface="Arial"/>
                <a:sym typeface="Arial"/>
              </a:rPr>
              <a:t>NBMA refers to an environment that allows multiple network devices to access but does not support broadcast.</a:t>
            </a:r>
            <a:endParaRPr/>
          </a:p>
          <a:p>
            <a:pPr indent="-285750" lvl="0" marL="285750" marR="0" rtl="0" algn="l">
              <a:spcBef>
                <a:spcPts val="0"/>
              </a:spcBef>
              <a:spcAft>
                <a:spcPts val="0"/>
              </a:spcAft>
              <a:buClr>
                <a:schemeClr val="dk1"/>
              </a:buClr>
              <a:buSzPts val="1600"/>
              <a:buFont typeface="Arial"/>
              <a:buChar char="•"/>
            </a:pPr>
            <a:r>
              <a:rPr lang="en-US" sz="1600">
                <a:solidFill>
                  <a:schemeClr val="dk1"/>
                </a:solidFill>
                <a:latin typeface="Arial"/>
                <a:ea typeface="Arial"/>
                <a:cs typeface="Arial"/>
                <a:sym typeface="Arial"/>
              </a:rPr>
              <a:t>A typical example is a Frame Relay (FR) network.</a:t>
            </a:r>
            <a:endParaRPr/>
          </a:p>
        </p:txBody>
      </p:sp>
      <p:pic>
        <p:nvPicPr>
          <p:cNvPr id="1093" name="Google Shape;1093;p32"/>
          <p:cNvPicPr preferRelativeResize="0"/>
          <p:nvPr/>
        </p:nvPicPr>
        <p:blipFill rotWithShape="1">
          <a:blip r:embed="rId3">
            <a:alphaModFix/>
          </a:blip>
          <a:srcRect b="0" l="0" r="0" t="0"/>
          <a:stretch/>
        </p:blipFill>
        <p:spPr>
          <a:xfrm>
            <a:off x="1506881" y="2701933"/>
            <a:ext cx="540000" cy="442800"/>
          </a:xfrm>
          <a:prstGeom prst="rect">
            <a:avLst/>
          </a:prstGeom>
          <a:noFill/>
          <a:ln>
            <a:noFill/>
          </a:ln>
        </p:spPr>
      </p:pic>
      <p:pic>
        <p:nvPicPr>
          <p:cNvPr id="1094" name="Google Shape;1094;p32"/>
          <p:cNvPicPr preferRelativeResize="0"/>
          <p:nvPr/>
        </p:nvPicPr>
        <p:blipFill rotWithShape="1">
          <a:blip r:embed="rId3">
            <a:alphaModFix/>
          </a:blip>
          <a:srcRect b="0" l="0" r="0" t="0"/>
          <a:stretch/>
        </p:blipFill>
        <p:spPr>
          <a:xfrm>
            <a:off x="4622153" y="2701933"/>
            <a:ext cx="540000" cy="442800"/>
          </a:xfrm>
          <a:prstGeom prst="rect">
            <a:avLst/>
          </a:prstGeom>
          <a:noFill/>
          <a:ln>
            <a:noFill/>
          </a:ln>
        </p:spPr>
      </p:pic>
      <p:sp>
        <p:nvSpPr>
          <p:cNvPr id="1095" name="Google Shape;1095;p32"/>
          <p:cNvSpPr txBox="1"/>
          <p:nvPr/>
        </p:nvSpPr>
        <p:spPr>
          <a:xfrm>
            <a:off x="2932902" y="2759291"/>
            <a:ext cx="399061" cy="30777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400">
                <a:solidFill>
                  <a:schemeClr val="lt1"/>
                </a:solidFill>
                <a:latin typeface="Arial"/>
                <a:ea typeface="Arial"/>
                <a:cs typeface="Arial"/>
                <a:sym typeface="Arial"/>
              </a:rPr>
              <a:t>FR</a:t>
            </a:r>
            <a:endParaRPr/>
          </a:p>
        </p:txBody>
      </p:sp>
      <p:cxnSp>
        <p:nvCxnSpPr>
          <p:cNvPr id="1096" name="Google Shape;1096;p32"/>
          <p:cNvCxnSpPr>
            <a:stCxn id="1093" idx="3"/>
            <a:endCxn id="1094" idx="1"/>
          </p:cNvCxnSpPr>
          <p:nvPr/>
        </p:nvCxnSpPr>
        <p:spPr>
          <a:xfrm>
            <a:off x="2046881" y="2923333"/>
            <a:ext cx="2575200" cy="0"/>
          </a:xfrm>
          <a:prstGeom prst="straightConnector1">
            <a:avLst/>
          </a:prstGeom>
          <a:noFill/>
          <a:ln cap="flat" cmpd="sng" w="19050">
            <a:solidFill>
              <a:schemeClr val="dk1"/>
            </a:solidFill>
            <a:prstDash val="solid"/>
            <a:miter lim="800000"/>
            <a:headEnd len="sm" w="sm" type="none"/>
            <a:tailEnd len="sm" w="sm" type="none"/>
          </a:ln>
        </p:spPr>
      </p:cxnSp>
      <p:sp>
        <p:nvSpPr>
          <p:cNvPr id="1097" name="Google Shape;1097;p32"/>
          <p:cNvSpPr txBox="1"/>
          <p:nvPr/>
        </p:nvSpPr>
        <p:spPr>
          <a:xfrm>
            <a:off x="6274516" y="3859117"/>
            <a:ext cx="4901832" cy="2008284"/>
          </a:xfrm>
          <a:prstGeom prst="rect">
            <a:avLst/>
          </a:prstGeom>
          <a:noFill/>
          <a:ln>
            <a:noFill/>
          </a:ln>
        </p:spPr>
        <p:txBody>
          <a:bodyPr anchorCtr="0" anchor="t" bIns="45700" lIns="91425" spcFirstLastPara="1" rIns="91425" wrap="square" tIns="45700">
            <a:noAutofit/>
          </a:bodyPr>
          <a:lstStyle/>
          <a:p>
            <a:pPr indent="-285750" lvl="0" marL="285750" marR="0" rtl="0" algn="l">
              <a:spcBef>
                <a:spcPts val="0"/>
              </a:spcBef>
              <a:spcAft>
                <a:spcPts val="0"/>
              </a:spcAft>
              <a:buClr>
                <a:schemeClr val="dk1"/>
              </a:buClr>
              <a:buSzPts val="1600"/>
              <a:buFont typeface="Arial"/>
              <a:buChar char="•"/>
            </a:pPr>
            <a:r>
              <a:rPr lang="en-US" sz="1600">
                <a:solidFill>
                  <a:schemeClr val="dk1"/>
                </a:solidFill>
                <a:latin typeface="Arial"/>
                <a:ea typeface="Arial"/>
                <a:cs typeface="Arial"/>
                <a:sym typeface="Arial"/>
              </a:rPr>
              <a:t>A P2MP network is formed by bundling endpoints of multiple P2P links.</a:t>
            </a:r>
            <a:endParaRPr/>
          </a:p>
          <a:p>
            <a:pPr indent="-285750" lvl="0" marL="285750" marR="0" rtl="0" algn="l">
              <a:spcBef>
                <a:spcPts val="0"/>
              </a:spcBef>
              <a:spcAft>
                <a:spcPts val="0"/>
              </a:spcAft>
              <a:buClr>
                <a:schemeClr val="dk1"/>
              </a:buClr>
              <a:buSzPts val="1600"/>
              <a:buFont typeface="Arial"/>
              <a:buChar char="•"/>
            </a:pPr>
            <a:r>
              <a:rPr lang="en-US" sz="1600">
                <a:solidFill>
                  <a:schemeClr val="dk1"/>
                </a:solidFill>
                <a:latin typeface="Arial"/>
                <a:ea typeface="Arial"/>
                <a:cs typeface="Arial"/>
                <a:sym typeface="Arial"/>
              </a:rPr>
              <a:t>No link layer protocol is considered as a P2MP network by default. This type must be manually changed from another network type.</a:t>
            </a:r>
            <a:endParaRPr/>
          </a:p>
          <a:p>
            <a:pPr indent="-285750" lvl="0" marL="285750" marR="0" rtl="0" algn="l">
              <a:spcBef>
                <a:spcPts val="0"/>
              </a:spcBef>
              <a:spcAft>
                <a:spcPts val="0"/>
              </a:spcAft>
              <a:buClr>
                <a:schemeClr val="dk1"/>
              </a:buClr>
              <a:buSzPts val="1600"/>
              <a:buFont typeface="Arial"/>
              <a:buChar char="•"/>
            </a:pPr>
            <a:r>
              <a:rPr lang="en-US" sz="1600">
                <a:solidFill>
                  <a:schemeClr val="dk1"/>
                </a:solidFill>
                <a:latin typeface="Arial"/>
                <a:ea typeface="Arial"/>
                <a:cs typeface="Arial"/>
                <a:sym typeface="Arial"/>
              </a:rPr>
              <a:t>For example, a non-full-mesh NBMA network can be changed to a P2MP network.</a:t>
            </a:r>
            <a:endParaRPr/>
          </a:p>
        </p:txBody>
      </p:sp>
      <p:sp>
        <p:nvSpPr>
          <p:cNvPr id="1098" name="Google Shape;1098;p32"/>
          <p:cNvSpPr/>
          <p:nvPr/>
        </p:nvSpPr>
        <p:spPr>
          <a:xfrm flipH="1">
            <a:off x="2733427" y="2433100"/>
            <a:ext cx="1238656" cy="710842"/>
          </a:xfrm>
          <a:custGeom>
            <a:rect b="b" l="l" r="r" t="t"/>
            <a:pathLst>
              <a:path extrusionOk="0" h="2316519" w="4431601">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lt1"/>
          </a:solidFill>
          <a:ln cap="flat" cmpd="sng" w="28575">
            <a:solidFill>
              <a:srgbClr val="A5A5A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99" name="Google Shape;1099;p32"/>
          <p:cNvSpPr txBox="1"/>
          <p:nvPr/>
        </p:nvSpPr>
        <p:spPr>
          <a:xfrm>
            <a:off x="2733427" y="2743690"/>
            <a:ext cx="1238656" cy="30777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Frame Relay</a:t>
            </a:r>
            <a:endParaRPr/>
          </a:p>
        </p:txBody>
      </p:sp>
      <p:pic>
        <p:nvPicPr>
          <p:cNvPr id="1100" name="Google Shape;1100;p32"/>
          <p:cNvPicPr preferRelativeResize="0"/>
          <p:nvPr/>
        </p:nvPicPr>
        <p:blipFill rotWithShape="1">
          <a:blip r:embed="rId3">
            <a:alphaModFix/>
          </a:blip>
          <a:srcRect b="0" l="0" r="0" t="0"/>
          <a:stretch/>
        </p:blipFill>
        <p:spPr>
          <a:xfrm>
            <a:off x="6729654" y="2683838"/>
            <a:ext cx="540000" cy="442800"/>
          </a:xfrm>
          <a:prstGeom prst="rect">
            <a:avLst/>
          </a:prstGeom>
          <a:noFill/>
          <a:ln>
            <a:noFill/>
          </a:ln>
        </p:spPr>
      </p:pic>
      <p:pic>
        <p:nvPicPr>
          <p:cNvPr id="1101" name="Google Shape;1101;p32"/>
          <p:cNvPicPr preferRelativeResize="0"/>
          <p:nvPr/>
        </p:nvPicPr>
        <p:blipFill rotWithShape="1">
          <a:blip r:embed="rId3">
            <a:alphaModFix/>
          </a:blip>
          <a:srcRect b="0" l="0" r="0" t="0"/>
          <a:stretch/>
        </p:blipFill>
        <p:spPr>
          <a:xfrm>
            <a:off x="10112994" y="2099487"/>
            <a:ext cx="540000" cy="442800"/>
          </a:xfrm>
          <a:prstGeom prst="rect">
            <a:avLst/>
          </a:prstGeom>
          <a:noFill/>
          <a:ln>
            <a:noFill/>
          </a:ln>
        </p:spPr>
      </p:pic>
      <p:pic>
        <p:nvPicPr>
          <p:cNvPr id="1102" name="Google Shape;1102;p32"/>
          <p:cNvPicPr preferRelativeResize="0"/>
          <p:nvPr/>
        </p:nvPicPr>
        <p:blipFill rotWithShape="1">
          <a:blip r:embed="rId3">
            <a:alphaModFix/>
          </a:blip>
          <a:srcRect b="0" l="0" r="0" t="0"/>
          <a:stretch/>
        </p:blipFill>
        <p:spPr>
          <a:xfrm>
            <a:off x="10112994" y="3223427"/>
            <a:ext cx="540000" cy="442800"/>
          </a:xfrm>
          <a:prstGeom prst="rect">
            <a:avLst/>
          </a:prstGeom>
          <a:noFill/>
          <a:ln>
            <a:noFill/>
          </a:ln>
        </p:spPr>
      </p:pic>
      <p:cxnSp>
        <p:nvCxnSpPr>
          <p:cNvPr id="1103" name="Google Shape;1103;p32"/>
          <p:cNvCxnSpPr>
            <a:stCxn id="1100" idx="3"/>
          </p:cNvCxnSpPr>
          <p:nvPr/>
        </p:nvCxnSpPr>
        <p:spPr>
          <a:xfrm>
            <a:off x="7269654" y="2905238"/>
            <a:ext cx="1286700" cy="0"/>
          </a:xfrm>
          <a:prstGeom prst="straightConnector1">
            <a:avLst/>
          </a:prstGeom>
          <a:noFill/>
          <a:ln cap="flat" cmpd="sng" w="19050">
            <a:solidFill>
              <a:schemeClr val="dk1"/>
            </a:solidFill>
            <a:prstDash val="solid"/>
            <a:miter lim="800000"/>
            <a:headEnd len="sm" w="sm" type="none"/>
            <a:tailEnd len="sm" w="sm" type="none"/>
          </a:ln>
        </p:spPr>
      </p:cxnSp>
      <p:cxnSp>
        <p:nvCxnSpPr>
          <p:cNvPr id="1104" name="Google Shape;1104;p32"/>
          <p:cNvCxnSpPr>
            <a:stCxn id="1105" idx="9"/>
          </p:cNvCxnSpPr>
          <p:nvPr/>
        </p:nvCxnSpPr>
        <p:spPr>
          <a:xfrm>
            <a:off x="9047576" y="3110242"/>
            <a:ext cx="1116300" cy="334500"/>
          </a:xfrm>
          <a:prstGeom prst="straightConnector1">
            <a:avLst/>
          </a:prstGeom>
          <a:noFill/>
          <a:ln cap="flat" cmpd="sng" w="19050">
            <a:solidFill>
              <a:schemeClr val="dk1"/>
            </a:solidFill>
            <a:prstDash val="solid"/>
            <a:miter lim="800000"/>
            <a:headEnd len="sm" w="sm" type="none"/>
            <a:tailEnd len="sm" w="sm" type="none"/>
          </a:ln>
        </p:spPr>
      </p:cxnSp>
      <p:cxnSp>
        <p:nvCxnSpPr>
          <p:cNvPr id="1106" name="Google Shape;1106;p32"/>
          <p:cNvCxnSpPr>
            <a:stCxn id="1105" idx="5"/>
            <a:endCxn id="1101" idx="1"/>
          </p:cNvCxnSpPr>
          <p:nvPr/>
        </p:nvCxnSpPr>
        <p:spPr>
          <a:xfrm flipH="1" rot="10800000">
            <a:off x="9076494" y="2320887"/>
            <a:ext cx="1036500" cy="418800"/>
          </a:xfrm>
          <a:prstGeom prst="straightConnector1">
            <a:avLst/>
          </a:prstGeom>
          <a:noFill/>
          <a:ln cap="flat" cmpd="sng" w="19050">
            <a:solidFill>
              <a:schemeClr val="dk1"/>
            </a:solidFill>
            <a:prstDash val="solid"/>
            <a:miter lim="800000"/>
            <a:headEnd len="sm" w="sm" type="none"/>
            <a:tailEnd len="sm" w="sm" type="none"/>
          </a:ln>
        </p:spPr>
      </p:cxnSp>
      <p:sp>
        <p:nvSpPr>
          <p:cNvPr id="1105" name="Google Shape;1105;p32"/>
          <p:cNvSpPr/>
          <p:nvPr/>
        </p:nvSpPr>
        <p:spPr>
          <a:xfrm flipH="1">
            <a:off x="8179539" y="2526853"/>
            <a:ext cx="1018234" cy="584346"/>
          </a:xfrm>
          <a:custGeom>
            <a:rect b="b" l="l" r="r" t="t"/>
            <a:pathLst>
              <a:path extrusionOk="0" h="2316519" w="4431601">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lt1"/>
          </a:solidFill>
          <a:ln cap="flat" cmpd="sng" w="28575">
            <a:solidFill>
              <a:srgbClr val="A5A5A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0" name="Shape 1110"/>
        <p:cNvGrpSpPr/>
        <p:nvPr/>
      </p:nvGrpSpPr>
      <p:grpSpPr>
        <a:xfrm>
          <a:off x="0" y="0"/>
          <a:ext cx="0" cy="0"/>
          <a:chOff x="0" y="0"/>
          <a:chExt cx="0" cy="0"/>
        </a:xfrm>
      </p:grpSpPr>
      <p:sp>
        <p:nvSpPr>
          <p:cNvPr id="1111" name="Google Shape;1111;p33"/>
          <p:cNvSpPr txBox="1"/>
          <p:nvPr>
            <p:ph idx="1" type="body"/>
          </p:nvPr>
        </p:nvSpPr>
        <p:spPr>
          <a:xfrm>
            <a:off x="451877" y="1242453"/>
            <a:ext cx="11306175" cy="4680000"/>
          </a:xfrm>
          <a:prstGeom prst="rect">
            <a:avLst/>
          </a:prstGeom>
          <a:noFill/>
          <a:ln>
            <a:noFill/>
          </a:ln>
        </p:spPr>
        <p:txBody>
          <a:bodyPr anchorCtr="0" anchor="t" bIns="40050" lIns="80125" spcFirstLastPara="1" rIns="80125" wrap="square" tIns="40050">
            <a:noAutofit/>
          </a:bodyPr>
          <a:lstStyle/>
          <a:p>
            <a:pPr indent="-302279" lvl="0" marL="302279" rtl="0" algn="just">
              <a:lnSpc>
                <a:spcPct val="140000"/>
              </a:lnSpc>
              <a:spcBef>
                <a:spcPts val="0"/>
              </a:spcBef>
              <a:spcAft>
                <a:spcPts val="0"/>
              </a:spcAft>
              <a:buClr>
                <a:schemeClr val="dk1"/>
              </a:buClr>
              <a:buSzPts val="800"/>
              <a:buChar char="●"/>
            </a:pPr>
            <a:r>
              <a:rPr lang="en-US" sz="1600"/>
              <a:t>Multi-access (MA) networks are classified into BMA and NBMA networks. Ethernet is a typical broadcast multi-access network.</a:t>
            </a:r>
            <a:endParaRPr/>
          </a:p>
          <a:p>
            <a:pPr indent="-302279" lvl="0" marL="302279" rtl="0" algn="just">
              <a:lnSpc>
                <a:spcPct val="140000"/>
              </a:lnSpc>
              <a:spcBef>
                <a:spcPts val="792"/>
              </a:spcBef>
              <a:spcAft>
                <a:spcPts val="0"/>
              </a:spcAft>
              <a:buClr>
                <a:schemeClr val="dk1"/>
              </a:buClr>
              <a:buSzPts val="800"/>
              <a:buChar char="●"/>
            </a:pPr>
            <a:r>
              <a:rPr lang="en-US" sz="1600"/>
              <a:t>On an MA network, if each OSPF router establishes OSPF adjacencies with all the other routers, excessive OSPF adjacencies exist on the network, which increases the load on the devices and the number of OSPF packets flooded on the network.</a:t>
            </a:r>
            <a:endParaRPr/>
          </a:p>
          <a:p>
            <a:pPr indent="-302279" lvl="0" marL="302279" rtl="0" algn="just">
              <a:lnSpc>
                <a:spcPct val="140000"/>
              </a:lnSpc>
              <a:spcBef>
                <a:spcPts val="792"/>
              </a:spcBef>
              <a:spcAft>
                <a:spcPts val="0"/>
              </a:spcAft>
              <a:buClr>
                <a:schemeClr val="dk1"/>
              </a:buClr>
              <a:buSzPts val="800"/>
              <a:buChar char="●"/>
            </a:pPr>
            <a:r>
              <a:rPr lang="en-US" sz="1600"/>
              <a:t>Once the network topology changes, LSA flooding on the network may waste bandwidth and device resources.</a:t>
            </a:r>
            <a:endParaRPr/>
          </a:p>
          <a:p>
            <a:pPr indent="-245129" lvl="0" marL="302279" rtl="0" algn="just">
              <a:lnSpc>
                <a:spcPct val="140000"/>
              </a:lnSpc>
              <a:spcBef>
                <a:spcPts val="792"/>
              </a:spcBef>
              <a:spcAft>
                <a:spcPts val="0"/>
              </a:spcAft>
              <a:buClr>
                <a:schemeClr val="dk1"/>
              </a:buClr>
              <a:buSzPts val="900"/>
              <a:buNone/>
            </a:pPr>
            <a:r>
              <a:t/>
            </a:r>
            <a:endParaRPr sz="1800"/>
          </a:p>
          <a:p>
            <a:pPr indent="-245129" lvl="0" marL="302279" rtl="0" algn="just">
              <a:lnSpc>
                <a:spcPct val="140000"/>
              </a:lnSpc>
              <a:spcBef>
                <a:spcPts val="792"/>
              </a:spcBef>
              <a:spcAft>
                <a:spcPts val="0"/>
              </a:spcAft>
              <a:buClr>
                <a:schemeClr val="dk1"/>
              </a:buClr>
              <a:buSzPts val="900"/>
              <a:buNone/>
            </a:pPr>
            <a:r>
              <a:t/>
            </a:r>
            <a:endParaRPr sz="1800"/>
          </a:p>
        </p:txBody>
      </p:sp>
      <p:sp>
        <p:nvSpPr>
          <p:cNvPr id="1112" name="Google Shape;1112;p33"/>
          <p:cNvSpPr txBox="1"/>
          <p:nvPr>
            <p:ph type="title"/>
          </p:nvPr>
        </p:nvSpPr>
        <p:spPr>
          <a:xfrm>
            <a:off x="1594800" y="452604"/>
            <a:ext cx="9831600" cy="640800"/>
          </a:xfrm>
          <a:prstGeom prst="rect">
            <a:avLst/>
          </a:prstGeom>
          <a:noFill/>
          <a:ln>
            <a:noFill/>
          </a:ln>
        </p:spPr>
        <p:txBody>
          <a:bodyPr anchorCtr="0" anchor="ctr" bIns="50400" lIns="100800" spcFirstLastPara="1" rIns="100800" wrap="square" tIns="50400">
            <a:noAutofit/>
          </a:bodyPr>
          <a:lstStyle/>
          <a:p>
            <a:pPr indent="0" lvl="0" marL="0" rtl="0" algn="l">
              <a:lnSpc>
                <a:spcPct val="90000"/>
              </a:lnSpc>
              <a:spcBef>
                <a:spcPts val="0"/>
              </a:spcBef>
              <a:spcAft>
                <a:spcPts val="0"/>
              </a:spcAft>
              <a:buClr>
                <a:schemeClr val="dk1"/>
              </a:buClr>
              <a:buSzPts val="3400"/>
              <a:buFont typeface="Arial"/>
              <a:buNone/>
            </a:pPr>
            <a:r>
              <a:rPr lang="en-US"/>
              <a:t>Background of DR and BDR</a:t>
            </a:r>
            <a:endParaRPr/>
          </a:p>
        </p:txBody>
      </p:sp>
      <p:grpSp>
        <p:nvGrpSpPr>
          <p:cNvPr id="1113" name="Google Shape;1113;p33"/>
          <p:cNvGrpSpPr/>
          <p:nvPr/>
        </p:nvGrpSpPr>
        <p:grpSpPr>
          <a:xfrm>
            <a:off x="3647460" y="4022407"/>
            <a:ext cx="4010164" cy="1772024"/>
            <a:chOff x="2468252" y="1506700"/>
            <a:chExt cx="4010164" cy="1772024"/>
          </a:xfrm>
        </p:grpSpPr>
        <p:cxnSp>
          <p:nvCxnSpPr>
            <p:cNvPr id="1114" name="Google Shape;1114;p33"/>
            <p:cNvCxnSpPr/>
            <p:nvPr/>
          </p:nvCxnSpPr>
          <p:spPr>
            <a:xfrm>
              <a:off x="2468252" y="2392712"/>
              <a:ext cx="4010164" cy="0"/>
            </a:xfrm>
            <a:prstGeom prst="straightConnector1">
              <a:avLst/>
            </a:prstGeom>
            <a:noFill/>
            <a:ln cap="flat" cmpd="sng" w="28575">
              <a:solidFill>
                <a:srgbClr val="BFBFBF"/>
              </a:solidFill>
              <a:prstDash val="solid"/>
              <a:round/>
              <a:headEnd len="med" w="med" type="none"/>
              <a:tailEnd len="med" w="med" type="none"/>
            </a:ln>
          </p:spPr>
        </p:cxnSp>
        <p:cxnSp>
          <p:nvCxnSpPr>
            <p:cNvPr id="1115" name="Google Shape;1115;p33"/>
            <p:cNvCxnSpPr/>
            <p:nvPr/>
          </p:nvCxnSpPr>
          <p:spPr>
            <a:xfrm>
              <a:off x="2573082" y="2392712"/>
              <a:ext cx="0" cy="886012"/>
            </a:xfrm>
            <a:prstGeom prst="straightConnector1">
              <a:avLst/>
            </a:prstGeom>
            <a:noFill/>
            <a:ln cap="flat" cmpd="sng" w="28575">
              <a:solidFill>
                <a:srgbClr val="BFBFBF"/>
              </a:solidFill>
              <a:prstDash val="solid"/>
              <a:round/>
              <a:headEnd len="med" w="med" type="none"/>
              <a:tailEnd len="med" w="med" type="none"/>
            </a:ln>
          </p:spPr>
        </p:cxnSp>
        <p:cxnSp>
          <p:nvCxnSpPr>
            <p:cNvPr id="1116" name="Google Shape;1116;p33"/>
            <p:cNvCxnSpPr/>
            <p:nvPr/>
          </p:nvCxnSpPr>
          <p:spPr>
            <a:xfrm>
              <a:off x="4465679" y="2392712"/>
              <a:ext cx="0" cy="886012"/>
            </a:xfrm>
            <a:prstGeom prst="straightConnector1">
              <a:avLst/>
            </a:prstGeom>
            <a:noFill/>
            <a:ln cap="flat" cmpd="sng" w="28575">
              <a:solidFill>
                <a:srgbClr val="BFBFBF"/>
              </a:solidFill>
              <a:prstDash val="solid"/>
              <a:round/>
              <a:headEnd len="med" w="med" type="none"/>
              <a:tailEnd len="med" w="med" type="none"/>
            </a:ln>
          </p:spPr>
        </p:cxnSp>
        <p:cxnSp>
          <p:nvCxnSpPr>
            <p:cNvPr id="1117" name="Google Shape;1117;p33"/>
            <p:cNvCxnSpPr/>
            <p:nvPr/>
          </p:nvCxnSpPr>
          <p:spPr>
            <a:xfrm>
              <a:off x="6390793" y="2392712"/>
              <a:ext cx="0" cy="886012"/>
            </a:xfrm>
            <a:prstGeom prst="straightConnector1">
              <a:avLst/>
            </a:prstGeom>
            <a:noFill/>
            <a:ln cap="flat" cmpd="sng" w="28575">
              <a:solidFill>
                <a:srgbClr val="BFBFBF"/>
              </a:solidFill>
              <a:prstDash val="solid"/>
              <a:round/>
              <a:headEnd len="med" w="med" type="none"/>
              <a:tailEnd len="med" w="med" type="none"/>
            </a:ln>
          </p:spPr>
        </p:cxnSp>
        <p:cxnSp>
          <p:nvCxnSpPr>
            <p:cNvPr id="1118" name="Google Shape;1118;p33"/>
            <p:cNvCxnSpPr/>
            <p:nvPr/>
          </p:nvCxnSpPr>
          <p:spPr>
            <a:xfrm>
              <a:off x="3514605" y="1506700"/>
              <a:ext cx="0" cy="886012"/>
            </a:xfrm>
            <a:prstGeom prst="straightConnector1">
              <a:avLst/>
            </a:prstGeom>
            <a:noFill/>
            <a:ln cap="flat" cmpd="sng" w="28575">
              <a:solidFill>
                <a:srgbClr val="BFBFBF"/>
              </a:solidFill>
              <a:prstDash val="solid"/>
              <a:round/>
              <a:headEnd len="med" w="med" type="none"/>
              <a:tailEnd len="med" w="med" type="none"/>
            </a:ln>
          </p:spPr>
        </p:cxnSp>
        <p:cxnSp>
          <p:nvCxnSpPr>
            <p:cNvPr id="1119" name="Google Shape;1119;p33"/>
            <p:cNvCxnSpPr/>
            <p:nvPr/>
          </p:nvCxnSpPr>
          <p:spPr>
            <a:xfrm>
              <a:off x="5423640" y="1506700"/>
              <a:ext cx="0" cy="886012"/>
            </a:xfrm>
            <a:prstGeom prst="straightConnector1">
              <a:avLst/>
            </a:prstGeom>
            <a:noFill/>
            <a:ln cap="flat" cmpd="sng" w="28575">
              <a:solidFill>
                <a:srgbClr val="BFBFBF"/>
              </a:solidFill>
              <a:prstDash val="solid"/>
              <a:round/>
              <a:headEnd len="med" w="med" type="none"/>
              <a:tailEnd len="med" w="med" type="none"/>
            </a:ln>
          </p:spPr>
        </p:cxnSp>
      </p:grpSp>
      <p:cxnSp>
        <p:nvCxnSpPr>
          <p:cNvPr id="1120" name="Google Shape;1120;p33"/>
          <p:cNvCxnSpPr/>
          <p:nvPr/>
        </p:nvCxnSpPr>
        <p:spPr>
          <a:xfrm flipH="1">
            <a:off x="3735084" y="4330221"/>
            <a:ext cx="956469" cy="1154263"/>
          </a:xfrm>
          <a:prstGeom prst="straightConnector1">
            <a:avLst/>
          </a:prstGeom>
          <a:noFill/>
          <a:ln cap="flat" cmpd="sng" w="19050">
            <a:solidFill>
              <a:srgbClr val="00B0F0"/>
            </a:solidFill>
            <a:prstDash val="solid"/>
            <a:miter lim="800000"/>
            <a:headEnd len="med" w="med" type="triangle"/>
            <a:tailEnd len="med" w="med" type="triangle"/>
          </a:ln>
        </p:spPr>
      </p:cxnSp>
      <p:cxnSp>
        <p:nvCxnSpPr>
          <p:cNvPr id="1121" name="Google Shape;1121;p33"/>
          <p:cNvCxnSpPr/>
          <p:nvPr/>
        </p:nvCxnSpPr>
        <p:spPr>
          <a:xfrm>
            <a:off x="4691552" y="4356865"/>
            <a:ext cx="960990" cy="1127619"/>
          </a:xfrm>
          <a:prstGeom prst="straightConnector1">
            <a:avLst/>
          </a:prstGeom>
          <a:noFill/>
          <a:ln cap="flat" cmpd="sng" w="19050">
            <a:solidFill>
              <a:srgbClr val="00B0F0"/>
            </a:solidFill>
            <a:prstDash val="solid"/>
            <a:miter lim="800000"/>
            <a:headEnd len="med" w="med" type="triangle"/>
            <a:tailEnd len="med" w="med" type="triangle"/>
          </a:ln>
        </p:spPr>
      </p:cxnSp>
      <p:cxnSp>
        <p:nvCxnSpPr>
          <p:cNvPr id="1122" name="Google Shape;1122;p33"/>
          <p:cNvCxnSpPr/>
          <p:nvPr/>
        </p:nvCxnSpPr>
        <p:spPr>
          <a:xfrm>
            <a:off x="6611273" y="4332355"/>
            <a:ext cx="958729" cy="1152128"/>
          </a:xfrm>
          <a:prstGeom prst="straightConnector1">
            <a:avLst/>
          </a:prstGeom>
          <a:noFill/>
          <a:ln cap="flat" cmpd="sng" w="19050">
            <a:solidFill>
              <a:srgbClr val="00B0F0"/>
            </a:solidFill>
            <a:prstDash val="solid"/>
            <a:miter lim="800000"/>
            <a:headEnd len="med" w="med" type="triangle"/>
            <a:tailEnd len="med" w="med" type="triangle"/>
          </a:ln>
        </p:spPr>
      </p:cxnSp>
      <p:cxnSp>
        <p:nvCxnSpPr>
          <p:cNvPr id="1123" name="Google Shape;1123;p33"/>
          <p:cNvCxnSpPr/>
          <p:nvPr/>
        </p:nvCxnSpPr>
        <p:spPr>
          <a:xfrm flipH="1">
            <a:off x="5652542" y="4332355"/>
            <a:ext cx="950306" cy="1152128"/>
          </a:xfrm>
          <a:prstGeom prst="straightConnector1">
            <a:avLst/>
          </a:prstGeom>
          <a:noFill/>
          <a:ln cap="flat" cmpd="sng" w="19050">
            <a:solidFill>
              <a:srgbClr val="00B0F0"/>
            </a:solidFill>
            <a:prstDash val="solid"/>
            <a:miter lim="800000"/>
            <a:headEnd len="med" w="med" type="triangle"/>
            <a:tailEnd len="med" w="med" type="triangle"/>
          </a:ln>
        </p:spPr>
      </p:cxnSp>
      <p:cxnSp>
        <p:nvCxnSpPr>
          <p:cNvPr id="1124" name="Google Shape;1124;p33"/>
          <p:cNvCxnSpPr/>
          <p:nvPr/>
        </p:nvCxnSpPr>
        <p:spPr>
          <a:xfrm flipH="1">
            <a:off x="3735083" y="4356865"/>
            <a:ext cx="2878138" cy="1127619"/>
          </a:xfrm>
          <a:prstGeom prst="straightConnector1">
            <a:avLst/>
          </a:prstGeom>
          <a:noFill/>
          <a:ln cap="flat" cmpd="sng" w="19050">
            <a:solidFill>
              <a:srgbClr val="00B0F0"/>
            </a:solidFill>
            <a:prstDash val="solid"/>
            <a:miter lim="800000"/>
            <a:headEnd len="med" w="med" type="triangle"/>
            <a:tailEnd len="med" w="med" type="triangle"/>
          </a:ln>
        </p:spPr>
      </p:cxnSp>
      <p:cxnSp>
        <p:nvCxnSpPr>
          <p:cNvPr id="1125" name="Google Shape;1125;p33"/>
          <p:cNvCxnSpPr/>
          <p:nvPr/>
        </p:nvCxnSpPr>
        <p:spPr>
          <a:xfrm>
            <a:off x="4693813" y="4332356"/>
            <a:ext cx="2876188" cy="1140865"/>
          </a:xfrm>
          <a:prstGeom prst="straightConnector1">
            <a:avLst/>
          </a:prstGeom>
          <a:noFill/>
          <a:ln cap="flat" cmpd="sng" w="19050">
            <a:solidFill>
              <a:srgbClr val="00B0F0"/>
            </a:solidFill>
            <a:prstDash val="solid"/>
            <a:miter lim="800000"/>
            <a:headEnd len="med" w="med" type="triangle"/>
            <a:tailEnd len="med" w="med" type="triangle"/>
          </a:ln>
        </p:spPr>
      </p:cxnSp>
      <p:sp>
        <p:nvSpPr>
          <p:cNvPr id="1126" name="Google Shape;1126;p33"/>
          <p:cNvSpPr/>
          <p:nvPr/>
        </p:nvSpPr>
        <p:spPr>
          <a:xfrm rot="10800000">
            <a:off x="3882910" y="5080683"/>
            <a:ext cx="3564786" cy="382044"/>
          </a:xfrm>
          <a:custGeom>
            <a:rect b="b" l="l" r="r" t="t"/>
            <a:pathLst>
              <a:path extrusionOk="0" h="195866" w="1734325">
                <a:moveTo>
                  <a:pt x="0" y="1950"/>
                </a:moveTo>
                <a:cubicBezTo>
                  <a:pt x="270132" y="112499"/>
                  <a:pt x="558414" y="196191"/>
                  <a:pt x="847468" y="195866"/>
                </a:cubicBezTo>
                <a:cubicBezTo>
                  <a:pt x="1136522" y="195541"/>
                  <a:pt x="1445657" y="91666"/>
                  <a:pt x="1734325" y="0"/>
                </a:cubicBezTo>
              </a:path>
            </a:pathLst>
          </a:custGeom>
          <a:noFill/>
          <a:ln cap="flat" cmpd="sng" w="19050">
            <a:solidFill>
              <a:srgbClr val="00B0F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127" name="Google Shape;1127;p33"/>
          <p:cNvSpPr/>
          <p:nvPr/>
        </p:nvSpPr>
        <p:spPr>
          <a:xfrm>
            <a:off x="4811408" y="4338157"/>
            <a:ext cx="1676400" cy="217516"/>
          </a:xfrm>
          <a:custGeom>
            <a:rect b="b" l="l" r="r" t="t"/>
            <a:pathLst>
              <a:path extrusionOk="0" h="184187" w="1676400">
                <a:moveTo>
                  <a:pt x="0" y="0"/>
                </a:moveTo>
                <a:cubicBezTo>
                  <a:pt x="279400" y="91016"/>
                  <a:pt x="558800" y="182033"/>
                  <a:pt x="838200" y="184150"/>
                </a:cubicBezTo>
                <a:cubicBezTo>
                  <a:pt x="1117600" y="186267"/>
                  <a:pt x="1397000" y="99483"/>
                  <a:pt x="1676400" y="12700"/>
                </a:cubicBezTo>
              </a:path>
            </a:pathLst>
          </a:custGeom>
          <a:noFill/>
          <a:ln cap="flat" cmpd="sng" w="19050">
            <a:solidFill>
              <a:srgbClr val="00B0F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pic>
        <p:nvPicPr>
          <p:cNvPr id="1128" name="Google Shape;1128;p33"/>
          <p:cNvPicPr preferRelativeResize="0"/>
          <p:nvPr/>
        </p:nvPicPr>
        <p:blipFill rotWithShape="1">
          <a:blip r:embed="rId3">
            <a:alphaModFix/>
          </a:blip>
          <a:srcRect b="0" l="0" r="0" t="0"/>
          <a:stretch/>
        </p:blipFill>
        <p:spPr>
          <a:xfrm>
            <a:off x="4423813" y="3844301"/>
            <a:ext cx="540000" cy="442800"/>
          </a:xfrm>
          <a:prstGeom prst="rect">
            <a:avLst/>
          </a:prstGeom>
          <a:noFill/>
          <a:ln>
            <a:noFill/>
          </a:ln>
        </p:spPr>
      </p:pic>
      <p:pic>
        <p:nvPicPr>
          <p:cNvPr id="1129" name="Google Shape;1129;p33"/>
          <p:cNvPicPr preferRelativeResize="0"/>
          <p:nvPr/>
        </p:nvPicPr>
        <p:blipFill rotWithShape="1">
          <a:blip r:embed="rId3">
            <a:alphaModFix/>
          </a:blip>
          <a:srcRect b="0" l="0" r="0" t="0"/>
          <a:stretch/>
        </p:blipFill>
        <p:spPr>
          <a:xfrm>
            <a:off x="6343221" y="3844301"/>
            <a:ext cx="540000" cy="442800"/>
          </a:xfrm>
          <a:prstGeom prst="rect">
            <a:avLst/>
          </a:prstGeom>
          <a:noFill/>
          <a:ln>
            <a:noFill/>
          </a:ln>
        </p:spPr>
      </p:pic>
      <p:pic>
        <p:nvPicPr>
          <p:cNvPr id="1130" name="Google Shape;1130;p33"/>
          <p:cNvPicPr preferRelativeResize="0"/>
          <p:nvPr/>
        </p:nvPicPr>
        <p:blipFill rotWithShape="1">
          <a:blip r:embed="rId3">
            <a:alphaModFix/>
          </a:blip>
          <a:srcRect b="0" l="0" r="0" t="0"/>
          <a:stretch/>
        </p:blipFill>
        <p:spPr>
          <a:xfrm>
            <a:off x="5374887" y="5551206"/>
            <a:ext cx="540000" cy="442800"/>
          </a:xfrm>
          <a:prstGeom prst="rect">
            <a:avLst/>
          </a:prstGeom>
          <a:noFill/>
          <a:ln>
            <a:noFill/>
          </a:ln>
        </p:spPr>
      </p:pic>
      <p:pic>
        <p:nvPicPr>
          <p:cNvPr id="1131" name="Google Shape;1131;p33"/>
          <p:cNvPicPr preferRelativeResize="0"/>
          <p:nvPr/>
        </p:nvPicPr>
        <p:blipFill rotWithShape="1">
          <a:blip r:embed="rId3">
            <a:alphaModFix/>
          </a:blip>
          <a:srcRect b="0" l="0" r="0" t="0"/>
          <a:stretch/>
        </p:blipFill>
        <p:spPr>
          <a:xfrm>
            <a:off x="3482290" y="5551206"/>
            <a:ext cx="540000" cy="442800"/>
          </a:xfrm>
          <a:prstGeom prst="rect">
            <a:avLst/>
          </a:prstGeom>
          <a:noFill/>
          <a:ln>
            <a:noFill/>
          </a:ln>
        </p:spPr>
      </p:pic>
      <p:pic>
        <p:nvPicPr>
          <p:cNvPr id="1132" name="Google Shape;1132;p33"/>
          <p:cNvPicPr preferRelativeResize="0"/>
          <p:nvPr/>
        </p:nvPicPr>
        <p:blipFill rotWithShape="1">
          <a:blip r:embed="rId3">
            <a:alphaModFix/>
          </a:blip>
          <a:srcRect b="0" l="0" r="0" t="0"/>
          <a:stretch/>
        </p:blipFill>
        <p:spPr>
          <a:xfrm>
            <a:off x="7300002" y="5551206"/>
            <a:ext cx="540000" cy="442800"/>
          </a:xfrm>
          <a:prstGeom prst="rect">
            <a:avLst/>
          </a:prstGeom>
          <a:noFill/>
          <a:ln>
            <a:noFill/>
          </a:ln>
        </p:spPr>
      </p:pic>
      <p:sp>
        <p:nvSpPr>
          <p:cNvPr id="1133" name="Google Shape;1133;p33"/>
          <p:cNvSpPr txBox="1"/>
          <p:nvPr/>
        </p:nvSpPr>
        <p:spPr>
          <a:xfrm>
            <a:off x="7906621" y="4657064"/>
            <a:ext cx="1151412"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rgbClr val="7F7F7F"/>
                </a:solidFill>
                <a:latin typeface="Arial"/>
                <a:ea typeface="Arial"/>
                <a:cs typeface="Arial"/>
                <a:sym typeface="Arial"/>
              </a:rPr>
              <a:t>Ethernet</a:t>
            </a:r>
            <a:endParaRPr/>
          </a:p>
        </p:txBody>
      </p:sp>
      <p:sp>
        <p:nvSpPr>
          <p:cNvPr id="1134" name="Google Shape;1134;p33"/>
          <p:cNvSpPr/>
          <p:nvPr/>
        </p:nvSpPr>
        <p:spPr>
          <a:xfrm rot="10800000">
            <a:off x="3975591" y="5368104"/>
            <a:ext cx="1600200" cy="101600"/>
          </a:xfrm>
          <a:custGeom>
            <a:rect b="b" l="l" r="r" t="t"/>
            <a:pathLst>
              <a:path extrusionOk="0" h="203201" w="1600200">
                <a:moveTo>
                  <a:pt x="0" y="0"/>
                </a:moveTo>
                <a:cubicBezTo>
                  <a:pt x="279400" y="91016"/>
                  <a:pt x="552450" y="202671"/>
                  <a:pt x="819150" y="203200"/>
                </a:cubicBezTo>
                <a:cubicBezTo>
                  <a:pt x="1085850" y="203729"/>
                  <a:pt x="1320800" y="89957"/>
                  <a:pt x="1600200" y="3174"/>
                </a:cubicBezTo>
              </a:path>
            </a:pathLst>
          </a:custGeom>
          <a:noFill/>
          <a:ln cap="flat" cmpd="sng" w="19050">
            <a:solidFill>
              <a:srgbClr val="00B0F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135" name="Google Shape;1135;p33"/>
          <p:cNvSpPr/>
          <p:nvPr/>
        </p:nvSpPr>
        <p:spPr>
          <a:xfrm rot="10800000">
            <a:off x="5791691" y="5367836"/>
            <a:ext cx="1690688" cy="111393"/>
          </a:xfrm>
          <a:custGeom>
            <a:rect b="b" l="l" r="r" t="t"/>
            <a:pathLst>
              <a:path extrusionOk="0" h="222787" w="1690688">
                <a:moveTo>
                  <a:pt x="0" y="0"/>
                </a:moveTo>
                <a:cubicBezTo>
                  <a:pt x="279400" y="119591"/>
                  <a:pt x="570707" y="213783"/>
                  <a:pt x="852488" y="222250"/>
                </a:cubicBezTo>
                <a:cubicBezTo>
                  <a:pt x="1134269" y="230717"/>
                  <a:pt x="1411288" y="137583"/>
                  <a:pt x="1690688" y="50800"/>
                </a:cubicBezTo>
              </a:path>
            </a:pathLst>
          </a:custGeom>
          <a:noFill/>
          <a:ln cap="flat" cmpd="sng" w="19050">
            <a:solidFill>
              <a:srgbClr val="00B0F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136" name="Google Shape;1136;p33"/>
          <p:cNvSpPr txBox="1"/>
          <p:nvPr/>
        </p:nvSpPr>
        <p:spPr>
          <a:xfrm>
            <a:off x="9964480" y="5591628"/>
            <a:ext cx="1151412"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rgbClr val="7F6000"/>
                </a:solidFill>
                <a:latin typeface="Arial"/>
                <a:ea typeface="Arial"/>
                <a:cs typeface="Arial"/>
                <a:sym typeface="Arial"/>
              </a:rPr>
              <a:t>Adjacency</a:t>
            </a:r>
            <a:endParaRPr/>
          </a:p>
        </p:txBody>
      </p:sp>
      <p:cxnSp>
        <p:nvCxnSpPr>
          <p:cNvPr id="1137" name="Google Shape;1137;p33"/>
          <p:cNvCxnSpPr/>
          <p:nvPr/>
        </p:nvCxnSpPr>
        <p:spPr>
          <a:xfrm>
            <a:off x="9118641" y="5772606"/>
            <a:ext cx="744774" cy="0"/>
          </a:xfrm>
          <a:prstGeom prst="straightConnector1">
            <a:avLst/>
          </a:prstGeom>
          <a:noFill/>
          <a:ln cap="flat" cmpd="sng" w="19050">
            <a:solidFill>
              <a:srgbClr val="00B0F0"/>
            </a:solidFill>
            <a:prstDash val="solid"/>
            <a:miter lim="800000"/>
            <a:headEnd len="med" w="med" type="triangle"/>
            <a:tailEnd len="med" w="med" type="triangle"/>
          </a:ln>
        </p:spPr>
      </p:cxn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1" name="Shape 1141"/>
        <p:cNvGrpSpPr/>
        <p:nvPr/>
      </p:nvGrpSpPr>
      <p:grpSpPr>
        <a:xfrm>
          <a:off x="0" y="0"/>
          <a:ext cx="0" cy="0"/>
          <a:chOff x="0" y="0"/>
          <a:chExt cx="0" cy="0"/>
        </a:xfrm>
      </p:grpSpPr>
      <p:sp>
        <p:nvSpPr>
          <p:cNvPr id="1142" name="Google Shape;1142;p34"/>
          <p:cNvSpPr txBox="1"/>
          <p:nvPr>
            <p:ph idx="1" type="body"/>
          </p:nvPr>
        </p:nvSpPr>
        <p:spPr>
          <a:xfrm>
            <a:off x="451877" y="1242453"/>
            <a:ext cx="11306175" cy="4680000"/>
          </a:xfrm>
          <a:prstGeom prst="rect">
            <a:avLst/>
          </a:prstGeom>
          <a:noFill/>
          <a:ln>
            <a:noFill/>
          </a:ln>
        </p:spPr>
        <p:txBody>
          <a:bodyPr anchorCtr="0" anchor="t" bIns="40050" lIns="80125" spcFirstLastPara="1" rIns="80125" wrap="square" tIns="40050">
            <a:noAutofit/>
          </a:bodyPr>
          <a:lstStyle/>
          <a:p>
            <a:pPr indent="-302279" lvl="0" marL="302279" rtl="0" algn="just">
              <a:lnSpc>
                <a:spcPct val="140000"/>
              </a:lnSpc>
              <a:spcBef>
                <a:spcPts val="0"/>
              </a:spcBef>
              <a:spcAft>
                <a:spcPts val="0"/>
              </a:spcAft>
              <a:buClr>
                <a:schemeClr val="dk1"/>
              </a:buClr>
              <a:buSzPts val="900"/>
              <a:buChar char="●"/>
            </a:pPr>
            <a:r>
              <a:rPr lang="en-US" sz="1800"/>
              <a:t>To optimize OSPF neighbor relationships on an MA network, the OSPF protocol specifies three types of OSPF routers: DR, BDR, and DRother.</a:t>
            </a:r>
            <a:endParaRPr/>
          </a:p>
          <a:p>
            <a:pPr indent="-302279" lvl="0" marL="302279" rtl="0" algn="just">
              <a:lnSpc>
                <a:spcPct val="140000"/>
              </a:lnSpc>
              <a:spcBef>
                <a:spcPts val="792"/>
              </a:spcBef>
              <a:spcAft>
                <a:spcPts val="0"/>
              </a:spcAft>
              <a:buClr>
                <a:schemeClr val="dk1"/>
              </a:buClr>
              <a:buSzPts val="900"/>
              <a:buChar char="●"/>
            </a:pPr>
            <a:r>
              <a:rPr lang="en-US" sz="1800"/>
              <a:t>Only the DR and BDR can establish adjacencies with other OSPF routers. DRothers do not establish OSPF adjacencies with one another, and their relationship is in the 2-way state.</a:t>
            </a:r>
            <a:endParaRPr/>
          </a:p>
          <a:p>
            <a:pPr indent="-302279" lvl="0" marL="302279" rtl="0" algn="just">
              <a:lnSpc>
                <a:spcPct val="140000"/>
              </a:lnSpc>
              <a:spcBef>
                <a:spcPts val="792"/>
              </a:spcBef>
              <a:spcAft>
                <a:spcPts val="0"/>
              </a:spcAft>
              <a:buClr>
                <a:schemeClr val="dk1"/>
              </a:buClr>
              <a:buSzPts val="900"/>
              <a:buChar char="●"/>
            </a:pPr>
            <a:r>
              <a:rPr lang="en-US" sz="1800"/>
              <a:t>The BDR monitors the status of the DR and takes over the role of the DR if the existing DR fails.</a:t>
            </a:r>
            <a:endParaRPr/>
          </a:p>
          <a:p>
            <a:pPr indent="-245129" lvl="0" marL="302279" rtl="0" algn="just">
              <a:lnSpc>
                <a:spcPct val="140000"/>
              </a:lnSpc>
              <a:spcBef>
                <a:spcPts val="792"/>
              </a:spcBef>
              <a:spcAft>
                <a:spcPts val="0"/>
              </a:spcAft>
              <a:buClr>
                <a:schemeClr val="dk1"/>
              </a:buClr>
              <a:buSzPts val="900"/>
              <a:buNone/>
            </a:pPr>
            <a:r>
              <a:t/>
            </a:r>
            <a:endParaRPr sz="1800"/>
          </a:p>
          <a:p>
            <a:pPr indent="-245129" lvl="0" marL="302279" rtl="0" algn="just">
              <a:lnSpc>
                <a:spcPct val="140000"/>
              </a:lnSpc>
              <a:spcBef>
                <a:spcPts val="792"/>
              </a:spcBef>
              <a:spcAft>
                <a:spcPts val="0"/>
              </a:spcAft>
              <a:buClr>
                <a:schemeClr val="dk1"/>
              </a:buClr>
              <a:buSzPts val="900"/>
              <a:buNone/>
            </a:pPr>
            <a:r>
              <a:t/>
            </a:r>
            <a:endParaRPr sz="1800"/>
          </a:p>
        </p:txBody>
      </p:sp>
      <p:sp>
        <p:nvSpPr>
          <p:cNvPr id="1143" name="Google Shape;1143;p34"/>
          <p:cNvSpPr txBox="1"/>
          <p:nvPr>
            <p:ph type="title"/>
          </p:nvPr>
        </p:nvSpPr>
        <p:spPr>
          <a:xfrm>
            <a:off x="1594800" y="452604"/>
            <a:ext cx="9831600" cy="640800"/>
          </a:xfrm>
          <a:prstGeom prst="rect">
            <a:avLst/>
          </a:prstGeom>
          <a:noFill/>
          <a:ln>
            <a:noFill/>
          </a:ln>
        </p:spPr>
        <p:txBody>
          <a:bodyPr anchorCtr="0" anchor="ctr" bIns="50400" lIns="100800" spcFirstLastPara="1" rIns="100800" wrap="square" tIns="50400">
            <a:noAutofit/>
          </a:bodyPr>
          <a:lstStyle/>
          <a:p>
            <a:pPr indent="0" lvl="0" marL="0" rtl="0" algn="l">
              <a:lnSpc>
                <a:spcPct val="90000"/>
              </a:lnSpc>
              <a:spcBef>
                <a:spcPts val="0"/>
              </a:spcBef>
              <a:spcAft>
                <a:spcPts val="0"/>
              </a:spcAft>
              <a:buClr>
                <a:schemeClr val="dk1"/>
              </a:buClr>
              <a:buSzPts val="3400"/>
              <a:buFont typeface="Arial"/>
              <a:buNone/>
            </a:pPr>
            <a:r>
              <a:rPr lang="en-US"/>
              <a:t>DR and BDR</a:t>
            </a:r>
            <a:endParaRPr/>
          </a:p>
        </p:txBody>
      </p:sp>
      <p:grpSp>
        <p:nvGrpSpPr>
          <p:cNvPr id="1144" name="Google Shape;1144;p34"/>
          <p:cNvGrpSpPr/>
          <p:nvPr/>
        </p:nvGrpSpPr>
        <p:grpSpPr>
          <a:xfrm>
            <a:off x="3647460" y="4022407"/>
            <a:ext cx="4010164" cy="1772024"/>
            <a:chOff x="2468252" y="1506700"/>
            <a:chExt cx="4010164" cy="1772024"/>
          </a:xfrm>
        </p:grpSpPr>
        <p:cxnSp>
          <p:nvCxnSpPr>
            <p:cNvPr id="1145" name="Google Shape;1145;p34"/>
            <p:cNvCxnSpPr/>
            <p:nvPr/>
          </p:nvCxnSpPr>
          <p:spPr>
            <a:xfrm>
              <a:off x="2468252" y="2392712"/>
              <a:ext cx="4010164" cy="0"/>
            </a:xfrm>
            <a:prstGeom prst="straightConnector1">
              <a:avLst/>
            </a:prstGeom>
            <a:noFill/>
            <a:ln cap="flat" cmpd="sng" w="28575">
              <a:solidFill>
                <a:srgbClr val="BFBFBF"/>
              </a:solidFill>
              <a:prstDash val="solid"/>
              <a:round/>
              <a:headEnd len="med" w="med" type="none"/>
              <a:tailEnd len="med" w="med" type="none"/>
            </a:ln>
          </p:spPr>
        </p:cxnSp>
        <p:cxnSp>
          <p:nvCxnSpPr>
            <p:cNvPr id="1146" name="Google Shape;1146;p34"/>
            <p:cNvCxnSpPr/>
            <p:nvPr/>
          </p:nvCxnSpPr>
          <p:spPr>
            <a:xfrm>
              <a:off x="2573082" y="2392712"/>
              <a:ext cx="0" cy="886012"/>
            </a:xfrm>
            <a:prstGeom prst="straightConnector1">
              <a:avLst/>
            </a:prstGeom>
            <a:noFill/>
            <a:ln cap="flat" cmpd="sng" w="28575">
              <a:solidFill>
                <a:srgbClr val="BFBFBF"/>
              </a:solidFill>
              <a:prstDash val="solid"/>
              <a:round/>
              <a:headEnd len="med" w="med" type="none"/>
              <a:tailEnd len="med" w="med" type="none"/>
            </a:ln>
          </p:spPr>
        </p:cxnSp>
        <p:cxnSp>
          <p:nvCxnSpPr>
            <p:cNvPr id="1147" name="Google Shape;1147;p34"/>
            <p:cNvCxnSpPr/>
            <p:nvPr/>
          </p:nvCxnSpPr>
          <p:spPr>
            <a:xfrm>
              <a:off x="4465679" y="2392712"/>
              <a:ext cx="0" cy="886012"/>
            </a:xfrm>
            <a:prstGeom prst="straightConnector1">
              <a:avLst/>
            </a:prstGeom>
            <a:noFill/>
            <a:ln cap="flat" cmpd="sng" w="28575">
              <a:solidFill>
                <a:srgbClr val="BFBFBF"/>
              </a:solidFill>
              <a:prstDash val="solid"/>
              <a:round/>
              <a:headEnd len="med" w="med" type="none"/>
              <a:tailEnd len="med" w="med" type="none"/>
            </a:ln>
          </p:spPr>
        </p:cxnSp>
        <p:cxnSp>
          <p:nvCxnSpPr>
            <p:cNvPr id="1148" name="Google Shape;1148;p34"/>
            <p:cNvCxnSpPr/>
            <p:nvPr/>
          </p:nvCxnSpPr>
          <p:spPr>
            <a:xfrm>
              <a:off x="6390793" y="2392712"/>
              <a:ext cx="0" cy="886012"/>
            </a:xfrm>
            <a:prstGeom prst="straightConnector1">
              <a:avLst/>
            </a:prstGeom>
            <a:noFill/>
            <a:ln cap="flat" cmpd="sng" w="28575">
              <a:solidFill>
                <a:srgbClr val="BFBFBF"/>
              </a:solidFill>
              <a:prstDash val="solid"/>
              <a:round/>
              <a:headEnd len="med" w="med" type="none"/>
              <a:tailEnd len="med" w="med" type="none"/>
            </a:ln>
          </p:spPr>
        </p:cxnSp>
        <p:cxnSp>
          <p:nvCxnSpPr>
            <p:cNvPr id="1149" name="Google Shape;1149;p34"/>
            <p:cNvCxnSpPr/>
            <p:nvPr/>
          </p:nvCxnSpPr>
          <p:spPr>
            <a:xfrm>
              <a:off x="3514605" y="1506700"/>
              <a:ext cx="0" cy="886012"/>
            </a:xfrm>
            <a:prstGeom prst="straightConnector1">
              <a:avLst/>
            </a:prstGeom>
            <a:noFill/>
            <a:ln cap="flat" cmpd="sng" w="28575">
              <a:solidFill>
                <a:srgbClr val="BFBFBF"/>
              </a:solidFill>
              <a:prstDash val="solid"/>
              <a:round/>
              <a:headEnd len="med" w="med" type="none"/>
              <a:tailEnd len="med" w="med" type="none"/>
            </a:ln>
          </p:spPr>
        </p:cxnSp>
        <p:cxnSp>
          <p:nvCxnSpPr>
            <p:cNvPr id="1150" name="Google Shape;1150;p34"/>
            <p:cNvCxnSpPr/>
            <p:nvPr/>
          </p:nvCxnSpPr>
          <p:spPr>
            <a:xfrm>
              <a:off x="5423640" y="1506700"/>
              <a:ext cx="0" cy="886012"/>
            </a:xfrm>
            <a:prstGeom prst="straightConnector1">
              <a:avLst/>
            </a:prstGeom>
            <a:noFill/>
            <a:ln cap="flat" cmpd="sng" w="28575">
              <a:solidFill>
                <a:srgbClr val="BFBFBF"/>
              </a:solidFill>
              <a:prstDash val="solid"/>
              <a:round/>
              <a:headEnd len="med" w="med" type="none"/>
              <a:tailEnd len="med" w="med" type="none"/>
            </a:ln>
          </p:spPr>
        </p:cxnSp>
      </p:grpSp>
      <p:cxnSp>
        <p:nvCxnSpPr>
          <p:cNvPr id="1151" name="Google Shape;1151;p34"/>
          <p:cNvCxnSpPr/>
          <p:nvPr/>
        </p:nvCxnSpPr>
        <p:spPr>
          <a:xfrm flipH="1">
            <a:off x="3735084" y="4330221"/>
            <a:ext cx="956469" cy="1154263"/>
          </a:xfrm>
          <a:prstGeom prst="straightConnector1">
            <a:avLst/>
          </a:prstGeom>
          <a:noFill/>
          <a:ln cap="flat" cmpd="sng" w="19050">
            <a:solidFill>
              <a:srgbClr val="00B0F0"/>
            </a:solidFill>
            <a:prstDash val="solid"/>
            <a:miter lim="800000"/>
            <a:headEnd len="med" w="med" type="triangle"/>
            <a:tailEnd len="med" w="med" type="triangle"/>
          </a:ln>
        </p:spPr>
      </p:cxnSp>
      <p:cxnSp>
        <p:nvCxnSpPr>
          <p:cNvPr id="1152" name="Google Shape;1152;p34"/>
          <p:cNvCxnSpPr/>
          <p:nvPr/>
        </p:nvCxnSpPr>
        <p:spPr>
          <a:xfrm>
            <a:off x="4691552" y="4356865"/>
            <a:ext cx="960990" cy="1127619"/>
          </a:xfrm>
          <a:prstGeom prst="straightConnector1">
            <a:avLst/>
          </a:prstGeom>
          <a:noFill/>
          <a:ln cap="flat" cmpd="sng" w="19050">
            <a:solidFill>
              <a:srgbClr val="00B0F0"/>
            </a:solidFill>
            <a:prstDash val="solid"/>
            <a:miter lim="800000"/>
            <a:headEnd len="med" w="med" type="triangle"/>
            <a:tailEnd len="med" w="med" type="triangle"/>
          </a:ln>
        </p:spPr>
      </p:cxnSp>
      <p:cxnSp>
        <p:nvCxnSpPr>
          <p:cNvPr id="1153" name="Google Shape;1153;p34"/>
          <p:cNvCxnSpPr/>
          <p:nvPr/>
        </p:nvCxnSpPr>
        <p:spPr>
          <a:xfrm>
            <a:off x="6611273" y="4332355"/>
            <a:ext cx="958729" cy="1152128"/>
          </a:xfrm>
          <a:prstGeom prst="straightConnector1">
            <a:avLst/>
          </a:prstGeom>
          <a:noFill/>
          <a:ln cap="flat" cmpd="sng" w="19050">
            <a:solidFill>
              <a:srgbClr val="00B0F0"/>
            </a:solidFill>
            <a:prstDash val="solid"/>
            <a:miter lim="800000"/>
            <a:headEnd len="med" w="med" type="triangle"/>
            <a:tailEnd len="med" w="med" type="triangle"/>
          </a:ln>
        </p:spPr>
      </p:cxnSp>
      <p:cxnSp>
        <p:nvCxnSpPr>
          <p:cNvPr id="1154" name="Google Shape;1154;p34"/>
          <p:cNvCxnSpPr/>
          <p:nvPr/>
        </p:nvCxnSpPr>
        <p:spPr>
          <a:xfrm flipH="1">
            <a:off x="5652542" y="4332355"/>
            <a:ext cx="950306" cy="1152128"/>
          </a:xfrm>
          <a:prstGeom prst="straightConnector1">
            <a:avLst/>
          </a:prstGeom>
          <a:noFill/>
          <a:ln cap="flat" cmpd="sng" w="19050">
            <a:solidFill>
              <a:srgbClr val="00B0F0"/>
            </a:solidFill>
            <a:prstDash val="solid"/>
            <a:miter lim="800000"/>
            <a:headEnd len="med" w="med" type="triangle"/>
            <a:tailEnd len="med" w="med" type="triangle"/>
          </a:ln>
        </p:spPr>
      </p:cxnSp>
      <p:cxnSp>
        <p:nvCxnSpPr>
          <p:cNvPr id="1155" name="Google Shape;1155;p34"/>
          <p:cNvCxnSpPr/>
          <p:nvPr/>
        </p:nvCxnSpPr>
        <p:spPr>
          <a:xfrm flipH="1">
            <a:off x="3735083" y="4356865"/>
            <a:ext cx="2878138" cy="1127619"/>
          </a:xfrm>
          <a:prstGeom prst="straightConnector1">
            <a:avLst/>
          </a:prstGeom>
          <a:noFill/>
          <a:ln cap="flat" cmpd="sng" w="19050">
            <a:solidFill>
              <a:srgbClr val="00B0F0"/>
            </a:solidFill>
            <a:prstDash val="solid"/>
            <a:miter lim="800000"/>
            <a:headEnd len="med" w="med" type="triangle"/>
            <a:tailEnd len="med" w="med" type="triangle"/>
          </a:ln>
        </p:spPr>
      </p:cxnSp>
      <p:cxnSp>
        <p:nvCxnSpPr>
          <p:cNvPr id="1156" name="Google Shape;1156;p34"/>
          <p:cNvCxnSpPr/>
          <p:nvPr/>
        </p:nvCxnSpPr>
        <p:spPr>
          <a:xfrm>
            <a:off x="4693813" y="4332356"/>
            <a:ext cx="2876188" cy="1140865"/>
          </a:xfrm>
          <a:prstGeom prst="straightConnector1">
            <a:avLst/>
          </a:prstGeom>
          <a:noFill/>
          <a:ln cap="flat" cmpd="sng" w="19050">
            <a:solidFill>
              <a:srgbClr val="00B0F0"/>
            </a:solidFill>
            <a:prstDash val="solid"/>
            <a:miter lim="800000"/>
            <a:headEnd len="med" w="med" type="triangle"/>
            <a:tailEnd len="med" w="med" type="triangle"/>
          </a:ln>
        </p:spPr>
      </p:cxnSp>
      <p:sp>
        <p:nvSpPr>
          <p:cNvPr id="1157" name="Google Shape;1157;p34"/>
          <p:cNvSpPr/>
          <p:nvPr/>
        </p:nvSpPr>
        <p:spPr>
          <a:xfrm>
            <a:off x="4811408" y="4338157"/>
            <a:ext cx="1676400" cy="217516"/>
          </a:xfrm>
          <a:custGeom>
            <a:rect b="b" l="l" r="r" t="t"/>
            <a:pathLst>
              <a:path extrusionOk="0" h="184187" w="1676400">
                <a:moveTo>
                  <a:pt x="0" y="0"/>
                </a:moveTo>
                <a:cubicBezTo>
                  <a:pt x="279400" y="91016"/>
                  <a:pt x="558800" y="182033"/>
                  <a:pt x="838200" y="184150"/>
                </a:cubicBezTo>
                <a:cubicBezTo>
                  <a:pt x="1117600" y="186267"/>
                  <a:pt x="1397000" y="99483"/>
                  <a:pt x="1676400" y="12700"/>
                </a:cubicBezTo>
              </a:path>
            </a:pathLst>
          </a:custGeom>
          <a:noFill/>
          <a:ln cap="flat" cmpd="sng" w="19050">
            <a:solidFill>
              <a:srgbClr val="00B0F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pic>
        <p:nvPicPr>
          <p:cNvPr id="1158" name="Google Shape;1158;p34"/>
          <p:cNvPicPr preferRelativeResize="0"/>
          <p:nvPr/>
        </p:nvPicPr>
        <p:blipFill rotWithShape="1">
          <a:blip r:embed="rId3">
            <a:alphaModFix/>
          </a:blip>
          <a:srcRect b="0" l="0" r="0" t="0"/>
          <a:stretch/>
        </p:blipFill>
        <p:spPr>
          <a:xfrm>
            <a:off x="4423813" y="3844301"/>
            <a:ext cx="540000" cy="442800"/>
          </a:xfrm>
          <a:prstGeom prst="rect">
            <a:avLst/>
          </a:prstGeom>
          <a:noFill/>
          <a:ln>
            <a:noFill/>
          </a:ln>
        </p:spPr>
      </p:pic>
      <p:pic>
        <p:nvPicPr>
          <p:cNvPr id="1159" name="Google Shape;1159;p34"/>
          <p:cNvPicPr preferRelativeResize="0"/>
          <p:nvPr/>
        </p:nvPicPr>
        <p:blipFill rotWithShape="1">
          <a:blip r:embed="rId3">
            <a:alphaModFix/>
          </a:blip>
          <a:srcRect b="0" l="0" r="0" t="0"/>
          <a:stretch/>
        </p:blipFill>
        <p:spPr>
          <a:xfrm>
            <a:off x="6343221" y="3844301"/>
            <a:ext cx="540000" cy="442800"/>
          </a:xfrm>
          <a:prstGeom prst="rect">
            <a:avLst/>
          </a:prstGeom>
          <a:noFill/>
          <a:ln>
            <a:noFill/>
          </a:ln>
        </p:spPr>
      </p:pic>
      <p:pic>
        <p:nvPicPr>
          <p:cNvPr id="1160" name="Google Shape;1160;p34"/>
          <p:cNvPicPr preferRelativeResize="0"/>
          <p:nvPr/>
        </p:nvPicPr>
        <p:blipFill rotWithShape="1">
          <a:blip r:embed="rId3">
            <a:alphaModFix/>
          </a:blip>
          <a:srcRect b="0" l="0" r="0" t="0"/>
          <a:stretch/>
        </p:blipFill>
        <p:spPr>
          <a:xfrm>
            <a:off x="5374887" y="5551206"/>
            <a:ext cx="540000" cy="442800"/>
          </a:xfrm>
          <a:prstGeom prst="rect">
            <a:avLst/>
          </a:prstGeom>
          <a:noFill/>
          <a:ln>
            <a:noFill/>
          </a:ln>
        </p:spPr>
      </p:pic>
      <p:pic>
        <p:nvPicPr>
          <p:cNvPr id="1161" name="Google Shape;1161;p34"/>
          <p:cNvPicPr preferRelativeResize="0"/>
          <p:nvPr/>
        </p:nvPicPr>
        <p:blipFill rotWithShape="1">
          <a:blip r:embed="rId3">
            <a:alphaModFix/>
          </a:blip>
          <a:srcRect b="0" l="0" r="0" t="0"/>
          <a:stretch/>
        </p:blipFill>
        <p:spPr>
          <a:xfrm>
            <a:off x="3482290" y="5551206"/>
            <a:ext cx="540000" cy="442800"/>
          </a:xfrm>
          <a:prstGeom prst="rect">
            <a:avLst/>
          </a:prstGeom>
          <a:noFill/>
          <a:ln>
            <a:noFill/>
          </a:ln>
        </p:spPr>
      </p:pic>
      <p:pic>
        <p:nvPicPr>
          <p:cNvPr id="1162" name="Google Shape;1162;p34"/>
          <p:cNvPicPr preferRelativeResize="0"/>
          <p:nvPr/>
        </p:nvPicPr>
        <p:blipFill rotWithShape="1">
          <a:blip r:embed="rId3">
            <a:alphaModFix/>
          </a:blip>
          <a:srcRect b="0" l="0" r="0" t="0"/>
          <a:stretch/>
        </p:blipFill>
        <p:spPr>
          <a:xfrm>
            <a:off x="7300002" y="5551206"/>
            <a:ext cx="540000" cy="442800"/>
          </a:xfrm>
          <a:prstGeom prst="rect">
            <a:avLst/>
          </a:prstGeom>
          <a:noFill/>
          <a:ln>
            <a:noFill/>
          </a:ln>
        </p:spPr>
      </p:pic>
      <p:sp>
        <p:nvSpPr>
          <p:cNvPr id="1163" name="Google Shape;1163;p34"/>
          <p:cNvSpPr txBox="1"/>
          <p:nvPr/>
        </p:nvSpPr>
        <p:spPr>
          <a:xfrm>
            <a:off x="6956195" y="3896424"/>
            <a:ext cx="1151412"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rgbClr val="EC7061"/>
                </a:solidFill>
                <a:latin typeface="Arial"/>
                <a:ea typeface="Arial"/>
                <a:cs typeface="Arial"/>
                <a:sym typeface="Arial"/>
              </a:rPr>
              <a:t>BDR</a:t>
            </a:r>
            <a:endParaRPr/>
          </a:p>
        </p:txBody>
      </p:sp>
      <p:sp>
        <p:nvSpPr>
          <p:cNvPr id="1164" name="Google Shape;1164;p34"/>
          <p:cNvSpPr txBox="1"/>
          <p:nvPr/>
        </p:nvSpPr>
        <p:spPr>
          <a:xfrm>
            <a:off x="5030406" y="3906746"/>
            <a:ext cx="1151412"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rgbClr val="EC7061"/>
                </a:solidFill>
                <a:latin typeface="Arial"/>
                <a:ea typeface="Arial"/>
                <a:cs typeface="Arial"/>
                <a:sym typeface="Arial"/>
              </a:rPr>
              <a:t>DR</a:t>
            </a:r>
            <a:endParaRPr/>
          </a:p>
        </p:txBody>
      </p:sp>
      <p:sp>
        <p:nvSpPr>
          <p:cNvPr id="1165" name="Google Shape;1165;p34"/>
          <p:cNvSpPr txBox="1"/>
          <p:nvPr/>
        </p:nvSpPr>
        <p:spPr>
          <a:xfrm>
            <a:off x="4022290" y="5636600"/>
            <a:ext cx="1151412"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rgbClr val="EC7061"/>
                </a:solidFill>
                <a:latin typeface="Arial"/>
                <a:ea typeface="Arial"/>
                <a:cs typeface="Arial"/>
                <a:sym typeface="Arial"/>
              </a:rPr>
              <a:t>DRother</a:t>
            </a:r>
            <a:endParaRPr/>
          </a:p>
        </p:txBody>
      </p:sp>
      <p:sp>
        <p:nvSpPr>
          <p:cNvPr id="1166" name="Google Shape;1166;p34"/>
          <p:cNvSpPr txBox="1"/>
          <p:nvPr/>
        </p:nvSpPr>
        <p:spPr>
          <a:xfrm>
            <a:off x="5939749" y="5636600"/>
            <a:ext cx="1151412"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rgbClr val="EC7061"/>
                </a:solidFill>
                <a:latin typeface="Arial"/>
                <a:ea typeface="Arial"/>
                <a:cs typeface="Arial"/>
                <a:sym typeface="Arial"/>
              </a:rPr>
              <a:t>DRother</a:t>
            </a:r>
            <a:endParaRPr/>
          </a:p>
        </p:txBody>
      </p:sp>
      <p:sp>
        <p:nvSpPr>
          <p:cNvPr id="1167" name="Google Shape;1167;p34"/>
          <p:cNvSpPr txBox="1"/>
          <p:nvPr/>
        </p:nvSpPr>
        <p:spPr>
          <a:xfrm>
            <a:off x="8047941" y="5636600"/>
            <a:ext cx="1151412"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rgbClr val="EC7061"/>
                </a:solidFill>
                <a:latin typeface="Arial"/>
                <a:ea typeface="Arial"/>
                <a:cs typeface="Arial"/>
                <a:sym typeface="Arial"/>
              </a:rPr>
              <a:t>DRother</a:t>
            </a:r>
            <a:endParaRPr sz="1600">
              <a:solidFill>
                <a:srgbClr val="EC7061"/>
              </a:solidFill>
              <a:latin typeface="Arial"/>
              <a:ea typeface="Arial"/>
              <a:cs typeface="Arial"/>
              <a:sym typeface="Arial"/>
            </a:endParaRPr>
          </a:p>
        </p:txBody>
      </p:sp>
      <p:sp>
        <p:nvSpPr>
          <p:cNvPr id="1168" name="Google Shape;1168;p34"/>
          <p:cNvSpPr txBox="1"/>
          <p:nvPr/>
        </p:nvSpPr>
        <p:spPr>
          <a:xfrm>
            <a:off x="7906621" y="4657064"/>
            <a:ext cx="1151412"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rgbClr val="7F7F7F"/>
                </a:solidFill>
                <a:latin typeface="Arial"/>
                <a:ea typeface="Arial"/>
                <a:cs typeface="Arial"/>
                <a:sym typeface="Arial"/>
              </a:rPr>
              <a:t>Ethernet</a:t>
            </a:r>
            <a:endParaRPr/>
          </a:p>
        </p:txBody>
      </p:sp>
      <p:sp>
        <p:nvSpPr>
          <p:cNvPr id="1169" name="Google Shape;1169;p34"/>
          <p:cNvSpPr txBox="1"/>
          <p:nvPr/>
        </p:nvSpPr>
        <p:spPr>
          <a:xfrm>
            <a:off x="9863415" y="5603329"/>
            <a:ext cx="1151412"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rgbClr val="7F6000"/>
                </a:solidFill>
                <a:latin typeface="Arial"/>
                <a:ea typeface="Arial"/>
                <a:cs typeface="Arial"/>
                <a:sym typeface="Arial"/>
              </a:rPr>
              <a:t>Adjacency</a:t>
            </a:r>
            <a:endParaRPr/>
          </a:p>
        </p:txBody>
      </p:sp>
      <p:cxnSp>
        <p:nvCxnSpPr>
          <p:cNvPr id="1170" name="Google Shape;1170;p34"/>
          <p:cNvCxnSpPr/>
          <p:nvPr/>
        </p:nvCxnSpPr>
        <p:spPr>
          <a:xfrm>
            <a:off x="9118641" y="5772606"/>
            <a:ext cx="744774" cy="0"/>
          </a:xfrm>
          <a:prstGeom prst="straightConnector1">
            <a:avLst/>
          </a:prstGeom>
          <a:noFill/>
          <a:ln cap="flat" cmpd="sng" w="19050">
            <a:solidFill>
              <a:srgbClr val="00B0F0"/>
            </a:solidFill>
            <a:prstDash val="solid"/>
            <a:miter lim="800000"/>
            <a:headEnd len="med" w="med" type="triangle"/>
            <a:tailEnd len="med" w="med" type="triangle"/>
          </a:ln>
        </p:spPr>
      </p:cxn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4" name="Shape 1174"/>
        <p:cNvGrpSpPr/>
        <p:nvPr/>
      </p:nvGrpSpPr>
      <p:grpSpPr>
        <a:xfrm>
          <a:off x="0" y="0"/>
          <a:ext cx="0" cy="0"/>
          <a:chOff x="0" y="0"/>
          <a:chExt cx="0" cy="0"/>
        </a:xfrm>
      </p:grpSpPr>
      <p:sp>
        <p:nvSpPr>
          <p:cNvPr id="1175" name="Google Shape;1175;p35"/>
          <p:cNvSpPr txBox="1"/>
          <p:nvPr>
            <p:ph type="title"/>
          </p:nvPr>
        </p:nvSpPr>
        <p:spPr>
          <a:xfrm>
            <a:off x="1594800" y="452604"/>
            <a:ext cx="9831600" cy="640800"/>
          </a:xfrm>
          <a:prstGeom prst="rect">
            <a:avLst/>
          </a:prstGeom>
          <a:noFill/>
          <a:ln>
            <a:noFill/>
          </a:ln>
        </p:spPr>
        <p:txBody>
          <a:bodyPr anchorCtr="0" anchor="ctr" bIns="50400" lIns="100800" spcFirstLastPara="1" rIns="100800" wrap="square" tIns="50400">
            <a:noAutofit/>
          </a:bodyPr>
          <a:lstStyle/>
          <a:p>
            <a:pPr indent="0" lvl="0" marL="0" rtl="0" algn="l">
              <a:lnSpc>
                <a:spcPct val="90000"/>
              </a:lnSpc>
              <a:spcBef>
                <a:spcPts val="0"/>
              </a:spcBef>
              <a:spcAft>
                <a:spcPts val="0"/>
              </a:spcAft>
              <a:buClr>
                <a:schemeClr val="dk1"/>
              </a:buClr>
              <a:buSzPts val="3400"/>
              <a:buFont typeface="Arial"/>
              <a:buNone/>
            </a:pPr>
            <a:r>
              <a:rPr lang="en-US"/>
              <a:t>OSPF Domain and Single Area</a:t>
            </a:r>
            <a:endParaRPr/>
          </a:p>
        </p:txBody>
      </p:sp>
      <p:grpSp>
        <p:nvGrpSpPr>
          <p:cNvPr id="1176" name="Google Shape;1176;p35"/>
          <p:cNvGrpSpPr/>
          <p:nvPr/>
        </p:nvGrpSpPr>
        <p:grpSpPr>
          <a:xfrm>
            <a:off x="521248" y="2692400"/>
            <a:ext cx="3898900" cy="2124638"/>
            <a:chOff x="1028700" y="2667000"/>
            <a:chExt cx="3898900" cy="2124638"/>
          </a:xfrm>
        </p:grpSpPr>
        <p:sp>
          <p:nvSpPr>
            <p:cNvPr id="1177" name="Google Shape;1177;p35"/>
            <p:cNvSpPr/>
            <p:nvPr/>
          </p:nvSpPr>
          <p:spPr>
            <a:xfrm flipH="1">
              <a:off x="1028700" y="2667000"/>
              <a:ext cx="3898900" cy="2124638"/>
            </a:xfrm>
            <a:custGeom>
              <a:rect b="b" l="l" r="r" t="t"/>
              <a:pathLst>
                <a:path extrusionOk="0" h="2316519" w="4431601">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lt1"/>
            </a:solidFill>
            <a:ln cap="flat" cmpd="sng" w="28575">
              <a:solidFill>
                <a:srgbClr val="A5A5A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1178" name="Google Shape;1178;p35"/>
            <p:cNvPicPr preferRelativeResize="0"/>
            <p:nvPr/>
          </p:nvPicPr>
          <p:blipFill rotWithShape="1">
            <a:blip r:embed="rId3">
              <a:alphaModFix/>
            </a:blip>
            <a:srcRect b="0" l="0" r="0" t="0"/>
            <a:stretch/>
          </p:blipFill>
          <p:spPr>
            <a:xfrm>
              <a:off x="4091861" y="4064676"/>
              <a:ext cx="540000" cy="442800"/>
            </a:xfrm>
            <a:prstGeom prst="rect">
              <a:avLst/>
            </a:prstGeom>
            <a:noFill/>
            <a:ln>
              <a:noFill/>
            </a:ln>
          </p:spPr>
        </p:pic>
        <p:pic>
          <p:nvPicPr>
            <p:cNvPr id="1179" name="Google Shape;1179;p35"/>
            <p:cNvPicPr preferRelativeResize="0"/>
            <p:nvPr/>
          </p:nvPicPr>
          <p:blipFill rotWithShape="1">
            <a:blip r:embed="rId3">
              <a:alphaModFix/>
            </a:blip>
            <a:srcRect b="0" l="0" r="0" t="0"/>
            <a:stretch/>
          </p:blipFill>
          <p:spPr>
            <a:xfrm>
              <a:off x="1324177" y="4064676"/>
              <a:ext cx="540000" cy="442800"/>
            </a:xfrm>
            <a:prstGeom prst="rect">
              <a:avLst/>
            </a:prstGeom>
            <a:noFill/>
            <a:ln>
              <a:noFill/>
            </a:ln>
          </p:spPr>
        </p:pic>
        <p:sp>
          <p:nvSpPr>
            <p:cNvPr id="1180" name="Google Shape;1180;p35"/>
            <p:cNvSpPr txBox="1"/>
            <p:nvPr/>
          </p:nvSpPr>
          <p:spPr>
            <a:xfrm>
              <a:off x="2135270" y="3924645"/>
              <a:ext cx="1685497" cy="646331"/>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a:p>
              <a:pPr indent="0" lvl="0" marL="0" marR="0" rtl="0" algn="ctr">
                <a:spcBef>
                  <a:spcPts val="0"/>
                </a:spcBef>
                <a:spcAft>
                  <a:spcPts val="0"/>
                </a:spcAft>
                <a:buNone/>
              </a:pPr>
              <a:r>
                <a:rPr lang="en-US" sz="1800">
                  <a:solidFill>
                    <a:srgbClr val="EC7061"/>
                  </a:solidFill>
                  <a:latin typeface="Arial"/>
                  <a:ea typeface="Arial"/>
                  <a:cs typeface="Arial"/>
                  <a:sym typeface="Arial"/>
                </a:rPr>
                <a:t>Area 0 </a:t>
              </a:r>
              <a:endParaRPr/>
            </a:p>
          </p:txBody>
        </p:sp>
        <p:pic>
          <p:nvPicPr>
            <p:cNvPr id="1181" name="Google Shape;1181;p35"/>
            <p:cNvPicPr preferRelativeResize="0"/>
            <p:nvPr/>
          </p:nvPicPr>
          <p:blipFill rotWithShape="1">
            <a:blip r:embed="rId3">
              <a:alphaModFix/>
            </a:blip>
            <a:srcRect b="0" l="0" r="0" t="0"/>
            <a:stretch/>
          </p:blipFill>
          <p:spPr>
            <a:xfrm>
              <a:off x="3315046" y="3180763"/>
              <a:ext cx="540000" cy="442800"/>
            </a:xfrm>
            <a:prstGeom prst="rect">
              <a:avLst/>
            </a:prstGeom>
            <a:noFill/>
            <a:ln>
              <a:noFill/>
            </a:ln>
          </p:spPr>
        </p:pic>
        <p:pic>
          <p:nvPicPr>
            <p:cNvPr id="1182" name="Google Shape;1182;p35"/>
            <p:cNvPicPr preferRelativeResize="0"/>
            <p:nvPr/>
          </p:nvPicPr>
          <p:blipFill rotWithShape="1">
            <a:blip r:embed="rId3">
              <a:alphaModFix/>
            </a:blip>
            <a:srcRect b="0" l="0" r="0" t="0"/>
            <a:stretch/>
          </p:blipFill>
          <p:spPr>
            <a:xfrm>
              <a:off x="2222798" y="3176267"/>
              <a:ext cx="540000" cy="442800"/>
            </a:xfrm>
            <a:prstGeom prst="rect">
              <a:avLst/>
            </a:prstGeom>
            <a:noFill/>
            <a:ln>
              <a:noFill/>
            </a:ln>
          </p:spPr>
        </p:pic>
      </p:grpSp>
      <p:sp>
        <p:nvSpPr>
          <p:cNvPr id="1183" name="Google Shape;1183;p35"/>
          <p:cNvSpPr txBox="1"/>
          <p:nvPr/>
        </p:nvSpPr>
        <p:spPr>
          <a:xfrm>
            <a:off x="4972396" y="1333500"/>
            <a:ext cx="6772104" cy="5048249"/>
          </a:xfrm>
          <a:prstGeom prst="rect">
            <a:avLst/>
          </a:prstGeom>
          <a:noFill/>
          <a:ln>
            <a:noFill/>
          </a:ln>
        </p:spPr>
        <p:txBody>
          <a:bodyPr anchorCtr="0" anchor="t" bIns="45700" lIns="91425" spcFirstLastPara="1" rIns="91425" wrap="square" tIns="45700">
            <a:noAutofit/>
          </a:bodyPr>
          <a:lstStyle/>
          <a:p>
            <a:pPr indent="-302279" lvl="0" marL="302279" marR="0" rtl="0" algn="just">
              <a:lnSpc>
                <a:spcPct val="140000"/>
              </a:lnSpc>
              <a:spcBef>
                <a:spcPts val="0"/>
              </a:spcBef>
              <a:spcAft>
                <a:spcPts val="0"/>
              </a:spcAft>
              <a:buClr>
                <a:schemeClr val="dk1"/>
              </a:buClr>
              <a:buSzPts val="800"/>
              <a:buFont typeface="Noto Sans Symbols"/>
              <a:buChar char="●"/>
            </a:pPr>
            <a:r>
              <a:rPr lang="en-US" sz="1600">
                <a:solidFill>
                  <a:schemeClr val="dk1"/>
                </a:solidFill>
                <a:latin typeface="Arial"/>
                <a:ea typeface="Arial"/>
                <a:cs typeface="Arial"/>
                <a:sym typeface="Arial"/>
              </a:rPr>
              <a:t>An OSPF domain is a network that consists of a series of contiguous OSPF network devices that use the same policy.</a:t>
            </a:r>
            <a:endParaRPr/>
          </a:p>
          <a:p>
            <a:pPr indent="-302279" lvl="0" marL="302279" marR="0" rtl="0" algn="just">
              <a:lnSpc>
                <a:spcPct val="140000"/>
              </a:lnSpc>
              <a:spcBef>
                <a:spcPts val="792"/>
              </a:spcBef>
              <a:spcAft>
                <a:spcPts val="0"/>
              </a:spcAft>
              <a:buClr>
                <a:schemeClr val="dk1"/>
              </a:buClr>
              <a:buSzPts val="800"/>
              <a:buFont typeface="Noto Sans Symbols"/>
              <a:buChar char="●"/>
            </a:pPr>
            <a:r>
              <a:rPr lang="en-US" sz="1600">
                <a:solidFill>
                  <a:schemeClr val="dk1"/>
                </a:solidFill>
                <a:latin typeface="Arial"/>
                <a:ea typeface="Arial"/>
                <a:cs typeface="Arial"/>
                <a:sym typeface="Arial"/>
              </a:rPr>
              <a:t>An OSPF router floods LSAs in the same area. To ensure that all routers have the same understanding of the network topology, LSDBs need to be synchronized within an area.</a:t>
            </a:r>
            <a:endParaRPr/>
          </a:p>
          <a:p>
            <a:pPr indent="-302279" lvl="0" marL="302279" marR="0" rtl="0" algn="just">
              <a:lnSpc>
                <a:spcPct val="140000"/>
              </a:lnSpc>
              <a:spcBef>
                <a:spcPts val="792"/>
              </a:spcBef>
              <a:spcAft>
                <a:spcPts val="0"/>
              </a:spcAft>
              <a:buClr>
                <a:schemeClr val="dk1"/>
              </a:buClr>
              <a:buSzPts val="800"/>
              <a:buFont typeface="Noto Sans Symbols"/>
              <a:buChar char="●"/>
            </a:pPr>
            <a:r>
              <a:rPr lang="en-US" sz="1600">
                <a:solidFill>
                  <a:schemeClr val="dk1"/>
                </a:solidFill>
                <a:latin typeface="Arial"/>
                <a:ea typeface="Arial"/>
                <a:cs typeface="Arial"/>
                <a:sym typeface="Arial"/>
              </a:rPr>
              <a:t>If there is only one OSPF area, the number of OSPF routers increases with the network scale. This causes the following problems:</a:t>
            </a:r>
            <a:endParaRPr/>
          </a:p>
          <a:p>
            <a:pPr indent="-339725" lvl="1" marL="654050" marR="0" rtl="0" algn="l">
              <a:lnSpc>
                <a:spcPct val="140000"/>
              </a:lnSpc>
              <a:spcBef>
                <a:spcPts val="72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The LSDB becomes larger and larger, and the size of the OSPF routing table increases. A large number of router resources are consumed, device performance deteriorates, and data forwarding is affected.</a:t>
            </a:r>
            <a:endParaRPr/>
          </a:p>
          <a:p>
            <a:pPr indent="-339725" lvl="1" marL="654050" marR="0" rtl="0" algn="l">
              <a:lnSpc>
                <a:spcPct val="140000"/>
              </a:lnSpc>
              <a:spcBef>
                <a:spcPts val="72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It is difficult to calculate routes based on a large LSDB.</a:t>
            </a:r>
            <a:endParaRPr/>
          </a:p>
          <a:p>
            <a:pPr indent="-339725" lvl="1" marL="654050" marR="0" rtl="0" algn="l">
              <a:lnSpc>
                <a:spcPct val="140000"/>
              </a:lnSpc>
              <a:spcBef>
                <a:spcPts val="72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When the network topology changes, LSA flooding and SPF recalculation on the entire network bring heavy loads.</a:t>
            </a:r>
            <a:endParaRPr/>
          </a:p>
          <a:p>
            <a:pPr indent="-162999" lvl="1" marL="654938" marR="0" rtl="0" algn="l">
              <a:lnSpc>
                <a:spcPct val="140000"/>
              </a:lnSpc>
              <a:spcBef>
                <a:spcPts val="72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40000"/>
              </a:lnSpc>
              <a:spcBef>
                <a:spcPts val="792"/>
              </a:spcBef>
              <a:spcAft>
                <a:spcPts val="0"/>
              </a:spcAft>
              <a:buClr>
                <a:schemeClr val="dk1"/>
              </a:buClr>
              <a:buSzPts val="1400"/>
              <a:buFont typeface="Arial"/>
              <a:buNone/>
            </a:pPr>
            <a:r>
              <a:t/>
            </a:r>
            <a:endParaRPr sz="1400">
              <a:solidFill>
                <a:schemeClr val="dk1"/>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7" name="Shape 1187"/>
        <p:cNvGrpSpPr/>
        <p:nvPr/>
      </p:nvGrpSpPr>
      <p:grpSpPr>
        <a:xfrm>
          <a:off x="0" y="0"/>
          <a:ext cx="0" cy="0"/>
          <a:chOff x="0" y="0"/>
          <a:chExt cx="0" cy="0"/>
        </a:xfrm>
      </p:grpSpPr>
      <p:sp>
        <p:nvSpPr>
          <p:cNvPr id="1188" name="Google Shape;1188;p36"/>
          <p:cNvSpPr txBox="1"/>
          <p:nvPr>
            <p:ph idx="1" type="body"/>
          </p:nvPr>
        </p:nvSpPr>
        <p:spPr>
          <a:xfrm>
            <a:off x="6418762" y="1523775"/>
            <a:ext cx="5339290" cy="4398677"/>
          </a:xfrm>
          <a:prstGeom prst="rect">
            <a:avLst/>
          </a:prstGeom>
          <a:noFill/>
          <a:ln>
            <a:noFill/>
          </a:ln>
        </p:spPr>
        <p:txBody>
          <a:bodyPr anchorCtr="0" anchor="t" bIns="40050" lIns="80125" spcFirstLastPara="1" rIns="80125" wrap="square" tIns="40050">
            <a:noAutofit/>
          </a:bodyPr>
          <a:lstStyle/>
          <a:p>
            <a:pPr indent="-302279" lvl="0" marL="302279" rtl="0" algn="just">
              <a:lnSpc>
                <a:spcPct val="140000"/>
              </a:lnSpc>
              <a:spcBef>
                <a:spcPts val="0"/>
              </a:spcBef>
              <a:spcAft>
                <a:spcPts val="0"/>
              </a:spcAft>
              <a:buClr>
                <a:schemeClr val="dk1"/>
              </a:buClr>
              <a:buSzPts val="900"/>
              <a:buChar char="●"/>
            </a:pPr>
            <a:r>
              <a:rPr lang="en-US" sz="1800"/>
              <a:t>OSPF introduces the concept of area. An OSPF domain is divided into multiple areas to support larger-scale networking.</a:t>
            </a:r>
            <a:endParaRPr/>
          </a:p>
          <a:p>
            <a:pPr indent="-302279" lvl="0" marL="302279" rtl="0" algn="just">
              <a:lnSpc>
                <a:spcPct val="140000"/>
              </a:lnSpc>
              <a:spcBef>
                <a:spcPts val="792"/>
              </a:spcBef>
              <a:spcAft>
                <a:spcPts val="0"/>
              </a:spcAft>
              <a:buClr>
                <a:schemeClr val="dk1"/>
              </a:buClr>
              <a:buSzPts val="900"/>
              <a:buChar char="●"/>
            </a:pPr>
            <a:r>
              <a:rPr lang="en-US" sz="1800"/>
              <a:t>The OSPF multi-area design reduces the flooding scope of LSAs and effectively controls the impact of topology changes within an area, optimizing the network.</a:t>
            </a:r>
            <a:endParaRPr/>
          </a:p>
          <a:p>
            <a:pPr indent="-302279" lvl="0" marL="302279" rtl="0" algn="just">
              <a:lnSpc>
                <a:spcPct val="140000"/>
              </a:lnSpc>
              <a:spcBef>
                <a:spcPts val="792"/>
              </a:spcBef>
              <a:spcAft>
                <a:spcPts val="0"/>
              </a:spcAft>
              <a:buClr>
                <a:schemeClr val="dk1"/>
              </a:buClr>
              <a:buSzPts val="900"/>
              <a:buChar char="●"/>
            </a:pPr>
            <a:r>
              <a:rPr lang="en-US" sz="1800"/>
              <a:t>Routes can be summarized at the area border to reduce the size of the routing table.</a:t>
            </a:r>
            <a:endParaRPr/>
          </a:p>
          <a:p>
            <a:pPr indent="-302279" lvl="0" marL="302279" rtl="0" algn="just">
              <a:lnSpc>
                <a:spcPct val="140000"/>
              </a:lnSpc>
              <a:spcBef>
                <a:spcPts val="792"/>
              </a:spcBef>
              <a:spcAft>
                <a:spcPts val="0"/>
              </a:spcAft>
              <a:buClr>
                <a:schemeClr val="dk1"/>
              </a:buClr>
              <a:buSzPts val="900"/>
              <a:buChar char="●"/>
            </a:pPr>
            <a:r>
              <a:rPr lang="en-US" sz="1800"/>
              <a:t>Multi-area improves network scalability and facilitates large-scale network construction.</a:t>
            </a:r>
            <a:endParaRPr sz="1800"/>
          </a:p>
        </p:txBody>
      </p:sp>
      <p:sp>
        <p:nvSpPr>
          <p:cNvPr id="1189" name="Google Shape;1189;p36"/>
          <p:cNvSpPr txBox="1"/>
          <p:nvPr>
            <p:ph type="title"/>
          </p:nvPr>
        </p:nvSpPr>
        <p:spPr>
          <a:xfrm>
            <a:off x="1594800" y="452604"/>
            <a:ext cx="9831600" cy="640800"/>
          </a:xfrm>
          <a:prstGeom prst="rect">
            <a:avLst/>
          </a:prstGeom>
          <a:noFill/>
          <a:ln>
            <a:noFill/>
          </a:ln>
        </p:spPr>
        <p:txBody>
          <a:bodyPr anchorCtr="0" anchor="ctr" bIns="50400" lIns="100800" spcFirstLastPara="1" rIns="100800" wrap="square" tIns="50400">
            <a:noAutofit/>
          </a:bodyPr>
          <a:lstStyle/>
          <a:p>
            <a:pPr indent="0" lvl="0" marL="0" rtl="0" algn="l">
              <a:lnSpc>
                <a:spcPct val="90000"/>
              </a:lnSpc>
              <a:spcBef>
                <a:spcPts val="0"/>
              </a:spcBef>
              <a:spcAft>
                <a:spcPts val="0"/>
              </a:spcAft>
              <a:buClr>
                <a:schemeClr val="dk1"/>
              </a:buClr>
              <a:buSzPts val="3400"/>
              <a:buFont typeface="Arial"/>
              <a:buNone/>
            </a:pPr>
            <a:r>
              <a:rPr lang="en-US"/>
              <a:t>Multi-Area OSPF</a:t>
            </a:r>
            <a:endParaRPr/>
          </a:p>
        </p:txBody>
      </p:sp>
      <p:sp>
        <p:nvSpPr>
          <p:cNvPr id="1190" name="Google Shape;1190;p36"/>
          <p:cNvSpPr/>
          <p:nvPr/>
        </p:nvSpPr>
        <p:spPr>
          <a:xfrm flipH="1">
            <a:off x="474714" y="2485213"/>
            <a:ext cx="2775976" cy="1601570"/>
          </a:xfrm>
          <a:custGeom>
            <a:rect b="b" l="l" r="r" t="t"/>
            <a:pathLst>
              <a:path extrusionOk="0" h="2316519" w="4431601">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lt1"/>
          </a:solidFill>
          <a:ln cap="flat" cmpd="sng" w="28575">
            <a:solidFill>
              <a:srgbClr val="A5A5A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91" name="Google Shape;1191;p36"/>
          <p:cNvSpPr/>
          <p:nvPr/>
        </p:nvSpPr>
        <p:spPr>
          <a:xfrm flipH="1">
            <a:off x="2113382" y="4319021"/>
            <a:ext cx="2775977" cy="1465731"/>
          </a:xfrm>
          <a:custGeom>
            <a:rect b="b" l="l" r="r" t="t"/>
            <a:pathLst>
              <a:path extrusionOk="0" h="2316519" w="4431601">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lt1"/>
          </a:solidFill>
          <a:ln cap="flat" cmpd="sng" w="28575">
            <a:solidFill>
              <a:srgbClr val="A5A5A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92" name="Google Shape;1192;p36"/>
          <p:cNvSpPr/>
          <p:nvPr/>
        </p:nvSpPr>
        <p:spPr>
          <a:xfrm flipH="1">
            <a:off x="2945742" y="1523776"/>
            <a:ext cx="2491095" cy="1450252"/>
          </a:xfrm>
          <a:custGeom>
            <a:rect b="b" l="l" r="r" t="t"/>
            <a:pathLst>
              <a:path extrusionOk="0" h="2316519" w="4431601">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lt1"/>
          </a:solidFill>
          <a:ln cap="flat" cmpd="sng" w="28575">
            <a:solidFill>
              <a:srgbClr val="A5A5A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1193" name="Google Shape;1193;p36"/>
          <p:cNvPicPr preferRelativeResize="0"/>
          <p:nvPr/>
        </p:nvPicPr>
        <p:blipFill rotWithShape="1">
          <a:blip r:embed="rId3">
            <a:alphaModFix/>
          </a:blip>
          <a:srcRect b="0" l="0" r="0" t="0"/>
          <a:stretch/>
        </p:blipFill>
        <p:spPr>
          <a:xfrm>
            <a:off x="3491621" y="2052184"/>
            <a:ext cx="540000" cy="442800"/>
          </a:xfrm>
          <a:prstGeom prst="rect">
            <a:avLst/>
          </a:prstGeom>
          <a:noFill/>
          <a:ln>
            <a:noFill/>
          </a:ln>
        </p:spPr>
      </p:pic>
      <p:pic>
        <p:nvPicPr>
          <p:cNvPr id="1194" name="Google Shape;1194;p36"/>
          <p:cNvPicPr preferRelativeResize="0"/>
          <p:nvPr/>
        </p:nvPicPr>
        <p:blipFill rotWithShape="1">
          <a:blip r:embed="rId3">
            <a:alphaModFix/>
          </a:blip>
          <a:srcRect b="0" l="0" r="0" t="0"/>
          <a:stretch/>
        </p:blipFill>
        <p:spPr>
          <a:xfrm>
            <a:off x="4412252" y="2045471"/>
            <a:ext cx="540000" cy="442800"/>
          </a:xfrm>
          <a:prstGeom prst="rect">
            <a:avLst/>
          </a:prstGeom>
          <a:noFill/>
          <a:ln>
            <a:noFill/>
          </a:ln>
        </p:spPr>
      </p:pic>
      <p:sp>
        <p:nvSpPr>
          <p:cNvPr id="1195" name="Google Shape;1195;p36"/>
          <p:cNvSpPr txBox="1"/>
          <p:nvPr/>
        </p:nvSpPr>
        <p:spPr>
          <a:xfrm>
            <a:off x="3789345" y="2556614"/>
            <a:ext cx="1049215"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rgbClr val="EC7061"/>
                </a:solidFill>
                <a:latin typeface="Arial"/>
                <a:ea typeface="Arial"/>
                <a:cs typeface="Arial"/>
                <a:sym typeface="Arial"/>
              </a:rPr>
              <a:t>Area 1</a:t>
            </a:r>
            <a:endParaRPr/>
          </a:p>
        </p:txBody>
      </p:sp>
      <p:pic>
        <p:nvPicPr>
          <p:cNvPr id="1196" name="Google Shape;1196;p36"/>
          <p:cNvPicPr preferRelativeResize="0"/>
          <p:nvPr/>
        </p:nvPicPr>
        <p:blipFill rotWithShape="1">
          <a:blip r:embed="rId3">
            <a:alphaModFix/>
          </a:blip>
          <a:srcRect b="0" l="0" r="0" t="0"/>
          <a:stretch/>
        </p:blipFill>
        <p:spPr>
          <a:xfrm>
            <a:off x="1521948" y="2825588"/>
            <a:ext cx="540000" cy="442800"/>
          </a:xfrm>
          <a:prstGeom prst="rect">
            <a:avLst/>
          </a:prstGeom>
          <a:noFill/>
          <a:ln>
            <a:noFill/>
          </a:ln>
        </p:spPr>
      </p:pic>
      <p:pic>
        <p:nvPicPr>
          <p:cNvPr id="1197" name="Google Shape;1197;p36"/>
          <p:cNvPicPr preferRelativeResize="0"/>
          <p:nvPr/>
        </p:nvPicPr>
        <p:blipFill rotWithShape="1">
          <a:blip r:embed="rId3">
            <a:alphaModFix/>
          </a:blip>
          <a:srcRect b="0" l="0" r="0" t="0"/>
          <a:stretch/>
        </p:blipFill>
        <p:spPr>
          <a:xfrm>
            <a:off x="2273610" y="3386207"/>
            <a:ext cx="540000" cy="442800"/>
          </a:xfrm>
          <a:prstGeom prst="rect">
            <a:avLst/>
          </a:prstGeom>
          <a:noFill/>
          <a:ln>
            <a:noFill/>
          </a:ln>
        </p:spPr>
      </p:pic>
      <p:pic>
        <p:nvPicPr>
          <p:cNvPr id="1198" name="Google Shape;1198;p36"/>
          <p:cNvPicPr preferRelativeResize="0"/>
          <p:nvPr/>
        </p:nvPicPr>
        <p:blipFill rotWithShape="1">
          <a:blip r:embed="rId3">
            <a:alphaModFix/>
          </a:blip>
          <a:srcRect b="0" l="0" r="0" t="0"/>
          <a:stretch/>
        </p:blipFill>
        <p:spPr>
          <a:xfrm>
            <a:off x="860636" y="3398907"/>
            <a:ext cx="540000" cy="442800"/>
          </a:xfrm>
          <a:prstGeom prst="rect">
            <a:avLst/>
          </a:prstGeom>
          <a:noFill/>
          <a:ln>
            <a:noFill/>
          </a:ln>
        </p:spPr>
      </p:pic>
      <p:sp>
        <p:nvSpPr>
          <p:cNvPr id="1199" name="Google Shape;1199;p36"/>
          <p:cNvSpPr txBox="1"/>
          <p:nvPr/>
        </p:nvSpPr>
        <p:spPr>
          <a:xfrm>
            <a:off x="1400636" y="3695775"/>
            <a:ext cx="1049215"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rgbClr val="EC7061"/>
                </a:solidFill>
                <a:latin typeface="Arial"/>
                <a:ea typeface="Arial"/>
                <a:cs typeface="Arial"/>
                <a:sym typeface="Arial"/>
              </a:rPr>
              <a:t>Area 0</a:t>
            </a:r>
            <a:endParaRPr/>
          </a:p>
        </p:txBody>
      </p:sp>
      <p:pic>
        <p:nvPicPr>
          <p:cNvPr id="1200" name="Google Shape;1200;p36"/>
          <p:cNvPicPr preferRelativeResize="0"/>
          <p:nvPr/>
        </p:nvPicPr>
        <p:blipFill rotWithShape="1">
          <a:blip r:embed="rId3">
            <a:alphaModFix/>
          </a:blip>
          <a:srcRect b="0" l="0" r="0" t="0"/>
          <a:stretch/>
        </p:blipFill>
        <p:spPr>
          <a:xfrm>
            <a:off x="3246652" y="4610086"/>
            <a:ext cx="540000" cy="442800"/>
          </a:xfrm>
          <a:prstGeom prst="rect">
            <a:avLst/>
          </a:prstGeom>
          <a:noFill/>
          <a:ln>
            <a:noFill/>
          </a:ln>
        </p:spPr>
      </p:pic>
      <p:pic>
        <p:nvPicPr>
          <p:cNvPr id="1201" name="Google Shape;1201;p36"/>
          <p:cNvPicPr preferRelativeResize="0"/>
          <p:nvPr/>
        </p:nvPicPr>
        <p:blipFill rotWithShape="1">
          <a:blip r:embed="rId3">
            <a:alphaModFix/>
          </a:blip>
          <a:srcRect b="0" l="0" r="0" t="0"/>
          <a:stretch/>
        </p:blipFill>
        <p:spPr>
          <a:xfrm>
            <a:off x="2525313" y="5129320"/>
            <a:ext cx="540000" cy="442800"/>
          </a:xfrm>
          <a:prstGeom prst="rect">
            <a:avLst/>
          </a:prstGeom>
          <a:noFill/>
          <a:ln>
            <a:noFill/>
          </a:ln>
        </p:spPr>
      </p:pic>
      <p:pic>
        <p:nvPicPr>
          <p:cNvPr id="1202" name="Google Shape;1202;p36"/>
          <p:cNvPicPr preferRelativeResize="0"/>
          <p:nvPr/>
        </p:nvPicPr>
        <p:blipFill rotWithShape="1">
          <a:blip r:embed="rId3">
            <a:alphaModFix/>
          </a:blip>
          <a:srcRect b="0" l="0" r="0" t="0"/>
          <a:stretch/>
        </p:blipFill>
        <p:spPr>
          <a:xfrm>
            <a:off x="3982881" y="5103920"/>
            <a:ext cx="540000" cy="442800"/>
          </a:xfrm>
          <a:prstGeom prst="rect">
            <a:avLst/>
          </a:prstGeom>
          <a:noFill/>
          <a:ln>
            <a:noFill/>
          </a:ln>
        </p:spPr>
      </p:pic>
      <p:sp>
        <p:nvSpPr>
          <p:cNvPr id="1203" name="Google Shape;1203;p36"/>
          <p:cNvSpPr txBox="1"/>
          <p:nvPr/>
        </p:nvSpPr>
        <p:spPr>
          <a:xfrm>
            <a:off x="3082604" y="5362054"/>
            <a:ext cx="1049215"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rgbClr val="EC7061"/>
                </a:solidFill>
                <a:latin typeface="Arial"/>
                <a:ea typeface="Arial"/>
                <a:cs typeface="Arial"/>
                <a:sym typeface="Arial"/>
              </a:rPr>
              <a:t>Area 2</a:t>
            </a:r>
            <a:endParaRPr/>
          </a:p>
        </p:txBody>
      </p:sp>
      <p:pic>
        <p:nvPicPr>
          <p:cNvPr id="1204" name="Google Shape;1204;p36"/>
          <p:cNvPicPr preferRelativeResize="0"/>
          <p:nvPr/>
        </p:nvPicPr>
        <p:blipFill rotWithShape="1">
          <a:blip r:embed="rId3">
            <a:alphaModFix/>
          </a:blip>
          <a:srcRect b="0" l="0" r="0" t="0"/>
          <a:stretch/>
        </p:blipFill>
        <p:spPr>
          <a:xfrm>
            <a:off x="2772606" y="2761301"/>
            <a:ext cx="540000" cy="442800"/>
          </a:xfrm>
          <a:prstGeom prst="rect">
            <a:avLst/>
          </a:prstGeom>
          <a:noFill/>
          <a:ln>
            <a:noFill/>
          </a:ln>
        </p:spPr>
      </p:pic>
      <p:pic>
        <p:nvPicPr>
          <p:cNvPr id="1205" name="Google Shape;1205;p36"/>
          <p:cNvPicPr preferRelativeResize="0"/>
          <p:nvPr/>
        </p:nvPicPr>
        <p:blipFill rotWithShape="1">
          <a:blip r:embed="rId3">
            <a:alphaModFix/>
          </a:blip>
          <a:srcRect b="0" l="0" r="0" t="0"/>
          <a:stretch/>
        </p:blipFill>
        <p:spPr>
          <a:xfrm>
            <a:off x="2778573" y="3990522"/>
            <a:ext cx="540000" cy="4428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9" name="Shape 1209"/>
        <p:cNvGrpSpPr/>
        <p:nvPr/>
      </p:nvGrpSpPr>
      <p:grpSpPr>
        <a:xfrm>
          <a:off x="0" y="0"/>
          <a:ext cx="0" cy="0"/>
          <a:chOff x="0" y="0"/>
          <a:chExt cx="0" cy="0"/>
        </a:xfrm>
      </p:grpSpPr>
      <p:sp>
        <p:nvSpPr>
          <p:cNvPr id="1210" name="Google Shape;1210;p37"/>
          <p:cNvSpPr/>
          <p:nvPr/>
        </p:nvSpPr>
        <p:spPr>
          <a:xfrm flipH="1">
            <a:off x="5835999" y="4527565"/>
            <a:ext cx="2775977" cy="1465731"/>
          </a:xfrm>
          <a:custGeom>
            <a:rect b="b" l="l" r="r" t="t"/>
            <a:pathLst>
              <a:path extrusionOk="0" h="2316519" w="4431601">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lt1"/>
          </a:solidFill>
          <a:ln cap="flat" cmpd="sng" w="28575">
            <a:solidFill>
              <a:srgbClr val="A5A5A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11" name="Google Shape;1211;p37"/>
          <p:cNvSpPr txBox="1"/>
          <p:nvPr>
            <p:ph idx="1" type="body"/>
          </p:nvPr>
        </p:nvSpPr>
        <p:spPr>
          <a:xfrm>
            <a:off x="6495648" y="1491215"/>
            <a:ext cx="4122812" cy="3061137"/>
          </a:xfrm>
          <a:prstGeom prst="rect">
            <a:avLst/>
          </a:prstGeom>
          <a:noFill/>
          <a:ln>
            <a:noFill/>
          </a:ln>
        </p:spPr>
        <p:txBody>
          <a:bodyPr anchorCtr="0" anchor="t" bIns="40050" lIns="80125" spcFirstLastPara="1" rIns="80125" wrap="square" tIns="40050">
            <a:noAutofit/>
          </a:bodyPr>
          <a:lstStyle/>
          <a:p>
            <a:pPr indent="-302279" lvl="0" marL="302279" rtl="0" algn="just">
              <a:lnSpc>
                <a:spcPct val="140000"/>
              </a:lnSpc>
              <a:spcBef>
                <a:spcPts val="0"/>
              </a:spcBef>
              <a:spcAft>
                <a:spcPts val="0"/>
              </a:spcAft>
              <a:buClr>
                <a:schemeClr val="dk1"/>
              </a:buClr>
              <a:buSzPts val="900"/>
              <a:buChar char="●"/>
            </a:pPr>
            <a:r>
              <a:rPr lang="en-US" sz="1800"/>
              <a:t>OSPF routers are classified into the following types based on their locations or functions:</a:t>
            </a:r>
            <a:endParaRPr/>
          </a:p>
          <a:p>
            <a:pPr indent="-251899" lvl="1" marL="654938" rtl="0" algn="l">
              <a:lnSpc>
                <a:spcPct val="140000"/>
              </a:lnSpc>
              <a:spcBef>
                <a:spcPts val="720"/>
              </a:spcBef>
              <a:spcAft>
                <a:spcPts val="0"/>
              </a:spcAft>
              <a:buClr>
                <a:schemeClr val="dk1"/>
              </a:buClr>
              <a:buSzPts val="800"/>
              <a:buChar char="🞐"/>
            </a:pPr>
            <a:r>
              <a:rPr lang="en-US" sz="1600"/>
              <a:t>Internal router</a:t>
            </a:r>
            <a:endParaRPr/>
          </a:p>
          <a:p>
            <a:pPr indent="-251899" lvl="1" marL="654938" rtl="0" algn="l">
              <a:lnSpc>
                <a:spcPct val="140000"/>
              </a:lnSpc>
              <a:spcBef>
                <a:spcPts val="720"/>
              </a:spcBef>
              <a:spcAft>
                <a:spcPts val="0"/>
              </a:spcAft>
              <a:buClr>
                <a:schemeClr val="dk1"/>
              </a:buClr>
              <a:buSzPts val="800"/>
              <a:buChar char="🞐"/>
            </a:pPr>
            <a:r>
              <a:rPr lang="en-US" sz="1600"/>
              <a:t>Area border router (ABR)</a:t>
            </a:r>
            <a:endParaRPr/>
          </a:p>
          <a:p>
            <a:pPr indent="-251899" lvl="1" marL="654938" rtl="0" algn="l">
              <a:lnSpc>
                <a:spcPct val="140000"/>
              </a:lnSpc>
              <a:spcBef>
                <a:spcPts val="720"/>
              </a:spcBef>
              <a:spcAft>
                <a:spcPts val="0"/>
              </a:spcAft>
              <a:buClr>
                <a:schemeClr val="dk1"/>
              </a:buClr>
              <a:buSzPts val="800"/>
              <a:buChar char="🞐"/>
            </a:pPr>
            <a:r>
              <a:rPr lang="en-US" sz="1600"/>
              <a:t>Backbone router</a:t>
            </a:r>
            <a:endParaRPr/>
          </a:p>
          <a:p>
            <a:pPr indent="-251899" lvl="1" marL="654938" rtl="0" algn="l">
              <a:lnSpc>
                <a:spcPct val="140000"/>
              </a:lnSpc>
              <a:spcBef>
                <a:spcPts val="720"/>
              </a:spcBef>
              <a:spcAft>
                <a:spcPts val="0"/>
              </a:spcAft>
              <a:buClr>
                <a:schemeClr val="dk1"/>
              </a:buClr>
              <a:buSzPts val="800"/>
              <a:buChar char="🞐"/>
            </a:pPr>
            <a:r>
              <a:rPr lang="en-US" sz="1600"/>
              <a:t>AS boundary router (ASBR)</a:t>
            </a:r>
            <a:endParaRPr/>
          </a:p>
        </p:txBody>
      </p:sp>
      <p:sp>
        <p:nvSpPr>
          <p:cNvPr id="1212" name="Google Shape;1212;p37"/>
          <p:cNvSpPr txBox="1"/>
          <p:nvPr>
            <p:ph type="title"/>
          </p:nvPr>
        </p:nvSpPr>
        <p:spPr>
          <a:xfrm>
            <a:off x="1594800" y="452604"/>
            <a:ext cx="9831600" cy="640800"/>
          </a:xfrm>
          <a:prstGeom prst="rect">
            <a:avLst/>
          </a:prstGeom>
          <a:noFill/>
          <a:ln>
            <a:noFill/>
          </a:ln>
        </p:spPr>
        <p:txBody>
          <a:bodyPr anchorCtr="0" anchor="ctr" bIns="50400" lIns="100800" spcFirstLastPara="1" rIns="100800" wrap="square" tIns="50400">
            <a:noAutofit/>
          </a:bodyPr>
          <a:lstStyle/>
          <a:p>
            <a:pPr indent="0" lvl="0" marL="0" rtl="0" algn="l">
              <a:lnSpc>
                <a:spcPct val="90000"/>
              </a:lnSpc>
              <a:spcBef>
                <a:spcPts val="0"/>
              </a:spcBef>
              <a:spcAft>
                <a:spcPts val="0"/>
              </a:spcAft>
              <a:buClr>
                <a:schemeClr val="dk1"/>
              </a:buClr>
              <a:buSzPts val="3400"/>
              <a:buFont typeface="Arial"/>
              <a:buNone/>
            </a:pPr>
            <a:r>
              <a:rPr lang="en-US"/>
              <a:t>Types of OSPF Routers</a:t>
            </a:r>
            <a:endParaRPr/>
          </a:p>
        </p:txBody>
      </p:sp>
      <p:sp>
        <p:nvSpPr>
          <p:cNvPr id="1213" name="Google Shape;1213;p37"/>
          <p:cNvSpPr/>
          <p:nvPr/>
        </p:nvSpPr>
        <p:spPr>
          <a:xfrm flipH="1">
            <a:off x="1045624" y="2693757"/>
            <a:ext cx="2775976" cy="1601570"/>
          </a:xfrm>
          <a:custGeom>
            <a:rect b="b" l="l" r="r" t="t"/>
            <a:pathLst>
              <a:path extrusionOk="0" h="2316519" w="4431601">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lt1"/>
          </a:solidFill>
          <a:ln cap="flat" cmpd="sng" w="28575">
            <a:solidFill>
              <a:srgbClr val="A5A5A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14" name="Google Shape;1214;p37"/>
          <p:cNvSpPr/>
          <p:nvPr/>
        </p:nvSpPr>
        <p:spPr>
          <a:xfrm flipH="1">
            <a:off x="2684292" y="4527565"/>
            <a:ext cx="2775977" cy="1465731"/>
          </a:xfrm>
          <a:custGeom>
            <a:rect b="b" l="l" r="r" t="t"/>
            <a:pathLst>
              <a:path extrusionOk="0" h="2316519" w="4431601">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lt1"/>
          </a:solidFill>
          <a:ln cap="flat" cmpd="sng" w="28575">
            <a:solidFill>
              <a:srgbClr val="A5A5A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15" name="Google Shape;1215;p37"/>
          <p:cNvSpPr/>
          <p:nvPr/>
        </p:nvSpPr>
        <p:spPr>
          <a:xfrm flipH="1">
            <a:off x="3516652" y="1732320"/>
            <a:ext cx="2491095" cy="1450252"/>
          </a:xfrm>
          <a:custGeom>
            <a:rect b="b" l="l" r="r" t="t"/>
            <a:pathLst>
              <a:path extrusionOk="0" h="2316519" w="4431601">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lt1"/>
          </a:solidFill>
          <a:ln cap="flat" cmpd="sng" w="28575">
            <a:solidFill>
              <a:srgbClr val="A5A5A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1216" name="Google Shape;1216;p37"/>
          <p:cNvPicPr preferRelativeResize="0"/>
          <p:nvPr/>
        </p:nvPicPr>
        <p:blipFill rotWithShape="1">
          <a:blip r:embed="rId3">
            <a:alphaModFix/>
          </a:blip>
          <a:srcRect b="0" l="0" r="0" t="0"/>
          <a:stretch/>
        </p:blipFill>
        <p:spPr>
          <a:xfrm>
            <a:off x="4062531" y="2260728"/>
            <a:ext cx="540000" cy="442800"/>
          </a:xfrm>
          <a:prstGeom prst="rect">
            <a:avLst/>
          </a:prstGeom>
          <a:noFill/>
          <a:ln>
            <a:noFill/>
          </a:ln>
        </p:spPr>
      </p:pic>
      <p:pic>
        <p:nvPicPr>
          <p:cNvPr id="1217" name="Google Shape;1217;p37"/>
          <p:cNvPicPr preferRelativeResize="0"/>
          <p:nvPr/>
        </p:nvPicPr>
        <p:blipFill rotWithShape="1">
          <a:blip r:embed="rId3">
            <a:alphaModFix/>
          </a:blip>
          <a:srcRect b="0" l="0" r="0" t="0"/>
          <a:stretch/>
        </p:blipFill>
        <p:spPr>
          <a:xfrm>
            <a:off x="4983162" y="2254015"/>
            <a:ext cx="540000" cy="442800"/>
          </a:xfrm>
          <a:prstGeom prst="rect">
            <a:avLst/>
          </a:prstGeom>
          <a:noFill/>
          <a:ln>
            <a:noFill/>
          </a:ln>
        </p:spPr>
      </p:pic>
      <p:sp>
        <p:nvSpPr>
          <p:cNvPr id="1218" name="Google Shape;1218;p37"/>
          <p:cNvSpPr txBox="1"/>
          <p:nvPr/>
        </p:nvSpPr>
        <p:spPr>
          <a:xfrm>
            <a:off x="4360255" y="2765158"/>
            <a:ext cx="1049215"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Area 1</a:t>
            </a:r>
            <a:endParaRPr/>
          </a:p>
        </p:txBody>
      </p:sp>
      <p:pic>
        <p:nvPicPr>
          <p:cNvPr id="1219" name="Google Shape;1219;p37"/>
          <p:cNvPicPr preferRelativeResize="0"/>
          <p:nvPr/>
        </p:nvPicPr>
        <p:blipFill rotWithShape="1">
          <a:blip r:embed="rId3">
            <a:alphaModFix/>
          </a:blip>
          <a:srcRect b="0" l="0" r="0" t="0"/>
          <a:stretch/>
        </p:blipFill>
        <p:spPr>
          <a:xfrm>
            <a:off x="2092858" y="3034132"/>
            <a:ext cx="540000" cy="442800"/>
          </a:xfrm>
          <a:prstGeom prst="rect">
            <a:avLst/>
          </a:prstGeom>
          <a:noFill/>
          <a:ln>
            <a:noFill/>
          </a:ln>
        </p:spPr>
      </p:pic>
      <p:pic>
        <p:nvPicPr>
          <p:cNvPr id="1220" name="Google Shape;1220;p37"/>
          <p:cNvPicPr preferRelativeResize="0"/>
          <p:nvPr/>
        </p:nvPicPr>
        <p:blipFill rotWithShape="1">
          <a:blip r:embed="rId3">
            <a:alphaModFix/>
          </a:blip>
          <a:srcRect b="0" l="0" r="0" t="0"/>
          <a:stretch/>
        </p:blipFill>
        <p:spPr>
          <a:xfrm>
            <a:off x="2844520" y="3594751"/>
            <a:ext cx="540000" cy="442800"/>
          </a:xfrm>
          <a:prstGeom prst="rect">
            <a:avLst/>
          </a:prstGeom>
          <a:noFill/>
          <a:ln>
            <a:noFill/>
          </a:ln>
        </p:spPr>
      </p:pic>
      <p:pic>
        <p:nvPicPr>
          <p:cNvPr id="1221" name="Google Shape;1221;p37"/>
          <p:cNvPicPr preferRelativeResize="0"/>
          <p:nvPr/>
        </p:nvPicPr>
        <p:blipFill rotWithShape="1">
          <a:blip r:embed="rId3">
            <a:alphaModFix/>
          </a:blip>
          <a:srcRect b="0" l="0" r="0" t="0"/>
          <a:stretch/>
        </p:blipFill>
        <p:spPr>
          <a:xfrm>
            <a:off x="1431546" y="3607451"/>
            <a:ext cx="540000" cy="442800"/>
          </a:xfrm>
          <a:prstGeom prst="rect">
            <a:avLst/>
          </a:prstGeom>
          <a:noFill/>
          <a:ln>
            <a:noFill/>
          </a:ln>
        </p:spPr>
      </p:pic>
      <p:sp>
        <p:nvSpPr>
          <p:cNvPr id="1222" name="Google Shape;1222;p37"/>
          <p:cNvSpPr txBox="1"/>
          <p:nvPr/>
        </p:nvSpPr>
        <p:spPr>
          <a:xfrm>
            <a:off x="1971546" y="3904319"/>
            <a:ext cx="1049215"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id="1223" name="Google Shape;1223;p37"/>
          <p:cNvPicPr preferRelativeResize="0"/>
          <p:nvPr/>
        </p:nvPicPr>
        <p:blipFill rotWithShape="1">
          <a:blip r:embed="rId3">
            <a:alphaModFix/>
          </a:blip>
          <a:srcRect b="0" l="0" r="0" t="0"/>
          <a:stretch/>
        </p:blipFill>
        <p:spPr>
          <a:xfrm>
            <a:off x="3817562" y="4818630"/>
            <a:ext cx="540000" cy="442800"/>
          </a:xfrm>
          <a:prstGeom prst="rect">
            <a:avLst/>
          </a:prstGeom>
          <a:noFill/>
          <a:ln>
            <a:noFill/>
          </a:ln>
        </p:spPr>
      </p:pic>
      <p:pic>
        <p:nvPicPr>
          <p:cNvPr id="1224" name="Google Shape;1224;p37"/>
          <p:cNvPicPr preferRelativeResize="0"/>
          <p:nvPr/>
        </p:nvPicPr>
        <p:blipFill rotWithShape="1">
          <a:blip r:embed="rId3">
            <a:alphaModFix/>
          </a:blip>
          <a:srcRect b="0" l="0" r="0" t="0"/>
          <a:stretch/>
        </p:blipFill>
        <p:spPr>
          <a:xfrm>
            <a:off x="3096223" y="5337864"/>
            <a:ext cx="540000" cy="442800"/>
          </a:xfrm>
          <a:prstGeom prst="rect">
            <a:avLst/>
          </a:prstGeom>
          <a:noFill/>
          <a:ln>
            <a:noFill/>
          </a:ln>
        </p:spPr>
      </p:pic>
      <p:pic>
        <p:nvPicPr>
          <p:cNvPr id="1225" name="Google Shape;1225;p37"/>
          <p:cNvPicPr preferRelativeResize="0"/>
          <p:nvPr/>
        </p:nvPicPr>
        <p:blipFill rotWithShape="1">
          <a:blip r:embed="rId3">
            <a:alphaModFix/>
          </a:blip>
          <a:srcRect b="0" l="0" r="0" t="0"/>
          <a:stretch/>
        </p:blipFill>
        <p:spPr>
          <a:xfrm>
            <a:off x="4553791" y="5312464"/>
            <a:ext cx="540000" cy="442800"/>
          </a:xfrm>
          <a:prstGeom prst="rect">
            <a:avLst/>
          </a:prstGeom>
          <a:noFill/>
          <a:ln>
            <a:noFill/>
          </a:ln>
        </p:spPr>
      </p:pic>
      <p:sp>
        <p:nvSpPr>
          <p:cNvPr id="1226" name="Google Shape;1226;p37"/>
          <p:cNvSpPr txBox="1"/>
          <p:nvPr/>
        </p:nvSpPr>
        <p:spPr>
          <a:xfrm>
            <a:off x="3653514" y="5570598"/>
            <a:ext cx="1049215"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Area 2</a:t>
            </a:r>
            <a:endParaRPr/>
          </a:p>
        </p:txBody>
      </p:sp>
      <p:pic>
        <p:nvPicPr>
          <p:cNvPr id="1227" name="Google Shape;1227;p37"/>
          <p:cNvPicPr preferRelativeResize="0"/>
          <p:nvPr/>
        </p:nvPicPr>
        <p:blipFill rotWithShape="1">
          <a:blip r:embed="rId3">
            <a:alphaModFix/>
          </a:blip>
          <a:srcRect b="0" l="0" r="0" t="0"/>
          <a:stretch/>
        </p:blipFill>
        <p:spPr>
          <a:xfrm>
            <a:off x="3343516" y="2969845"/>
            <a:ext cx="540000" cy="442800"/>
          </a:xfrm>
          <a:prstGeom prst="rect">
            <a:avLst/>
          </a:prstGeom>
          <a:noFill/>
          <a:ln>
            <a:noFill/>
          </a:ln>
        </p:spPr>
      </p:pic>
      <p:pic>
        <p:nvPicPr>
          <p:cNvPr id="1228" name="Google Shape;1228;p37"/>
          <p:cNvPicPr preferRelativeResize="0"/>
          <p:nvPr/>
        </p:nvPicPr>
        <p:blipFill rotWithShape="1">
          <a:blip r:embed="rId3">
            <a:alphaModFix/>
          </a:blip>
          <a:srcRect b="0" l="0" r="0" t="0"/>
          <a:stretch/>
        </p:blipFill>
        <p:spPr>
          <a:xfrm>
            <a:off x="3349483" y="4199066"/>
            <a:ext cx="540000" cy="442800"/>
          </a:xfrm>
          <a:prstGeom prst="rect">
            <a:avLst/>
          </a:prstGeom>
          <a:noFill/>
          <a:ln>
            <a:noFill/>
          </a:ln>
        </p:spPr>
      </p:pic>
      <p:pic>
        <p:nvPicPr>
          <p:cNvPr id="1229" name="Google Shape;1229;p37"/>
          <p:cNvPicPr preferRelativeResize="0"/>
          <p:nvPr/>
        </p:nvPicPr>
        <p:blipFill rotWithShape="1">
          <a:blip r:embed="rId3">
            <a:alphaModFix/>
          </a:blip>
          <a:srcRect b="0" l="0" r="0" t="0"/>
          <a:stretch/>
        </p:blipFill>
        <p:spPr>
          <a:xfrm>
            <a:off x="6257791" y="5314245"/>
            <a:ext cx="540000" cy="442800"/>
          </a:xfrm>
          <a:prstGeom prst="rect">
            <a:avLst/>
          </a:prstGeom>
          <a:noFill/>
          <a:ln>
            <a:noFill/>
          </a:ln>
        </p:spPr>
      </p:pic>
      <p:cxnSp>
        <p:nvCxnSpPr>
          <p:cNvPr id="1230" name="Google Shape;1230;p37"/>
          <p:cNvCxnSpPr>
            <a:stCxn id="1225" idx="3"/>
            <a:endCxn id="1229" idx="1"/>
          </p:cNvCxnSpPr>
          <p:nvPr/>
        </p:nvCxnSpPr>
        <p:spPr>
          <a:xfrm>
            <a:off x="5093791" y="5533864"/>
            <a:ext cx="1164000" cy="1800"/>
          </a:xfrm>
          <a:prstGeom prst="straightConnector1">
            <a:avLst/>
          </a:prstGeom>
          <a:noFill/>
          <a:ln cap="flat" cmpd="sng" w="19050">
            <a:solidFill>
              <a:schemeClr val="accent1"/>
            </a:solidFill>
            <a:prstDash val="solid"/>
            <a:miter lim="800000"/>
            <a:headEnd len="sm" w="sm" type="none"/>
            <a:tailEnd len="sm" w="sm" type="none"/>
          </a:ln>
        </p:spPr>
      </p:cxnSp>
      <p:sp>
        <p:nvSpPr>
          <p:cNvPr id="1231" name="Google Shape;1231;p37"/>
          <p:cNvSpPr txBox="1"/>
          <p:nvPr/>
        </p:nvSpPr>
        <p:spPr>
          <a:xfrm>
            <a:off x="4458554" y="5981366"/>
            <a:ext cx="1049215"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rgbClr val="EC7061"/>
                </a:solidFill>
                <a:latin typeface="Arial"/>
                <a:ea typeface="Arial"/>
                <a:cs typeface="Arial"/>
                <a:sym typeface="Arial"/>
              </a:rPr>
              <a:t>ASBR</a:t>
            </a:r>
            <a:endParaRPr/>
          </a:p>
        </p:txBody>
      </p:sp>
      <p:sp>
        <p:nvSpPr>
          <p:cNvPr id="1232" name="Google Shape;1232;p37"/>
          <p:cNvSpPr txBox="1"/>
          <p:nvPr/>
        </p:nvSpPr>
        <p:spPr>
          <a:xfrm>
            <a:off x="3979923" y="4154303"/>
            <a:ext cx="1049215"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rgbClr val="EC7061"/>
                </a:solidFill>
                <a:latin typeface="Arial"/>
                <a:ea typeface="Arial"/>
                <a:cs typeface="Arial"/>
                <a:sym typeface="Arial"/>
              </a:rPr>
              <a:t>ABR/BR</a:t>
            </a:r>
            <a:endParaRPr/>
          </a:p>
        </p:txBody>
      </p:sp>
      <p:sp>
        <p:nvSpPr>
          <p:cNvPr id="1233" name="Google Shape;1233;p37"/>
          <p:cNvSpPr txBox="1"/>
          <p:nvPr/>
        </p:nvSpPr>
        <p:spPr>
          <a:xfrm>
            <a:off x="4087562" y="1853868"/>
            <a:ext cx="1049215"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rgbClr val="EC7061"/>
                </a:solidFill>
                <a:latin typeface="Arial"/>
                <a:ea typeface="Arial"/>
                <a:cs typeface="Arial"/>
                <a:sym typeface="Arial"/>
              </a:rPr>
              <a:t>IR</a:t>
            </a:r>
            <a:endParaRPr/>
          </a:p>
        </p:txBody>
      </p:sp>
      <p:sp>
        <p:nvSpPr>
          <p:cNvPr id="1234" name="Google Shape;1234;p37"/>
          <p:cNvSpPr txBox="1"/>
          <p:nvPr/>
        </p:nvSpPr>
        <p:spPr>
          <a:xfrm>
            <a:off x="7010042" y="5269484"/>
            <a:ext cx="1409468"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Another AS</a:t>
            </a:r>
            <a:endParaRPr/>
          </a:p>
        </p:txBody>
      </p:sp>
      <p:sp>
        <p:nvSpPr>
          <p:cNvPr id="1235" name="Google Shape;1235;p37"/>
          <p:cNvSpPr txBox="1"/>
          <p:nvPr/>
        </p:nvSpPr>
        <p:spPr>
          <a:xfrm>
            <a:off x="2748578" y="3021784"/>
            <a:ext cx="1049215"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rgbClr val="EC7061"/>
                </a:solidFill>
                <a:latin typeface="Arial"/>
                <a:ea typeface="Arial"/>
                <a:cs typeface="Arial"/>
                <a:sym typeface="Arial"/>
              </a:rPr>
              <a:t>BR</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9" name="Shape 1239"/>
        <p:cNvGrpSpPr/>
        <p:nvPr/>
      </p:nvGrpSpPr>
      <p:grpSpPr>
        <a:xfrm>
          <a:off x="0" y="0"/>
          <a:ext cx="0" cy="0"/>
          <a:chOff x="0" y="0"/>
          <a:chExt cx="0" cy="0"/>
        </a:xfrm>
      </p:grpSpPr>
      <p:sp>
        <p:nvSpPr>
          <p:cNvPr id="1240" name="Google Shape;1240;p38"/>
          <p:cNvSpPr txBox="1"/>
          <p:nvPr>
            <p:ph type="title"/>
          </p:nvPr>
        </p:nvSpPr>
        <p:spPr>
          <a:xfrm>
            <a:off x="1594800" y="452604"/>
            <a:ext cx="9831600" cy="640800"/>
          </a:xfrm>
          <a:prstGeom prst="rect">
            <a:avLst/>
          </a:prstGeom>
          <a:noFill/>
          <a:ln>
            <a:noFill/>
          </a:ln>
        </p:spPr>
        <p:txBody>
          <a:bodyPr anchorCtr="0" anchor="ctr" bIns="50400" lIns="100800" spcFirstLastPara="1" rIns="100800" wrap="square" tIns="50400">
            <a:noAutofit/>
          </a:bodyPr>
          <a:lstStyle/>
          <a:p>
            <a:pPr indent="0" lvl="0" marL="0" rtl="0" algn="l">
              <a:lnSpc>
                <a:spcPct val="90000"/>
              </a:lnSpc>
              <a:spcBef>
                <a:spcPts val="0"/>
              </a:spcBef>
              <a:spcAft>
                <a:spcPts val="0"/>
              </a:spcAft>
              <a:buClr>
                <a:schemeClr val="dk1"/>
              </a:buClr>
              <a:buSzPts val="3400"/>
              <a:buFont typeface="Arial"/>
              <a:buNone/>
            </a:pPr>
            <a:r>
              <a:rPr lang="en-US"/>
              <a:t>Typical OSPF Single-Area and Multi-Area Networking</a:t>
            </a:r>
            <a:endParaRPr/>
          </a:p>
        </p:txBody>
      </p:sp>
      <p:sp>
        <p:nvSpPr>
          <p:cNvPr id="1241" name="Google Shape;1241;p38"/>
          <p:cNvSpPr/>
          <p:nvPr/>
        </p:nvSpPr>
        <p:spPr>
          <a:xfrm>
            <a:off x="731404" y="1448780"/>
            <a:ext cx="4968552" cy="4123345"/>
          </a:xfrm>
          <a:prstGeom prst="ellipse">
            <a:avLst/>
          </a:prstGeom>
          <a:noFill/>
          <a:ln cap="flat" cmpd="sng" w="12700">
            <a:solidFill>
              <a:srgbClr val="00B0F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600">
              <a:solidFill>
                <a:schemeClr val="dk1"/>
              </a:solidFill>
              <a:latin typeface="Arial"/>
              <a:ea typeface="Arial"/>
              <a:cs typeface="Arial"/>
              <a:sym typeface="Arial"/>
            </a:endParaRPr>
          </a:p>
        </p:txBody>
      </p:sp>
      <p:pic>
        <p:nvPicPr>
          <p:cNvPr id="1242" name="Google Shape;1242;p38"/>
          <p:cNvPicPr preferRelativeResize="0"/>
          <p:nvPr/>
        </p:nvPicPr>
        <p:blipFill rotWithShape="1">
          <a:blip r:embed="rId3">
            <a:alphaModFix/>
          </a:blip>
          <a:srcRect b="0" l="0" r="0" t="0"/>
          <a:stretch/>
        </p:blipFill>
        <p:spPr>
          <a:xfrm>
            <a:off x="1463316" y="3717032"/>
            <a:ext cx="540000" cy="442800"/>
          </a:xfrm>
          <a:prstGeom prst="rect">
            <a:avLst/>
          </a:prstGeom>
          <a:noFill/>
          <a:ln>
            <a:noFill/>
          </a:ln>
        </p:spPr>
      </p:pic>
      <p:pic>
        <p:nvPicPr>
          <p:cNvPr id="1243" name="Google Shape;1243;p38"/>
          <p:cNvPicPr preferRelativeResize="0"/>
          <p:nvPr/>
        </p:nvPicPr>
        <p:blipFill rotWithShape="1">
          <a:blip r:embed="rId3">
            <a:alphaModFix/>
          </a:blip>
          <a:srcRect b="0" l="0" r="0" t="0"/>
          <a:stretch/>
        </p:blipFill>
        <p:spPr>
          <a:xfrm>
            <a:off x="2945680" y="3717032"/>
            <a:ext cx="540000" cy="442800"/>
          </a:xfrm>
          <a:prstGeom prst="rect">
            <a:avLst/>
          </a:prstGeom>
          <a:noFill/>
          <a:ln>
            <a:noFill/>
          </a:ln>
        </p:spPr>
      </p:pic>
      <p:pic>
        <p:nvPicPr>
          <p:cNvPr id="1244" name="Google Shape;1244;p38"/>
          <p:cNvPicPr preferRelativeResize="0"/>
          <p:nvPr/>
        </p:nvPicPr>
        <p:blipFill rotWithShape="1">
          <a:blip r:embed="rId3">
            <a:alphaModFix/>
          </a:blip>
          <a:srcRect b="0" l="0" r="0" t="0"/>
          <a:stretch/>
        </p:blipFill>
        <p:spPr>
          <a:xfrm>
            <a:off x="4428044" y="3717032"/>
            <a:ext cx="540000" cy="442800"/>
          </a:xfrm>
          <a:prstGeom prst="rect">
            <a:avLst/>
          </a:prstGeom>
          <a:noFill/>
          <a:ln>
            <a:noFill/>
          </a:ln>
        </p:spPr>
      </p:pic>
      <p:pic>
        <p:nvPicPr>
          <p:cNvPr id="1245" name="Google Shape;1245;p38"/>
          <p:cNvPicPr preferRelativeResize="0"/>
          <p:nvPr/>
        </p:nvPicPr>
        <p:blipFill rotWithShape="1">
          <a:blip r:embed="rId4">
            <a:alphaModFix/>
          </a:blip>
          <a:srcRect b="0" l="0" r="0" t="0"/>
          <a:stretch/>
        </p:blipFill>
        <p:spPr>
          <a:xfrm>
            <a:off x="2945680" y="2140106"/>
            <a:ext cx="540000" cy="442800"/>
          </a:xfrm>
          <a:prstGeom prst="rect">
            <a:avLst/>
          </a:prstGeom>
          <a:noFill/>
          <a:ln>
            <a:noFill/>
          </a:ln>
        </p:spPr>
      </p:pic>
      <p:pic>
        <p:nvPicPr>
          <p:cNvPr id="1246" name="Google Shape;1246;p38"/>
          <p:cNvPicPr preferRelativeResize="0"/>
          <p:nvPr/>
        </p:nvPicPr>
        <p:blipFill rotWithShape="1">
          <a:blip r:embed="rId5">
            <a:alphaModFix/>
          </a:blip>
          <a:srcRect b="0" l="0" r="0" t="0"/>
          <a:stretch/>
        </p:blipFill>
        <p:spPr>
          <a:xfrm>
            <a:off x="4428044" y="2140106"/>
            <a:ext cx="540000" cy="442800"/>
          </a:xfrm>
          <a:prstGeom prst="rect">
            <a:avLst/>
          </a:prstGeom>
          <a:noFill/>
          <a:ln>
            <a:noFill/>
          </a:ln>
        </p:spPr>
      </p:pic>
      <p:cxnSp>
        <p:nvCxnSpPr>
          <p:cNvPr id="1247" name="Google Shape;1247;p38"/>
          <p:cNvCxnSpPr>
            <a:stCxn id="1245" idx="2"/>
            <a:endCxn id="1243" idx="0"/>
          </p:cNvCxnSpPr>
          <p:nvPr/>
        </p:nvCxnSpPr>
        <p:spPr>
          <a:xfrm>
            <a:off x="3215680" y="2582906"/>
            <a:ext cx="0" cy="1134000"/>
          </a:xfrm>
          <a:prstGeom prst="straightConnector1">
            <a:avLst/>
          </a:prstGeom>
          <a:noFill/>
          <a:ln cap="flat" cmpd="sng" w="19050">
            <a:solidFill>
              <a:schemeClr val="dk1"/>
            </a:solidFill>
            <a:prstDash val="solid"/>
            <a:miter lim="800000"/>
            <a:headEnd len="sm" w="sm" type="none"/>
            <a:tailEnd len="sm" w="sm" type="none"/>
          </a:ln>
        </p:spPr>
      </p:cxnSp>
      <p:cxnSp>
        <p:nvCxnSpPr>
          <p:cNvPr id="1248" name="Google Shape;1248;p38"/>
          <p:cNvCxnSpPr>
            <a:stCxn id="1245" idx="2"/>
            <a:endCxn id="1244" idx="0"/>
          </p:cNvCxnSpPr>
          <p:nvPr/>
        </p:nvCxnSpPr>
        <p:spPr>
          <a:xfrm>
            <a:off x="3215680" y="2582906"/>
            <a:ext cx="1482300" cy="1134000"/>
          </a:xfrm>
          <a:prstGeom prst="straightConnector1">
            <a:avLst/>
          </a:prstGeom>
          <a:noFill/>
          <a:ln cap="flat" cmpd="sng" w="19050">
            <a:solidFill>
              <a:schemeClr val="dk1"/>
            </a:solidFill>
            <a:prstDash val="solid"/>
            <a:miter lim="800000"/>
            <a:headEnd len="sm" w="sm" type="none"/>
            <a:tailEnd len="sm" w="sm" type="none"/>
          </a:ln>
        </p:spPr>
      </p:cxnSp>
      <p:cxnSp>
        <p:nvCxnSpPr>
          <p:cNvPr id="1249" name="Google Shape;1249;p38"/>
          <p:cNvCxnSpPr>
            <a:stCxn id="1245" idx="2"/>
            <a:endCxn id="1242" idx="0"/>
          </p:cNvCxnSpPr>
          <p:nvPr/>
        </p:nvCxnSpPr>
        <p:spPr>
          <a:xfrm flipH="1">
            <a:off x="1733380" y="2582906"/>
            <a:ext cx="1482300" cy="1134000"/>
          </a:xfrm>
          <a:prstGeom prst="straightConnector1">
            <a:avLst/>
          </a:prstGeom>
          <a:noFill/>
          <a:ln cap="flat" cmpd="sng" w="19050">
            <a:solidFill>
              <a:schemeClr val="dk1"/>
            </a:solidFill>
            <a:prstDash val="solid"/>
            <a:miter lim="800000"/>
            <a:headEnd len="sm" w="sm" type="none"/>
            <a:tailEnd len="sm" w="sm" type="none"/>
          </a:ln>
        </p:spPr>
      </p:cxnSp>
      <p:cxnSp>
        <p:nvCxnSpPr>
          <p:cNvPr id="1250" name="Google Shape;1250;p38"/>
          <p:cNvCxnSpPr>
            <a:stCxn id="1245" idx="3"/>
            <a:endCxn id="1246" idx="1"/>
          </p:cNvCxnSpPr>
          <p:nvPr/>
        </p:nvCxnSpPr>
        <p:spPr>
          <a:xfrm>
            <a:off x="3485680" y="2361506"/>
            <a:ext cx="942300" cy="0"/>
          </a:xfrm>
          <a:prstGeom prst="straightConnector1">
            <a:avLst/>
          </a:prstGeom>
          <a:noFill/>
          <a:ln cap="flat" cmpd="sng" w="19050">
            <a:solidFill>
              <a:schemeClr val="dk1"/>
            </a:solidFill>
            <a:prstDash val="solid"/>
            <a:miter lim="800000"/>
            <a:headEnd len="sm" w="sm" type="none"/>
            <a:tailEnd len="sm" w="sm" type="none"/>
          </a:ln>
        </p:spPr>
      </p:cxnSp>
      <p:pic>
        <p:nvPicPr>
          <p:cNvPr id="1251" name="Google Shape;1251;p38"/>
          <p:cNvPicPr preferRelativeResize="0"/>
          <p:nvPr/>
        </p:nvPicPr>
        <p:blipFill rotWithShape="1">
          <a:blip r:embed="rId6">
            <a:alphaModFix/>
          </a:blip>
          <a:srcRect b="0" l="0" r="0" t="0"/>
          <a:stretch/>
        </p:blipFill>
        <p:spPr>
          <a:xfrm>
            <a:off x="1463316" y="4408358"/>
            <a:ext cx="540000" cy="442800"/>
          </a:xfrm>
          <a:prstGeom prst="rect">
            <a:avLst/>
          </a:prstGeom>
          <a:noFill/>
          <a:ln>
            <a:noFill/>
          </a:ln>
        </p:spPr>
      </p:pic>
      <p:pic>
        <p:nvPicPr>
          <p:cNvPr id="1252" name="Google Shape;1252;p38"/>
          <p:cNvPicPr preferRelativeResize="0"/>
          <p:nvPr/>
        </p:nvPicPr>
        <p:blipFill rotWithShape="1">
          <a:blip r:embed="rId6">
            <a:alphaModFix/>
          </a:blip>
          <a:srcRect b="0" l="0" r="0" t="0"/>
          <a:stretch/>
        </p:blipFill>
        <p:spPr>
          <a:xfrm>
            <a:off x="2945680" y="4408358"/>
            <a:ext cx="540000" cy="442800"/>
          </a:xfrm>
          <a:prstGeom prst="rect">
            <a:avLst/>
          </a:prstGeom>
          <a:noFill/>
          <a:ln>
            <a:noFill/>
          </a:ln>
        </p:spPr>
      </p:pic>
      <p:pic>
        <p:nvPicPr>
          <p:cNvPr id="1253" name="Google Shape;1253;p38"/>
          <p:cNvPicPr preferRelativeResize="0"/>
          <p:nvPr/>
        </p:nvPicPr>
        <p:blipFill rotWithShape="1">
          <a:blip r:embed="rId7">
            <a:alphaModFix/>
          </a:blip>
          <a:srcRect b="0" l="0" r="0" t="0"/>
          <a:stretch/>
        </p:blipFill>
        <p:spPr>
          <a:xfrm>
            <a:off x="4426767" y="4368577"/>
            <a:ext cx="540000" cy="442800"/>
          </a:xfrm>
          <a:prstGeom prst="rect">
            <a:avLst/>
          </a:prstGeom>
          <a:noFill/>
          <a:ln>
            <a:noFill/>
          </a:ln>
        </p:spPr>
      </p:pic>
      <p:sp>
        <p:nvSpPr>
          <p:cNvPr id="1254" name="Google Shape;1254;p38"/>
          <p:cNvSpPr txBox="1"/>
          <p:nvPr/>
        </p:nvSpPr>
        <p:spPr>
          <a:xfrm>
            <a:off x="2474498" y="5029748"/>
            <a:ext cx="1482364" cy="434908"/>
          </a:xfrm>
          <a:prstGeom prst="rect">
            <a:avLst/>
          </a:prstGeom>
          <a:noFill/>
          <a:ln>
            <a:noFill/>
          </a:ln>
        </p:spPr>
        <p:txBody>
          <a:bodyPr anchorCtr="0" anchor="ctr" bIns="43900" lIns="87800" spcFirstLastPara="1" rIns="87800" wrap="square" tIns="43900">
            <a:noAutofit/>
          </a:bodyPr>
          <a:lstStyle/>
          <a:p>
            <a:pPr indent="0" lvl="0" marL="0" marR="0" rtl="0" algn="l">
              <a:lnSpc>
                <a:spcPct val="125000"/>
              </a:lnSpc>
              <a:spcBef>
                <a:spcPts val="0"/>
              </a:spcBef>
              <a:spcAft>
                <a:spcPts val="0"/>
              </a:spcAft>
              <a:buNone/>
            </a:pPr>
            <a:r>
              <a:rPr lang="en-US" sz="1800">
                <a:solidFill>
                  <a:schemeClr val="dk1"/>
                </a:solidFill>
                <a:latin typeface="Arial"/>
                <a:ea typeface="Arial"/>
                <a:cs typeface="Arial"/>
                <a:sym typeface="Arial"/>
              </a:rPr>
              <a:t>OSPF Area 0</a:t>
            </a:r>
            <a:endParaRPr/>
          </a:p>
        </p:txBody>
      </p:sp>
      <p:pic>
        <p:nvPicPr>
          <p:cNvPr id="1255" name="Google Shape;1255;p38"/>
          <p:cNvPicPr preferRelativeResize="0"/>
          <p:nvPr/>
        </p:nvPicPr>
        <p:blipFill rotWithShape="1">
          <a:blip r:embed="rId5">
            <a:alphaModFix/>
          </a:blip>
          <a:srcRect b="0" l="0" r="0" t="0"/>
          <a:stretch/>
        </p:blipFill>
        <p:spPr>
          <a:xfrm>
            <a:off x="7927703" y="2144298"/>
            <a:ext cx="540000" cy="442800"/>
          </a:xfrm>
          <a:prstGeom prst="rect">
            <a:avLst/>
          </a:prstGeom>
          <a:noFill/>
          <a:ln>
            <a:noFill/>
          </a:ln>
        </p:spPr>
      </p:pic>
      <p:pic>
        <p:nvPicPr>
          <p:cNvPr id="1256" name="Google Shape;1256;p38"/>
          <p:cNvPicPr preferRelativeResize="0"/>
          <p:nvPr/>
        </p:nvPicPr>
        <p:blipFill rotWithShape="1">
          <a:blip r:embed="rId5">
            <a:alphaModFix/>
          </a:blip>
          <a:srcRect b="0" l="0" r="0" t="0"/>
          <a:stretch/>
        </p:blipFill>
        <p:spPr>
          <a:xfrm>
            <a:off x="9981885" y="2144298"/>
            <a:ext cx="540000" cy="442800"/>
          </a:xfrm>
          <a:prstGeom prst="rect">
            <a:avLst/>
          </a:prstGeom>
          <a:noFill/>
          <a:ln>
            <a:noFill/>
          </a:ln>
        </p:spPr>
      </p:pic>
      <p:pic>
        <p:nvPicPr>
          <p:cNvPr id="1257" name="Google Shape;1257;p38"/>
          <p:cNvPicPr preferRelativeResize="0"/>
          <p:nvPr/>
        </p:nvPicPr>
        <p:blipFill rotWithShape="1">
          <a:blip r:embed="rId3">
            <a:alphaModFix/>
          </a:blip>
          <a:srcRect b="0" l="0" r="0" t="0"/>
          <a:stretch/>
        </p:blipFill>
        <p:spPr>
          <a:xfrm>
            <a:off x="7929084" y="3717032"/>
            <a:ext cx="540000" cy="442800"/>
          </a:xfrm>
          <a:prstGeom prst="rect">
            <a:avLst/>
          </a:prstGeom>
          <a:noFill/>
          <a:ln>
            <a:noFill/>
          </a:ln>
        </p:spPr>
      </p:pic>
      <p:pic>
        <p:nvPicPr>
          <p:cNvPr id="1258" name="Google Shape;1258;p38"/>
          <p:cNvPicPr preferRelativeResize="0"/>
          <p:nvPr/>
        </p:nvPicPr>
        <p:blipFill rotWithShape="1">
          <a:blip r:embed="rId3">
            <a:alphaModFix/>
          </a:blip>
          <a:srcRect b="0" l="0" r="0" t="0"/>
          <a:stretch/>
        </p:blipFill>
        <p:spPr>
          <a:xfrm>
            <a:off x="9981885" y="3718140"/>
            <a:ext cx="540000" cy="442800"/>
          </a:xfrm>
          <a:prstGeom prst="rect">
            <a:avLst/>
          </a:prstGeom>
          <a:noFill/>
          <a:ln>
            <a:noFill/>
          </a:ln>
        </p:spPr>
      </p:pic>
      <p:cxnSp>
        <p:nvCxnSpPr>
          <p:cNvPr id="1259" name="Google Shape;1259;p38"/>
          <p:cNvCxnSpPr>
            <a:stCxn id="1255" idx="3"/>
            <a:endCxn id="1256" idx="1"/>
          </p:cNvCxnSpPr>
          <p:nvPr/>
        </p:nvCxnSpPr>
        <p:spPr>
          <a:xfrm>
            <a:off x="8467703" y="2365698"/>
            <a:ext cx="1514100" cy="0"/>
          </a:xfrm>
          <a:prstGeom prst="straightConnector1">
            <a:avLst/>
          </a:prstGeom>
          <a:noFill/>
          <a:ln cap="flat" cmpd="sng" w="19050">
            <a:solidFill>
              <a:schemeClr val="dk1"/>
            </a:solidFill>
            <a:prstDash val="solid"/>
            <a:miter lim="800000"/>
            <a:headEnd len="sm" w="sm" type="none"/>
            <a:tailEnd len="sm" w="sm" type="none"/>
          </a:ln>
        </p:spPr>
      </p:cxnSp>
      <p:cxnSp>
        <p:nvCxnSpPr>
          <p:cNvPr id="1260" name="Google Shape;1260;p38"/>
          <p:cNvCxnSpPr>
            <a:stCxn id="1257" idx="3"/>
            <a:endCxn id="1258" idx="1"/>
          </p:cNvCxnSpPr>
          <p:nvPr/>
        </p:nvCxnSpPr>
        <p:spPr>
          <a:xfrm>
            <a:off x="8469084" y="3938432"/>
            <a:ext cx="1512900" cy="1200"/>
          </a:xfrm>
          <a:prstGeom prst="straightConnector1">
            <a:avLst/>
          </a:prstGeom>
          <a:noFill/>
          <a:ln cap="flat" cmpd="sng" w="19050">
            <a:solidFill>
              <a:schemeClr val="dk1"/>
            </a:solidFill>
            <a:prstDash val="solid"/>
            <a:miter lim="800000"/>
            <a:headEnd len="sm" w="sm" type="none"/>
            <a:tailEnd len="sm" w="sm" type="none"/>
          </a:ln>
        </p:spPr>
      </p:cxnSp>
      <p:pic>
        <p:nvPicPr>
          <p:cNvPr id="1261" name="Google Shape;1261;p38"/>
          <p:cNvPicPr preferRelativeResize="0"/>
          <p:nvPr/>
        </p:nvPicPr>
        <p:blipFill rotWithShape="1">
          <a:blip r:embed="rId3">
            <a:alphaModFix/>
          </a:blip>
          <a:srcRect b="0" l="0" r="0" t="0"/>
          <a:stretch/>
        </p:blipFill>
        <p:spPr>
          <a:xfrm>
            <a:off x="6615667" y="4804402"/>
            <a:ext cx="540000" cy="442800"/>
          </a:xfrm>
          <a:prstGeom prst="rect">
            <a:avLst/>
          </a:prstGeom>
          <a:noFill/>
          <a:ln>
            <a:noFill/>
          </a:ln>
        </p:spPr>
      </p:pic>
      <p:pic>
        <p:nvPicPr>
          <p:cNvPr id="1262" name="Google Shape;1262;p38"/>
          <p:cNvPicPr preferRelativeResize="0"/>
          <p:nvPr/>
        </p:nvPicPr>
        <p:blipFill rotWithShape="1">
          <a:blip r:embed="rId3">
            <a:alphaModFix/>
          </a:blip>
          <a:srcRect b="0" l="0" r="0" t="0"/>
          <a:stretch/>
        </p:blipFill>
        <p:spPr>
          <a:xfrm>
            <a:off x="8534963" y="4804402"/>
            <a:ext cx="540000" cy="442800"/>
          </a:xfrm>
          <a:prstGeom prst="rect">
            <a:avLst/>
          </a:prstGeom>
          <a:noFill/>
          <a:ln>
            <a:noFill/>
          </a:ln>
        </p:spPr>
      </p:pic>
      <p:pic>
        <p:nvPicPr>
          <p:cNvPr id="1263" name="Google Shape;1263;p38"/>
          <p:cNvPicPr preferRelativeResize="0"/>
          <p:nvPr/>
        </p:nvPicPr>
        <p:blipFill rotWithShape="1">
          <a:blip r:embed="rId3">
            <a:alphaModFix/>
          </a:blip>
          <a:srcRect b="0" l="0" r="0" t="0"/>
          <a:stretch/>
        </p:blipFill>
        <p:spPr>
          <a:xfrm>
            <a:off x="9197270" y="4811377"/>
            <a:ext cx="540000" cy="442800"/>
          </a:xfrm>
          <a:prstGeom prst="rect">
            <a:avLst/>
          </a:prstGeom>
          <a:noFill/>
          <a:ln>
            <a:noFill/>
          </a:ln>
        </p:spPr>
      </p:pic>
      <p:pic>
        <p:nvPicPr>
          <p:cNvPr id="1264" name="Google Shape;1264;p38"/>
          <p:cNvPicPr preferRelativeResize="0"/>
          <p:nvPr/>
        </p:nvPicPr>
        <p:blipFill rotWithShape="1">
          <a:blip r:embed="rId3">
            <a:alphaModFix/>
          </a:blip>
          <a:srcRect b="0" l="0" r="0" t="0"/>
          <a:stretch/>
        </p:blipFill>
        <p:spPr>
          <a:xfrm>
            <a:off x="11116566" y="4811925"/>
            <a:ext cx="540000" cy="442800"/>
          </a:xfrm>
          <a:prstGeom prst="rect">
            <a:avLst/>
          </a:prstGeom>
          <a:noFill/>
          <a:ln>
            <a:noFill/>
          </a:ln>
        </p:spPr>
      </p:pic>
      <p:cxnSp>
        <p:nvCxnSpPr>
          <p:cNvPr id="1265" name="Google Shape;1265;p38"/>
          <p:cNvCxnSpPr>
            <a:stCxn id="1261" idx="0"/>
            <a:endCxn id="1257" idx="2"/>
          </p:cNvCxnSpPr>
          <p:nvPr/>
        </p:nvCxnSpPr>
        <p:spPr>
          <a:xfrm flipH="1" rot="10800000">
            <a:off x="6885667" y="4159702"/>
            <a:ext cx="1313400" cy="644700"/>
          </a:xfrm>
          <a:prstGeom prst="straightConnector1">
            <a:avLst/>
          </a:prstGeom>
          <a:noFill/>
          <a:ln cap="flat" cmpd="sng" w="19050">
            <a:solidFill>
              <a:schemeClr val="dk1"/>
            </a:solidFill>
            <a:prstDash val="solid"/>
            <a:miter lim="800000"/>
            <a:headEnd len="sm" w="sm" type="none"/>
            <a:tailEnd len="sm" w="sm" type="none"/>
          </a:ln>
        </p:spPr>
      </p:cxnSp>
      <p:cxnSp>
        <p:nvCxnSpPr>
          <p:cNvPr id="1266" name="Google Shape;1266;p38"/>
          <p:cNvCxnSpPr>
            <a:stCxn id="1261" idx="3"/>
            <a:endCxn id="1262" idx="1"/>
          </p:cNvCxnSpPr>
          <p:nvPr/>
        </p:nvCxnSpPr>
        <p:spPr>
          <a:xfrm>
            <a:off x="7155667" y="5025802"/>
            <a:ext cx="1379400" cy="0"/>
          </a:xfrm>
          <a:prstGeom prst="straightConnector1">
            <a:avLst/>
          </a:prstGeom>
          <a:noFill/>
          <a:ln cap="flat" cmpd="sng" w="19050">
            <a:solidFill>
              <a:schemeClr val="dk1"/>
            </a:solidFill>
            <a:prstDash val="solid"/>
            <a:miter lim="800000"/>
            <a:headEnd len="sm" w="sm" type="none"/>
            <a:tailEnd len="sm" w="sm" type="none"/>
          </a:ln>
        </p:spPr>
      </p:cxnSp>
      <p:cxnSp>
        <p:nvCxnSpPr>
          <p:cNvPr id="1267" name="Google Shape;1267;p38"/>
          <p:cNvCxnSpPr>
            <a:stCxn id="1262" idx="0"/>
            <a:endCxn id="1258" idx="2"/>
          </p:cNvCxnSpPr>
          <p:nvPr/>
        </p:nvCxnSpPr>
        <p:spPr>
          <a:xfrm flipH="1" rot="10800000">
            <a:off x="8804963" y="4160902"/>
            <a:ext cx="1446900" cy="643500"/>
          </a:xfrm>
          <a:prstGeom prst="straightConnector1">
            <a:avLst/>
          </a:prstGeom>
          <a:noFill/>
          <a:ln cap="flat" cmpd="sng" w="19050">
            <a:solidFill>
              <a:schemeClr val="dk1"/>
            </a:solidFill>
            <a:prstDash val="solid"/>
            <a:miter lim="800000"/>
            <a:headEnd len="sm" w="sm" type="none"/>
            <a:tailEnd len="sm" w="sm" type="none"/>
          </a:ln>
        </p:spPr>
      </p:cxnSp>
      <p:cxnSp>
        <p:nvCxnSpPr>
          <p:cNvPr id="1268" name="Google Shape;1268;p38"/>
          <p:cNvCxnSpPr>
            <a:stCxn id="1258" idx="2"/>
            <a:endCxn id="1264" idx="0"/>
          </p:cNvCxnSpPr>
          <p:nvPr/>
        </p:nvCxnSpPr>
        <p:spPr>
          <a:xfrm>
            <a:off x="10251885" y="4160940"/>
            <a:ext cx="1134600" cy="651000"/>
          </a:xfrm>
          <a:prstGeom prst="straightConnector1">
            <a:avLst/>
          </a:prstGeom>
          <a:noFill/>
          <a:ln cap="flat" cmpd="sng" w="19050">
            <a:solidFill>
              <a:schemeClr val="dk1"/>
            </a:solidFill>
            <a:prstDash val="solid"/>
            <a:miter lim="800000"/>
            <a:headEnd len="sm" w="sm" type="none"/>
            <a:tailEnd len="sm" w="sm" type="none"/>
          </a:ln>
        </p:spPr>
      </p:cxnSp>
      <p:cxnSp>
        <p:nvCxnSpPr>
          <p:cNvPr id="1269" name="Google Shape;1269;p38"/>
          <p:cNvCxnSpPr>
            <a:stCxn id="1257" idx="2"/>
            <a:endCxn id="1263" idx="0"/>
          </p:cNvCxnSpPr>
          <p:nvPr/>
        </p:nvCxnSpPr>
        <p:spPr>
          <a:xfrm>
            <a:off x="8199084" y="4159832"/>
            <a:ext cx="1268100" cy="651600"/>
          </a:xfrm>
          <a:prstGeom prst="straightConnector1">
            <a:avLst/>
          </a:prstGeom>
          <a:noFill/>
          <a:ln cap="flat" cmpd="sng" w="19050">
            <a:solidFill>
              <a:schemeClr val="dk1"/>
            </a:solidFill>
            <a:prstDash val="solid"/>
            <a:miter lim="800000"/>
            <a:headEnd len="sm" w="sm" type="none"/>
            <a:tailEnd len="sm" w="sm" type="none"/>
          </a:ln>
        </p:spPr>
      </p:cxnSp>
      <p:cxnSp>
        <p:nvCxnSpPr>
          <p:cNvPr id="1270" name="Google Shape;1270;p38"/>
          <p:cNvCxnSpPr>
            <a:stCxn id="1263" idx="3"/>
            <a:endCxn id="1264" idx="1"/>
          </p:cNvCxnSpPr>
          <p:nvPr/>
        </p:nvCxnSpPr>
        <p:spPr>
          <a:xfrm>
            <a:off x="9737270" y="5032777"/>
            <a:ext cx="1379400" cy="600"/>
          </a:xfrm>
          <a:prstGeom prst="straightConnector1">
            <a:avLst/>
          </a:prstGeom>
          <a:noFill/>
          <a:ln cap="flat" cmpd="sng" w="19050">
            <a:solidFill>
              <a:schemeClr val="dk1"/>
            </a:solidFill>
            <a:prstDash val="solid"/>
            <a:miter lim="800000"/>
            <a:headEnd len="sm" w="sm" type="none"/>
            <a:tailEnd len="sm" w="sm" type="none"/>
          </a:ln>
        </p:spPr>
      </p:cxnSp>
      <p:cxnSp>
        <p:nvCxnSpPr>
          <p:cNvPr id="1271" name="Google Shape;1271;p38"/>
          <p:cNvCxnSpPr>
            <a:stCxn id="1255" idx="2"/>
            <a:endCxn id="1257" idx="0"/>
          </p:cNvCxnSpPr>
          <p:nvPr/>
        </p:nvCxnSpPr>
        <p:spPr>
          <a:xfrm>
            <a:off x="8197703" y="2587098"/>
            <a:ext cx="1500" cy="1129800"/>
          </a:xfrm>
          <a:prstGeom prst="straightConnector1">
            <a:avLst/>
          </a:prstGeom>
          <a:noFill/>
          <a:ln cap="flat" cmpd="sng" w="19050">
            <a:solidFill>
              <a:schemeClr val="dk1"/>
            </a:solidFill>
            <a:prstDash val="solid"/>
            <a:miter lim="800000"/>
            <a:headEnd len="sm" w="sm" type="none"/>
            <a:tailEnd len="sm" w="sm" type="none"/>
          </a:ln>
        </p:spPr>
      </p:cxnSp>
      <p:cxnSp>
        <p:nvCxnSpPr>
          <p:cNvPr id="1272" name="Google Shape;1272;p38"/>
          <p:cNvCxnSpPr>
            <a:stCxn id="1256" idx="2"/>
            <a:endCxn id="1258" idx="0"/>
          </p:cNvCxnSpPr>
          <p:nvPr/>
        </p:nvCxnSpPr>
        <p:spPr>
          <a:xfrm>
            <a:off x="10251885" y="2587098"/>
            <a:ext cx="0" cy="1131000"/>
          </a:xfrm>
          <a:prstGeom prst="straightConnector1">
            <a:avLst/>
          </a:prstGeom>
          <a:noFill/>
          <a:ln cap="flat" cmpd="sng" w="19050">
            <a:solidFill>
              <a:schemeClr val="dk1"/>
            </a:solidFill>
            <a:prstDash val="solid"/>
            <a:miter lim="800000"/>
            <a:headEnd len="sm" w="sm" type="none"/>
            <a:tailEnd len="sm" w="sm" type="none"/>
          </a:ln>
        </p:spPr>
      </p:cxnSp>
      <p:sp>
        <p:nvSpPr>
          <p:cNvPr id="1273" name="Google Shape;1273;p38"/>
          <p:cNvSpPr txBox="1"/>
          <p:nvPr/>
        </p:nvSpPr>
        <p:spPr>
          <a:xfrm>
            <a:off x="7155667" y="4484141"/>
            <a:ext cx="1482364" cy="434908"/>
          </a:xfrm>
          <a:prstGeom prst="rect">
            <a:avLst/>
          </a:prstGeom>
          <a:noFill/>
          <a:ln>
            <a:noFill/>
          </a:ln>
        </p:spPr>
        <p:txBody>
          <a:bodyPr anchorCtr="0" anchor="ctr" bIns="43900" lIns="87800" spcFirstLastPara="1" rIns="87800" wrap="square" tIns="43900">
            <a:noAutofit/>
          </a:bodyPr>
          <a:lstStyle/>
          <a:p>
            <a:pPr indent="0" lvl="0" marL="0" marR="0" rtl="0" algn="l">
              <a:lnSpc>
                <a:spcPct val="125000"/>
              </a:lnSpc>
              <a:spcBef>
                <a:spcPts val="0"/>
              </a:spcBef>
              <a:spcAft>
                <a:spcPts val="0"/>
              </a:spcAft>
              <a:buNone/>
            </a:pPr>
            <a:r>
              <a:rPr lang="en-US" sz="1800">
                <a:solidFill>
                  <a:schemeClr val="dk1"/>
                </a:solidFill>
                <a:latin typeface="Arial"/>
                <a:ea typeface="Arial"/>
                <a:cs typeface="Arial"/>
                <a:sym typeface="Arial"/>
              </a:rPr>
              <a:t>OSPF Area 1</a:t>
            </a:r>
            <a:endParaRPr/>
          </a:p>
        </p:txBody>
      </p:sp>
      <p:sp>
        <p:nvSpPr>
          <p:cNvPr id="1274" name="Google Shape;1274;p38"/>
          <p:cNvSpPr txBox="1"/>
          <p:nvPr/>
        </p:nvSpPr>
        <p:spPr>
          <a:xfrm>
            <a:off x="9665335" y="4491389"/>
            <a:ext cx="1482364" cy="434908"/>
          </a:xfrm>
          <a:prstGeom prst="rect">
            <a:avLst/>
          </a:prstGeom>
          <a:noFill/>
          <a:ln>
            <a:noFill/>
          </a:ln>
        </p:spPr>
        <p:txBody>
          <a:bodyPr anchorCtr="0" anchor="ctr" bIns="43900" lIns="87800" spcFirstLastPara="1" rIns="87800" wrap="square" tIns="43900">
            <a:noAutofit/>
          </a:bodyPr>
          <a:lstStyle/>
          <a:p>
            <a:pPr indent="0" lvl="0" marL="0" marR="0" rtl="0" algn="l">
              <a:lnSpc>
                <a:spcPct val="125000"/>
              </a:lnSpc>
              <a:spcBef>
                <a:spcPts val="0"/>
              </a:spcBef>
              <a:spcAft>
                <a:spcPts val="0"/>
              </a:spcAft>
              <a:buNone/>
            </a:pPr>
            <a:r>
              <a:rPr lang="en-US" sz="1800">
                <a:solidFill>
                  <a:schemeClr val="dk1"/>
                </a:solidFill>
                <a:latin typeface="Arial"/>
                <a:ea typeface="Arial"/>
                <a:cs typeface="Arial"/>
                <a:sym typeface="Arial"/>
              </a:rPr>
              <a:t>OSPF Area 2</a:t>
            </a:r>
            <a:endParaRPr/>
          </a:p>
        </p:txBody>
      </p:sp>
      <p:sp>
        <p:nvSpPr>
          <p:cNvPr id="1275" name="Google Shape;1275;p38"/>
          <p:cNvSpPr txBox="1"/>
          <p:nvPr/>
        </p:nvSpPr>
        <p:spPr>
          <a:xfrm>
            <a:off x="8456088" y="2965701"/>
            <a:ext cx="1482364" cy="434908"/>
          </a:xfrm>
          <a:prstGeom prst="rect">
            <a:avLst/>
          </a:prstGeom>
          <a:noFill/>
          <a:ln>
            <a:noFill/>
          </a:ln>
        </p:spPr>
        <p:txBody>
          <a:bodyPr anchorCtr="0" anchor="ctr" bIns="43900" lIns="87800" spcFirstLastPara="1" rIns="87800" wrap="square" tIns="43900">
            <a:noAutofit/>
          </a:bodyPr>
          <a:lstStyle/>
          <a:p>
            <a:pPr indent="0" lvl="0" marL="0" marR="0" rtl="0" algn="l">
              <a:lnSpc>
                <a:spcPct val="125000"/>
              </a:lnSpc>
              <a:spcBef>
                <a:spcPts val="0"/>
              </a:spcBef>
              <a:spcAft>
                <a:spcPts val="0"/>
              </a:spcAft>
              <a:buNone/>
            </a:pPr>
            <a:r>
              <a:rPr lang="en-US" sz="1800">
                <a:solidFill>
                  <a:schemeClr val="dk1"/>
                </a:solidFill>
                <a:latin typeface="Arial"/>
                <a:ea typeface="Arial"/>
                <a:cs typeface="Arial"/>
                <a:sym typeface="Arial"/>
              </a:rPr>
              <a:t>OSPF Area 0</a:t>
            </a:r>
            <a:endParaRPr/>
          </a:p>
        </p:txBody>
      </p:sp>
      <p:sp>
        <p:nvSpPr>
          <p:cNvPr id="1276" name="Google Shape;1276;p38"/>
          <p:cNvSpPr txBox="1"/>
          <p:nvPr/>
        </p:nvSpPr>
        <p:spPr>
          <a:xfrm>
            <a:off x="1463316" y="5498549"/>
            <a:ext cx="4088398" cy="781157"/>
          </a:xfrm>
          <a:prstGeom prst="rect">
            <a:avLst/>
          </a:prstGeom>
          <a:noFill/>
          <a:ln>
            <a:noFill/>
          </a:ln>
        </p:spPr>
        <p:txBody>
          <a:bodyPr anchorCtr="0" anchor="ctr" bIns="43900" lIns="87800" spcFirstLastPara="1" rIns="87800" wrap="square" tIns="43900">
            <a:noAutofit/>
          </a:bodyPr>
          <a:lstStyle/>
          <a:p>
            <a:pPr indent="0" lvl="0" marL="0" marR="0" rtl="0" algn="ctr">
              <a:lnSpc>
                <a:spcPct val="125000"/>
              </a:lnSpc>
              <a:spcBef>
                <a:spcPts val="0"/>
              </a:spcBef>
              <a:spcAft>
                <a:spcPts val="0"/>
              </a:spcAft>
              <a:buNone/>
            </a:pPr>
            <a:r>
              <a:rPr lang="en-US" sz="1800">
                <a:solidFill>
                  <a:schemeClr val="dk1"/>
                </a:solidFill>
                <a:latin typeface="Arial"/>
                <a:ea typeface="Arial"/>
                <a:cs typeface="Arial"/>
                <a:sym typeface="Arial"/>
              </a:rPr>
              <a:t>Small- and medium-sized enterprise network (single area)</a:t>
            </a:r>
            <a:endParaRPr/>
          </a:p>
        </p:txBody>
      </p:sp>
      <p:sp>
        <p:nvSpPr>
          <p:cNvPr id="1277" name="Google Shape;1277;p38"/>
          <p:cNvSpPr txBox="1"/>
          <p:nvPr/>
        </p:nvSpPr>
        <p:spPr>
          <a:xfrm>
            <a:off x="6885667" y="5498549"/>
            <a:ext cx="3704577" cy="781157"/>
          </a:xfrm>
          <a:prstGeom prst="rect">
            <a:avLst/>
          </a:prstGeom>
          <a:noFill/>
          <a:ln>
            <a:noFill/>
          </a:ln>
        </p:spPr>
        <p:txBody>
          <a:bodyPr anchorCtr="0" anchor="ctr" bIns="43900" lIns="87800" spcFirstLastPara="1" rIns="87800" wrap="square" tIns="43900">
            <a:noAutofit/>
          </a:bodyPr>
          <a:lstStyle/>
          <a:p>
            <a:pPr indent="0" lvl="0" marL="0" marR="0" rtl="0" algn="ctr">
              <a:lnSpc>
                <a:spcPct val="125000"/>
              </a:lnSpc>
              <a:spcBef>
                <a:spcPts val="0"/>
              </a:spcBef>
              <a:spcAft>
                <a:spcPts val="0"/>
              </a:spcAft>
              <a:buNone/>
            </a:pPr>
            <a:r>
              <a:rPr lang="en-US" sz="1800">
                <a:solidFill>
                  <a:schemeClr val="dk1"/>
                </a:solidFill>
                <a:latin typeface="Arial"/>
                <a:ea typeface="Arial"/>
                <a:cs typeface="Arial"/>
                <a:sym typeface="Arial"/>
              </a:rPr>
              <a:t>Large enterprise network (multiple areas)</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1" name="Shape 1281"/>
        <p:cNvGrpSpPr/>
        <p:nvPr/>
      </p:nvGrpSpPr>
      <p:grpSpPr>
        <a:xfrm>
          <a:off x="0" y="0"/>
          <a:ext cx="0" cy="0"/>
          <a:chOff x="0" y="0"/>
          <a:chExt cx="0" cy="0"/>
        </a:xfrm>
      </p:grpSpPr>
      <p:sp>
        <p:nvSpPr>
          <p:cNvPr id="1282" name="Google Shape;1282;p39"/>
          <p:cNvSpPr txBox="1"/>
          <p:nvPr>
            <p:ph idx="1" type="body"/>
          </p:nvPr>
        </p:nvSpPr>
        <p:spPr>
          <a:xfrm>
            <a:off x="454816" y="1233487"/>
            <a:ext cx="11307600" cy="4680000"/>
          </a:xfrm>
          <a:prstGeom prst="rect">
            <a:avLst/>
          </a:prstGeom>
          <a:noFill/>
          <a:ln>
            <a:noFill/>
          </a:ln>
        </p:spPr>
        <p:txBody>
          <a:bodyPr anchorCtr="0" anchor="t" bIns="40050" lIns="80125" spcFirstLastPara="1" rIns="80125" wrap="square" tIns="40050">
            <a:noAutofit/>
          </a:bodyPr>
          <a:lstStyle/>
          <a:p>
            <a:pPr indent="-457017" lvl="0" marL="457017" marR="0" rtl="0" algn="just">
              <a:lnSpc>
                <a:spcPct val="140000"/>
              </a:lnSpc>
              <a:spcBef>
                <a:spcPts val="0"/>
              </a:spcBef>
              <a:spcAft>
                <a:spcPts val="0"/>
              </a:spcAft>
              <a:buClr>
                <a:srgbClr val="7F7F7F"/>
              </a:buClr>
              <a:buSzPts val="2100"/>
              <a:buFont typeface="Arial"/>
              <a:buAutoNum type="arabicPeriod"/>
            </a:pPr>
            <a:r>
              <a:rPr lang="en-US">
                <a:solidFill>
                  <a:srgbClr val="7F7F7F"/>
                </a:solidFill>
              </a:rPr>
              <a:t>OSPF Overview</a:t>
            </a:r>
            <a:endParaRPr/>
          </a:p>
          <a:p>
            <a:pPr indent="-457017" lvl="0" marL="457017" marR="0" rtl="0" algn="just">
              <a:lnSpc>
                <a:spcPct val="140000"/>
              </a:lnSpc>
              <a:spcBef>
                <a:spcPts val="630"/>
              </a:spcBef>
              <a:spcAft>
                <a:spcPts val="0"/>
              </a:spcAft>
              <a:buClr>
                <a:srgbClr val="7F7F7F"/>
              </a:buClr>
              <a:buSzPts val="2100"/>
              <a:buFont typeface="Arial"/>
              <a:buAutoNum type="arabicPeriod"/>
            </a:pPr>
            <a:r>
              <a:rPr lang="en-US">
                <a:solidFill>
                  <a:srgbClr val="7F7F7F"/>
                </a:solidFill>
              </a:rPr>
              <a:t>OSPF Working Mechanism</a:t>
            </a:r>
            <a:endParaRPr/>
          </a:p>
          <a:p>
            <a:pPr indent="-457017" lvl="0" marL="457017" marR="0" rtl="0" algn="just">
              <a:lnSpc>
                <a:spcPct val="140000"/>
              </a:lnSpc>
              <a:spcBef>
                <a:spcPts val="630"/>
              </a:spcBef>
              <a:spcAft>
                <a:spcPts val="0"/>
              </a:spcAft>
              <a:buClr>
                <a:schemeClr val="dk1"/>
              </a:buClr>
              <a:buSzPts val="2100"/>
              <a:buFont typeface="Arial"/>
              <a:buAutoNum type="arabicPeriod"/>
            </a:pPr>
            <a:r>
              <a:rPr b="1" lang="en-US"/>
              <a:t>Typical OSPF Configuration</a:t>
            </a:r>
            <a:endParaRPr/>
          </a:p>
          <a:p>
            <a:pPr indent="-317380" lvl="0" marL="457017" marR="0" rtl="0" algn="just">
              <a:lnSpc>
                <a:spcPct val="140000"/>
              </a:lnSpc>
              <a:spcBef>
                <a:spcPts val="660"/>
              </a:spcBef>
              <a:spcAft>
                <a:spcPts val="0"/>
              </a:spcAft>
              <a:buClr>
                <a:schemeClr val="dk1"/>
              </a:buClr>
              <a:buSzPts val="2199"/>
              <a:buFont typeface="Arial"/>
              <a:buNone/>
            </a:pPr>
            <a:r>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6" name="Shape 1286"/>
        <p:cNvGrpSpPr/>
        <p:nvPr/>
      </p:nvGrpSpPr>
      <p:grpSpPr>
        <a:xfrm>
          <a:off x="0" y="0"/>
          <a:ext cx="0" cy="0"/>
          <a:chOff x="0" y="0"/>
          <a:chExt cx="0" cy="0"/>
        </a:xfrm>
      </p:grpSpPr>
      <p:sp>
        <p:nvSpPr>
          <p:cNvPr id="1287" name="Google Shape;1287;p40"/>
          <p:cNvSpPr txBox="1"/>
          <p:nvPr>
            <p:ph type="title"/>
          </p:nvPr>
        </p:nvSpPr>
        <p:spPr>
          <a:xfrm>
            <a:off x="1594800" y="452604"/>
            <a:ext cx="9831600" cy="640800"/>
          </a:xfrm>
          <a:prstGeom prst="rect">
            <a:avLst/>
          </a:prstGeom>
          <a:noFill/>
          <a:ln>
            <a:noFill/>
          </a:ln>
        </p:spPr>
        <p:txBody>
          <a:bodyPr anchorCtr="0" anchor="ctr" bIns="50400" lIns="100800" spcFirstLastPara="1" rIns="100800" wrap="square" tIns="50400">
            <a:noAutofit/>
          </a:bodyPr>
          <a:lstStyle/>
          <a:p>
            <a:pPr indent="0" lvl="0" marL="0" rtl="0" algn="l">
              <a:lnSpc>
                <a:spcPct val="90000"/>
              </a:lnSpc>
              <a:spcBef>
                <a:spcPts val="0"/>
              </a:spcBef>
              <a:spcAft>
                <a:spcPts val="0"/>
              </a:spcAft>
              <a:buClr>
                <a:schemeClr val="dk1"/>
              </a:buClr>
              <a:buSzPts val="3400"/>
              <a:buFont typeface="Arial"/>
              <a:buNone/>
            </a:pPr>
            <a:r>
              <a:rPr lang="en-US"/>
              <a:t>Basic OSPF Configuration Commands (1)</a:t>
            </a:r>
            <a:endParaRPr/>
          </a:p>
        </p:txBody>
      </p:sp>
      <p:sp>
        <p:nvSpPr>
          <p:cNvPr id="1288" name="Google Shape;1288;p40"/>
          <p:cNvSpPr/>
          <p:nvPr/>
        </p:nvSpPr>
        <p:spPr>
          <a:xfrm>
            <a:off x="1031917" y="1783589"/>
            <a:ext cx="10608699" cy="338554"/>
          </a:xfrm>
          <a:prstGeom prst="rect">
            <a:avLst/>
          </a:prstGeom>
          <a:solidFill>
            <a:srgbClr val="F4FBFE"/>
          </a:solidFill>
          <a:ln cap="flat" cmpd="sng" w="9525">
            <a:solidFill>
              <a:srgbClr val="99DFF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[Huawei] </a:t>
            </a:r>
            <a:r>
              <a:rPr b="1" lang="en-US" sz="1600">
                <a:solidFill>
                  <a:schemeClr val="dk1"/>
                </a:solidFill>
                <a:latin typeface="Arial"/>
                <a:ea typeface="Arial"/>
                <a:cs typeface="Arial"/>
                <a:sym typeface="Arial"/>
              </a:rPr>
              <a:t>ospf</a:t>
            </a:r>
            <a:r>
              <a:rPr lang="en-US" sz="1600">
                <a:solidFill>
                  <a:schemeClr val="dk1"/>
                </a:solidFill>
                <a:latin typeface="Arial"/>
                <a:ea typeface="Arial"/>
                <a:cs typeface="Arial"/>
                <a:sym typeface="Arial"/>
              </a:rPr>
              <a:t> [ </a:t>
            </a:r>
            <a:r>
              <a:rPr i="1" lang="en-US" sz="1600">
                <a:solidFill>
                  <a:schemeClr val="dk1"/>
                </a:solidFill>
                <a:latin typeface="Arial"/>
                <a:ea typeface="Arial"/>
                <a:cs typeface="Arial"/>
                <a:sym typeface="Arial"/>
              </a:rPr>
              <a:t>process-id</a:t>
            </a:r>
            <a:r>
              <a:rPr lang="en-US" sz="1600">
                <a:solidFill>
                  <a:schemeClr val="dk1"/>
                </a:solidFill>
                <a:latin typeface="Arial"/>
                <a:ea typeface="Arial"/>
                <a:cs typeface="Arial"/>
                <a:sym typeface="Arial"/>
              </a:rPr>
              <a:t> | </a:t>
            </a:r>
            <a:r>
              <a:rPr b="1" lang="en-US" sz="1600">
                <a:solidFill>
                  <a:schemeClr val="dk1"/>
                </a:solidFill>
                <a:latin typeface="Arial"/>
                <a:ea typeface="Arial"/>
                <a:cs typeface="Arial"/>
                <a:sym typeface="Arial"/>
              </a:rPr>
              <a:t>router-id</a:t>
            </a:r>
            <a:r>
              <a:rPr lang="en-US" sz="1600">
                <a:solidFill>
                  <a:schemeClr val="dk1"/>
                </a:solidFill>
                <a:latin typeface="Arial"/>
                <a:ea typeface="Arial"/>
                <a:cs typeface="Arial"/>
                <a:sym typeface="Arial"/>
              </a:rPr>
              <a:t> </a:t>
            </a:r>
            <a:r>
              <a:rPr i="1" lang="en-US" sz="1600">
                <a:solidFill>
                  <a:schemeClr val="dk1"/>
                </a:solidFill>
                <a:latin typeface="Arial"/>
                <a:ea typeface="Arial"/>
                <a:cs typeface="Arial"/>
                <a:sym typeface="Arial"/>
              </a:rPr>
              <a:t>router-id </a:t>
            </a:r>
            <a:r>
              <a:rPr lang="en-US" sz="1600">
                <a:solidFill>
                  <a:schemeClr val="dk1"/>
                </a:solidFill>
                <a:latin typeface="Arial"/>
                <a:ea typeface="Arial"/>
                <a:cs typeface="Arial"/>
                <a:sym typeface="Arial"/>
              </a:rPr>
              <a:t>]</a:t>
            </a:r>
            <a:endParaRPr/>
          </a:p>
        </p:txBody>
      </p:sp>
      <p:sp>
        <p:nvSpPr>
          <p:cNvPr id="1289" name="Google Shape;1289;p40"/>
          <p:cNvSpPr/>
          <p:nvPr/>
        </p:nvSpPr>
        <p:spPr>
          <a:xfrm>
            <a:off x="551384" y="1365312"/>
            <a:ext cx="11089232" cy="338554"/>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chemeClr val="dk1"/>
              </a:buClr>
              <a:buSzPts val="1600"/>
              <a:buFont typeface="Arial"/>
              <a:buAutoNum type="arabicPeriod"/>
            </a:pPr>
            <a:r>
              <a:rPr lang="en-US" sz="1600">
                <a:solidFill>
                  <a:schemeClr val="dk1"/>
                </a:solidFill>
                <a:latin typeface="Arial"/>
                <a:ea typeface="Arial"/>
                <a:cs typeface="Arial"/>
                <a:sym typeface="Arial"/>
              </a:rPr>
              <a:t>(System view) Create and run an OSPF process.</a:t>
            </a:r>
            <a:endParaRPr/>
          </a:p>
        </p:txBody>
      </p:sp>
      <p:sp>
        <p:nvSpPr>
          <p:cNvPr id="1290" name="Google Shape;1290;p40"/>
          <p:cNvSpPr/>
          <p:nvPr/>
        </p:nvSpPr>
        <p:spPr>
          <a:xfrm>
            <a:off x="1031917" y="2201866"/>
            <a:ext cx="10608699" cy="66853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The </a:t>
            </a:r>
            <a:r>
              <a:rPr i="1" lang="en-US" sz="1200">
                <a:solidFill>
                  <a:schemeClr val="dk1"/>
                </a:solidFill>
                <a:latin typeface="Arial"/>
                <a:ea typeface="Arial"/>
                <a:cs typeface="Arial"/>
                <a:sym typeface="Arial"/>
              </a:rPr>
              <a:t>process-id</a:t>
            </a:r>
            <a:r>
              <a:rPr lang="en-US" sz="1200">
                <a:solidFill>
                  <a:schemeClr val="dk1"/>
                </a:solidFill>
                <a:latin typeface="Arial"/>
                <a:ea typeface="Arial"/>
                <a:cs typeface="Arial"/>
                <a:sym typeface="Arial"/>
              </a:rPr>
              <a:t> parameter specifies an OSPF process. The default process ID is 1. OSPF supports multiple processes. Multiple OSPF processes can separately run on the same device. The</a:t>
            </a:r>
            <a:r>
              <a:rPr b="1" lang="en-US" sz="1200">
                <a:solidFill>
                  <a:schemeClr val="dk1"/>
                </a:solidFill>
                <a:latin typeface="Arial"/>
                <a:ea typeface="Arial"/>
                <a:cs typeface="Arial"/>
                <a:sym typeface="Arial"/>
              </a:rPr>
              <a:t> router-id</a:t>
            </a:r>
            <a:r>
              <a:rPr lang="en-US" sz="1200">
                <a:solidFill>
                  <a:schemeClr val="dk1"/>
                </a:solidFill>
                <a:latin typeface="Arial"/>
                <a:ea typeface="Arial"/>
                <a:cs typeface="Arial"/>
                <a:sym typeface="Arial"/>
              </a:rPr>
              <a:t> command is used to manually specify the ID of a device. If no ID is specified, the system automatically selects the IP address of an interface as the device ID.</a:t>
            </a:r>
            <a:endParaRPr/>
          </a:p>
        </p:txBody>
      </p:sp>
      <p:sp>
        <p:nvSpPr>
          <p:cNvPr id="1291" name="Google Shape;1291;p40"/>
          <p:cNvSpPr/>
          <p:nvPr/>
        </p:nvSpPr>
        <p:spPr>
          <a:xfrm>
            <a:off x="1031917" y="3543682"/>
            <a:ext cx="10608699" cy="338554"/>
          </a:xfrm>
          <a:prstGeom prst="rect">
            <a:avLst/>
          </a:prstGeom>
          <a:solidFill>
            <a:srgbClr val="F4FBFE"/>
          </a:solidFill>
          <a:ln cap="flat" cmpd="sng" w="9525">
            <a:solidFill>
              <a:srgbClr val="99DFF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[Huawei] </a:t>
            </a:r>
            <a:r>
              <a:rPr b="1" lang="en-US" sz="1600">
                <a:solidFill>
                  <a:schemeClr val="dk1"/>
                </a:solidFill>
                <a:latin typeface="Arial"/>
                <a:ea typeface="Arial"/>
                <a:cs typeface="Arial"/>
                <a:sym typeface="Arial"/>
              </a:rPr>
              <a:t>area </a:t>
            </a:r>
            <a:r>
              <a:rPr i="1" lang="en-US" sz="1600">
                <a:solidFill>
                  <a:schemeClr val="dk1"/>
                </a:solidFill>
                <a:latin typeface="Arial"/>
                <a:ea typeface="Arial"/>
                <a:cs typeface="Arial"/>
                <a:sym typeface="Arial"/>
              </a:rPr>
              <a:t>area-id</a:t>
            </a:r>
            <a:endParaRPr/>
          </a:p>
        </p:txBody>
      </p:sp>
      <p:sp>
        <p:nvSpPr>
          <p:cNvPr id="1292" name="Google Shape;1292;p40"/>
          <p:cNvSpPr/>
          <p:nvPr/>
        </p:nvSpPr>
        <p:spPr>
          <a:xfrm>
            <a:off x="551384" y="3125405"/>
            <a:ext cx="11089232" cy="338554"/>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chemeClr val="dk1"/>
              </a:buClr>
              <a:buSzPts val="1600"/>
              <a:buFont typeface="Arial"/>
              <a:buAutoNum type="arabicPeriod" startAt="2"/>
            </a:pPr>
            <a:r>
              <a:rPr lang="en-US" sz="1600">
                <a:solidFill>
                  <a:schemeClr val="dk1"/>
                </a:solidFill>
                <a:latin typeface="Arial"/>
                <a:ea typeface="Arial"/>
                <a:cs typeface="Arial"/>
                <a:sym typeface="Arial"/>
              </a:rPr>
              <a:t>(OSPF view) Create an OSPF area and enter the OSPF area view.</a:t>
            </a:r>
            <a:endParaRPr/>
          </a:p>
        </p:txBody>
      </p:sp>
      <p:sp>
        <p:nvSpPr>
          <p:cNvPr id="1293" name="Google Shape;1293;p40"/>
          <p:cNvSpPr/>
          <p:nvPr/>
        </p:nvSpPr>
        <p:spPr>
          <a:xfrm>
            <a:off x="1031917" y="3961959"/>
            <a:ext cx="10608699" cy="46594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The </a:t>
            </a:r>
            <a:r>
              <a:rPr b="1" lang="en-US" sz="1200">
                <a:solidFill>
                  <a:schemeClr val="dk1"/>
                </a:solidFill>
                <a:latin typeface="Arial"/>
                <a:ea typeface="Arial"/>
                <a:cs typeface="Arial"/>
                <a:sym typeface="Arial"/>
              </a:rPr>
              <a:t>area</a:t>
            </a:r>
            <a:r>
              <a:rPr lang="en-US" sz="1200">
                <a:solidFill>
                  <a:schemeClr val="dk1"/>
                </a:solidFill>
                <a:latin typeface="Arial"/>
                <a:ea typeface="Arial"/>
                <a:cs typeface="Arial"/>
                <a:sym typeface="Arial"/>
              </a:rPr>
              <a:t> command creates an OSPF area and displays the OSPF area view.</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The </a:t>
            </a:r>
            <a:r>
              <a:rPr i="1" lang="en-US" sz="1200">
                <a:solidFill>
                  <a:schemeClr val="dk1"/>
                </a:solidFill>
                <a:latin typeface="Arial"/>
                <a:ea typeface="Arial"/>
                <a:cs typeface="Arial"/>
                <a:sym typeface="Arial"/>
              </a:rPr>
              <a:t>area-id</a:t>
            </a:r>
            <a:r>
              <a:rPr lang="en-US" sz="1200">
                <a:solidFill>
                  <a:schemeClr val="dk1"/>
                </a:solidFill>
                <a:latin typeface="Arial"/>
                <a:ea typeface="Arial"/>
                <a:cs typeface="Arial"/>
                <a:sym typeface="Arial"/>
              </a:rPr>
              <a:t> value can be a decimal integer or in dotted decimal notation. If the value is an integer, it ranges from 0 to 4294967295.</a:t>
            </a:r>
            <a:endParaRPr/>
          </a:p>
        </p:txBody>
      </p:sp>
      <p:sp>
        <p:nvSpPr>
          <p:cNvPr id="1294" name="Google Shape;1294;p40"/>
          <p:cNvSpPr/>
          <p:nvPr/>
        </p:nvSpPr>
        <p:spPr>
          <a:xfrm>
            <a:off x="1031917" y="5092715"/>
            <a:ext cx="10608699" cy="338554"/>
          </a:xfrm>
          <a:prstGeom prst="rect">
            <a:avLst/>
          </a:prstGeom>
          <a:solidFill>
            <a:srgbClr val="F4FBFE"/>
          </a:solidFill>
          <a:ln cap="flat" cmpd="sng" w="9525">
            <a:solidFill>
              <a:srgbClr val="99DFF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[Huawei-ospf-1-area-0.0.0.0] </a:t>
            </a:r>
            <a:r>
              <a:rPr b="1" lang="en-US" sz="1600">
                <a:solidFill>
                  <a:schemeClr val="dk1"/>
                </a:solidFill>
                <a:latin typeface="Arial"/>
                <a:ea typeface="Arial"/>
                <a:cs typeface="Arial"/>
                <a:sym typeface="Arial"/>
              </a:rPr>
              <a:t>network </a:t>
            </a:r>
            <a:r>
              <a:rPr i="1" lang="en-US" sz="1600">
                <a:solidFill>
                  <a:schemeClr val="dk1"/>
                </a:solidFill>
                <a:latin typeface="Arial"/>
                <a:ea typeface="Arial"/>
                <a:cs typeface="Arial"/>
                <a:sym typeface="Arial"/>
              </a:rPr>
              <a:t>network-address</a:t>
            </a:r>
            <a:r>
              <a:rPr lang="en-US" sz="1600">
                <a:solidFill>
                  <a:schemeClr val="dk1"/>
                </a:solidFill>
                <a:latin typeface="Arial"/>
                <a:ea typeface="Arial"/>
                <a:cs typeface="Arial"/>
                <a:sym typeface="Arial"/>
              </a:rPr>
              <a:t> </a:t>
            </a:r>
            <a:r>
              <a:rPr i="1" lang="en-US" sz="1600">
                <a:solidFill>
                  <a:schemeClr val="dk1"/>
                </a:solidFill>
                <a:latin typeface="Arial"/>
                <a:ea typeface="Arial"/>
                <a:cs typeface="Arial"/>
                <a:sym typeface="Arial"/>
              </a:rPr>
              <a:t>wildcard-mask</a:t>
            </a:r>
            <a:r>
              <a:rPr lang="en-US" sz="1600">
                <a:solidFill>
                  <a:schemeClr val="dk1"/>
                </a:solidFill>
                <a:latin typeface="Arial"/>
                <a:ea typeface="Arial"/>
                <a:cs typeface="Arial"/>
                <a:sym typeface="Arial"/>
              </a:rPr>
              <a:t> </a:t>
            </a:r>
            <a:endParaRPr/>
          </a:p>
        </p:txBody>
      </p:sp>
      <p:sp>
        <p:nvSpPr>
          <p:cNvPr id="1295" name="Google Shape;1295;p40"/>
          <p:cNvSpPr/>
          <p:nvPr/>
        </p:nvSpPr>
        <p:spPr>
          <a:xfrm>
            <a:off x="551384" y="4674438"/>
            <a:ext cx="11089232"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3. (OSPF area view) Specify the interface that runs OSPF.</a:t>
            </a:r>
            <a:endParaRPr/>
          </a:p>
        </p:txBody>
      </p:sp>
      <p:sp>
        <p:nvSpPr>
          <p:cNvPr id="1296" name="Google Shape;1296;p40"/>
          <p:cNvSpPr/>
          <p:nvPr/>
        </p:nvSpPr>
        <p:spPr>
          <a:xfrm>
            <a:off x="1031917" y="5510993"/>
            <a:ext cx="10608699" cy="66853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The </a:t>
            </a:r>
            <a:r>
              <a:rPr b="1" lang="en-US" sz="1200">
                <a:solidFill>
                  <a:schemeClr val="dk1"/>
                </a:solidFill>
                <a:latin typeface="Arial"/>
                <a:ea typeface="Arial"/>
                <a:cs typeface="Arial"/>
                <a:sym typeface="Arial"/>
              </a:rPr>
              <a:t>network </a:t>
            </a:r>
            <a:r>
              <a:rPr lang="en-US" sz="1200">
                <a:solidFill>
                  <a:schemeClr val="dk1"/>
                </a:solidFill>
                <a:latin typeface="Arial"/>
                <a:ea typeface="Arial"/>
                <a:cs typeface="Arial"/>
                <a:sym typeface="Arial"/>
              </a:rPr>
              <a:t>command specifies the interface that runs OSPF and the area to which the interface belongs. The </a:t>
            </a:r>
            <a:r>
              <a:rPr i="1" lang="en-US" sz="1200">
                <a:solidFill>
                  <a:schemeClr val="dk1"/>
                </a:solidFill>
                <a:latin typeface="Arial"/>
                <a:ea typeface="Arial"/>
                <a:cs typeface="Arial"/>
                <a:sym typeface="Arial"/>
              </a:rPr>
              <a:t>network-address </a:t>
            </a:r>
            <a:r>
              <a:rPr lang="en-US" sz="1200">
                <a:solidFill>
                  <a:schemeClr val="dk1"/>
                </a:solidFill>
                <a:latin typeface="Arial"/>
                <a:ea typeface="Arial"/>
                <a:cs typeface="Arial"/>
                <a:sym typeface="Arial"/>
              </a:rPr>
              <a:t>parameter specifies the network segment address of the interface. The </a:t>
            </a:r>
            <a:r>
              <a:rPr i="1" lang="en-US" sz="1200">
                <a:solidFill>
                  <a:schemeClr val="dk1"/>
                </a:solidFill>
                <a:latin typeface="Arial"/>
                <a:ea typeface="Arial"/>
                <a:cs typeface="Arial"/>
                <a:sym typeface="Arial"/>
              </a:rPr>
              <a:t>wildcard-mask </a:t>
            </a:r>
            <a:r>
              <a:rPr lang="en-US" sz="1200">
                <a:solidFill>
                  <a:schemeClr val="dk1"/>
                </a:solidFill>
                <a:latin typeface="Arial"/>
                <a:ea typeface="Arial"/>
                <a:cs typeface="Arial"/>
                <a:sym typeface="Arial"/>
              </a:rPr>
              <a:t>parameter is the wildcard of an IP address, which is equivalent to the reverse mask of the IP address (0 is converted to 1, and 1 to 0). For example, 0.0.0.255 indicates that the mask length is 24 bits.</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0" name="Shape 1300"/>
        <p:cNvGrpSpPr/>
        <p:nvPr/>
      </p:nvGrpSpPr>
      <p:grpSpPr>
        <a:xfrm>
          <a:off x="0" y="0"/>
          <a:ext cx="0" cy="0"/>
          <a:chOff x="0" y="0"/>
          <a:chExt cx="0" cy="0"/>
        </a:xfrm>
      </p:grpSpPr>
      <p:sp>
        <p:nvSpPr>
          <p:cNvPr id="1301" name="Google Shape;1301;p41"/>
          <p:cNvSpPr txBox="1"/>
          <p:nvPr>
            <p:ph type="title"/>
          </p:nvPr>
        </p:nvSpPr>
        <p:spPr>
          <a:xfrm>
            <a:off x="1594800" y="452604"/>
            <a:ext cx="9831600" cy="640800"/>
          </a:xfrm>
          <a:prstGeom prst="rect">
            <a:avLst/>
          </a:prstGeom>
          <a:noFill/>
          <a:ln>
            <a:noFill/>
          </a:ln>
        </p:spPr>
        <p:txBody>
          <a:bodyPr anchorCtr="0" anchor="ctr" bIns="50400" lIns="100800" spcFirstLastPara="1" rIns="100800" wrap="square" tIns="50400">
            <a:noAutofit/>
          </a:bodyPr>
          <a:lstStyle/>
          <a:p>
            <a:pPr indent="0" lvl="0" marL="0" rtl="0" algn="l">
              <a:lnSpc>
                <a:spcPct val="90000"/>
              </a:lnSpc>
              <a:spcBef>
                <a:spcPts val="0"/>
              </a:spcBef>
              <a:spcAft>
                <a:spcPts val="0"/>
              </a:spcAft>
              <a:buClr>
                <a:schemeClr val="dk1"/>
              </a:buClr>
              <a:buSzPts val="3400"/>
              <a:buFont typeface="Arial"/>
              <a:buNone/>
            </a:pPr>
            <a:r>
              <a:rPr lang="en-US"/>
              <a:t>Basic OSPF Configuration Commands (2)</a:t>
            </a:r>
            <a:endParaRPr/>
          </a:p>
        </p:txBody>
      </p:sp>
      <p:sp>
        <p:nvSpPr>
          <p:cNvPr id="1302" name="Google Shape;1302;p41"/>
          <p:cNvSpPr/>
          <p:nvPr/>
        </p:nvSpPr>
        <p:spPr>
          <a:xfrm>
            <a:off x="551384" y="1364887"/>
            <a:ext cx="11089232"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4. (Interface view) Set an OSPF interface cost.</a:t>
            </a:r>
            <a:endParaRPr/>
          </a:p>
        </p:txBody>
      </p:sp>
      <p:sp>
        <p:nvSpPr>
          <p:cNvPr id="1303" name="Google Shape;1303;p41"/>
          <p:cNvSpPr/>
          <p:nvPr/>
        </p:nvSpPr>
        <p:spPr>
          <a:xfrm>
            <a:off x="1031917" y="2245833"/>
            <a:ext cx="10608699" cy="707886"/>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None/>
            </a:pPr>
            <a:r>
              <a:rPr lang="en-US" sz="1600">
                <a:solidFill>
                  <a:schemeClr val="dk1"/>
                </a:solidFill>
                <a:latin typeface="Arial"/>
                <a:ea typeface="Arial"/>
                <a:cs typeface="Arial"/>
                <a:sym typeface="Arial"/>
              </a:rPr>
              <a:t>The </a:t>
            </a:r>
            <a:r>
              <a:rPr b="1" lang="en-US" sz="1600">
                <a:solidFill>
                  <a:schemeClr val="dk1"/>
                </a:solidFill>
                <a:latin typeface="Arial"/>
                <a:ea typeface="Arial"/>
                <a:cs typeface="Arial"/>
                <a:sym typeface="Arial"/>
              </a:rPr>
              <a:t>ospf cost</a:t>
            </a:r>
            <a:r>
              <a:rPr lang="en-US" sz="1600">
                <a:solidFill>
                  <a:schemeClr val="dk1"/>
                </a:solidFill>
                <a:latin typeface="Arial"/>
                <a:ea typeface="Arial"/>
                <a:cs typeface="Arial"/>
                <a:sym typeface="Arial"/>
              </a:rPr>
              <a:t> command sets a cost for an OSPF interface. By default, OSPF automatically calculates the cost of an interface based on the interface bandwidth. The cost value is an integer ranging from 1 to 65535.</a:t>
            </a:r>
            <a:endParaRPr/>
          </a:p>
        </p:txBody>
      </p:sp>
      <p:sp>
        <p:nvSpPr>
          <p:cNvPr id="1304" name="Google Shape;1304;p41"/>
          <p:cNvSpPr/>
          <p:nvPr/>
        </p:nvSpPr>
        <p:spPr>
          <a:xfrm>
            <a:off x="1031917" y="1805360"/>
            <a:ext cx="10608699" cy="338554"/>
          </a:xfrm>
          <a:prstGeom prst="rect">
            <a:avLst/>
          </a:prstGeom>
          <a:solidFill>
            <a:srgbClr val="F4FBFE"/>
          </a:solidFill>
          <a:ln cap="flat" cmpd="sng" w="9525">
            <a:solidFill>
              <a:srgbClr val="99DFF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[Huawei-GE1/0/1] </a:t>
            </a:r>
            <a:r>
              <a:rPr b="1" lang="en-US" sz="1600">
                <a:solidFill>
                  <a:schemeClr val="dk1"/>
                </a:solidFill>
                <a:latin typeface="Arial"/>
                <a:ea typeface="Arial"/>
                <a:cs typeface="Arial"/>
                <a:sym typeface="Arial"/>
              </a:rPr>
              <a:t>ospf cost</a:t>
            </a:r>
            <a:r>
              <a:rPr lang="en-US" sz="1600">
                <a:solidFill>
                  <a:schemeClr val="dk1"/>
                </a:solidFill>
                <a:latin typeface="Arial"/>
                <a:ea typeface="Arial"/>
                <a:cs typeface="Arial"/>
                <a:sym typeface="Arial"/>
              </a:rPr>
              <a:t> </a:t>
            </a:r>
            <a:r>
              <a:rPr i="1" lang="en-US" sz="1600">
                <a:solidFill>
                  <a:schemeClr val="dk1"/>
                </a:solidFill>
                <a:latin typeface="Arial"/>
                <a:ea typeface="Arial"/>
                <a:cs typeface="Arial"/>
                <a:sym typeface="Arial"/>
              </a:rPr>
              <a:t>cost</a:t>
            </a:r>
            <a:endParaRPr/>
          </a:p>
        </p:txBody>
      </p:sp>
      <p:sp>
        <p:nvSpPr>
          <p:cNvPr id="1305" name="Google Shape;1305;p41"/>
          <p:cNvSpPr/>
          <p:nvPr/>
        </p:nvSpPr>
        <p:spPr>
          <a:xfrm>
            <a:off x="551384" y="3033261"/>
            <a:ext cx="11089232"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5. (OSPF view) Set an OSPF bandwidth reference value.</a:t>
            </a:r>
            <a:endParaRPr/>
          </a:p>
        </p:txBody>
      </p:sp>
      <p:sp>
        <p:nvSpPr>
          <p:cNvPr id="1306" name="Google Shape;1306;p41"/>
          <p:cNvSpPr/>
          <p:nvPr/>
        </p:nvSpPr>
        <p:spPr>
          <a:xfrm>
            <a:off x="1031917" y="3914207"/>
            <a:ext cx="10608699" cy="707886"/>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None/>
            </a:pPr>
            <a:r>
              <a:rPr lang="en-US" sz="1600">
                <a:solidFill>
                  <a:schemeClr val="dk1"/>
                </a:solidFill>
                <a:latin typeface="Arial"/>
                <a:ea typeface="Arial"/>
                <a:cs typeface="Arial"/>
                <a:sym typeface="Arial"/>
              </a:rPr>
              <a:t>The </a:t>
            </a:r>
            <a:r>
              <a:rPr b="1" lang="en-US" sz="1600">
                <a:solidFill>
                  <a:schemeClr val="dk1"/>
                </a:solidFill>
                <a:latin typeface="Arial"/>
                <a:ea typeface="Arial"/>
                <a:cs typeface="Arial"/>
                <a:sym typeface="Arial"/>
              </a:rPr>
              <a:t>bandwidth-reference</a:t>
            </a:r>
            <a:r>
              <a:rPr lang="en-US" sz="1600">
                <a:solidFill>
                  <a:schemeClr val="dk1"/>
                </a:solidFill>
                <a:latin typeface="Arial"/>
                <a:ea typeface="Arial"/>
                <a:cs typeface="Arial"/>
                <a:sym typeface="Arial"/>
              </a:rPr>
              <a:t> command sets a bandwidth reference value that is used to calculate interface costs. The value ranges from 1 to 2147483648, in Mbit/s. The default value is 100 Mbit/s.</a:t>
            </a:r>
            <a:endParaRPr/>
          </a:p>
        </p:txBody>
      </p:sp>
      <p:sp>
        <p:nvSpPr>
          <p:cNvPr id="1307" name="Google Shape;1307;p41"/>
          <p:cNvSpPr/>
          <p:nvPr/>
        </p:nvSpPr>
        <p:spPr>
          <a:xfrm>
            <a:off x="1031917" y="3473734"/>
            <a:ext cx="10608699" cy="338554"/>
          </a:xfrm>
          <a:prstGeom prst="rect">
            <a:avLst/>
          </a:prstGeom>
          <a:solidFill>
            <a:srgbClr val="F4FBFE"/>
          </a:solidFill>
          <a:ln cap="flat" cmpd="sng" w="9525">
            <a:solidFill>
              <a:srgbClr val="99DFF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[Huawei-ospf-1] </a:t>
            </a:r>
            <a:r>
              <a:rPr b="1" lang="en-US" sz="1600">
                <a:solidFill>
                  <a:schemeClr val="dk1"/>
                </a:solidFill>
                <a:latin typeface="Arial"/>
                <a:ea typeface="Arial"/>
                <a:cs typeface="Arial"/>
                <a:sym typeface="Arial"/>
              </a:rPr>
              <a:t>bandwidth-reference </a:t>
            </a:r>
            <a:r>
              <a:rPr i="1" lang="en-US" sz="1600">
                <a:solidFill>
                  <a:schemeClr val="dk1"/>
                </a:solidFill>
                <a:latin typeface="Arial"/>
                <a:ea typeface="Arial"/>
                <a:cs typeface="Arial"/>
                <a:sym typeface="Arial"/>
              </a:rPr>
              <a:t>value</a:t>
            </a:r>
            <a:endParaRPr/>
          </a:p>
        </p:txBody>
      </p:sp>
      <p:sp>
        <p:nvSpPr>
          <p:cNvPr id="1308" name="Google Shape;1308;p41"/>
          <p:cNvSpPr/>
          <p:nvPr/>
        </p:nvSpPr>
        <p:spPr>
          <a:xfrm>
            <a:off x="1031917" y="5142108"/>
            <a:ext cx="10608699" cy="338554"/>
          </a:xfrm>
          <a:prstGeom prst="rect">
            <a:avLst/>
          </a:prstGeom>
          <a:solidFill>
            <a:srgbClr val="F4FBFE"/>
          </a:solidFill>
          <a:ln cap="flat" cmpd="sng" w="9525">
            <a:solidFill>
              <a:srgbClr val="99DFF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[Huawei-GigabitEthernet0/0/0] </a:t>
            </a:r>
            <a:r>
              <a:rPr b="1" lang="en-US" sz="1600">
                <a:solidFill>
                  <a:schemeClr val="dk1"/>
                </a:solidFill>
                <a:latin typeface="Arial"/>
                <a:ea typeface="Arial"/>
                <a:cs typeface="Arial"/>
                <a:sym typeface="Arial"/>
              </a:rPr>
              <a:t>ospf dr-priority </a:t>
            </a:r>
            <a:r>
              <a:rPr i="1" lang="en-US" sz="1600">
                <a:solidFill>
                  <a:schemeClr val="dk1"/>
                </a:solidFill>
                <a:latin typeface="Arial"/>
                <a:ea typeface="Arial"/>
                <a:cs typeface="Arial"/>
                <a:sym typeface="Arial"/>
              </a:rPr>
              <a:t>priority</a:t>
            </a:r>
            <a:endParaRPr/>
          </a:p>
        </p:txBody>
      </p:sp>
      <p:sp>
        <p:nvSpPr>
          <p:cNvPr id="1309" name="Google Shape;1309;p41"/>
          <p:cNvSpPr/>
          <p:nvPr/>
        </p:nvSpPr>
        <p:spPr>
          <a:xfrm>
            <a:off x="551384" y="4701635"/>
            <a:ext cx="11089232"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6. (Interface view) Set the priority of an interface for DR election.</a:t>
            </a:r>
            <a:endParaRPr/>
          </a:p>
        </p:txBody>
      </p:sp>
      <p:sp>
        <p:nvSpPr>
          <p:cNvPr id="1310" name="Google Shape;1310;p41"/>
          <p:cNvSpPr/>
          <p:nvPr/>
        </p:nvSpPr>
        <p:spPr>
          <a:xfrm>
            <a:off x="1031917" y="5582584"/>
            <a:ext cx="10608699" cy="787426"/>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None/>
            </a:pPr>
            <a:r>
              <a:rPr lang="en-US" sz="1600">
                <a:solidFill>
                  <a:schemeClr val="dk1"/>
                </a:solidFill>
                <a:latin typeface="Arial"/>
                <a:ea typeface="Arial"/>
                <a:cs typeface="Arial"/>
                <a:sym typeface="Arial"/>
              </a:rPr>
              <a:t>The </a:t>
            </a:r>
            <a:r>
              <a:rPr b="1" lang="en-US" sz="1600">
                <a:solidFill>
                  <a:schemeClr val="dk1"/>
                </a:solidFill>
                <a:latin typeface="Arial"/>
                <a:ea typeface="Arial"/>
                <a:cs typeface="Arial"/>
                <a:sym typeface="Arial"/>
              </a:rPr>
              <a:t>ospf dr-priority</a:t>
            </a:r>
            <a:r>
              <a:rPr lang="en-US" sz="1600">
                <a:solidFill>
                  <a:schemeClr val="dk1"/>
                </a:solidFill>
                <a:latin typeface="Arial"/>
                <a:ea typeface="Arial"/>
                <a:cs typeface="Arial"/>
                <a:sym typeface="Arial"/>
              </a:rPr>
              <a:t> command sets a priority for an interface that participates in DR election. A larger value indicates a higher priority. The value ranges from 0 to 255.</a:t>
            </a:r>
            <a:endParaRPr/>
          </a:p>
          <a:p>
            <a:pPr indent="0" lvl="0" marL="0" marR="0" rtl="0" algn="l">
              <a:lnSpc>
                <a:spcPct val="150000"/>
              </a:lnSpc>
              <a:spcBef>
                <a:spcPts val="0"/>
              </a:spcBef>
              <a:spcAft>
                <a:spcPts val="0"/>
              </a:spcAft>
              <a:buNone/>
            </a:pPr>
            <a:r>
              <a:t/>
            </a:r>
            <a:endParaRPr sz="1600">
              <a:solidFill>
                <a:schemeClr val="dk1"/>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4" name="Shape 1314"/>
        <p:cNvGrpSpPr/>
        <p:nvPr/>
      </p:nvGrpSpPr>
      <p:grpSpPr>
        <a:xfrm>
          <a:off x="0" y="0"/>
          <a:ext cx="0" cy="0"/>
          <a:chOff x="0" y="0"/>
          <a:chExt cx="0" cy="0"/>
        </a:xfrm>
      </p:grpSpPr>
      <p:sp>
        <p:nvSpPr>
          <p:cNvPr id="1315" name="Google Shape;1315;p42"/>
          <p:cNvSpPr/>
          <p:nvPr/>
        </p:nvSpPr>
        <p:spPr>
          <a:xfrm>
            <a:off x="5887001" y="3224247"/>
            <a:ext cx="4331741" cy="1423038"/>
          </a:xfrm>
          <a:prstGeom prst="roundRect">
            <a:avLst>
              <a:gd fmla="val 16667" name="adj"/>
            </a:avLst>
          </a:prstGeom>
          <a:solidFill>
            <a:srgbClr val="FFFFFF"/>
          </a:solidFill>
          <a:ln cap="flat" cmpd="sng" w="12700">
            <a:solidFill>
              <a:srgbClr val="1AABE2"/>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sz="1600">
              <a:solidFill>
                <a:srgbClr val="1D1D1A"/>
              </a:solidFill>
              <a:latin typeface="Arial"/>
              <a:ea typeface="Arial"/>
              <a:cs typeface="Arial"/>
              <a:sym typeface="Arial"/>
            </a:endParaRPr>
          </a:p>
        </p:txBody>
      </p:sp>
      <p:sp>
        <p:nvSpPr>
          <p:cNvPr id="1316" name="Google Shape;1316;p42"/>
          <p:cNvSpPr/>
          <p:nvPr/>
        </p:nvSpPr>
        <p:spPr>
          <a:xfrm>
            <a:off x="1235860" y="3224247"/>
            <a:ext cx="4331741" cy="1423038"/>
          </a:xfrm>
          <a:prstGeom prst="roundRect">
            <a:avLst>
              <a:gd fmla="val 16667" name="adj"/>
            </a:avLst>
          </a:prstGeom>
          <a:solidFill>
            <a:srgbClr val="FFFFFF"/>
          </a:solidFill>
          <a:ln cap="flat" cmpd="sng" w="12700">
            <a:solidFill>
              <a:srgbClr val="1AABE2"/>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sz="1600">
              <a:solidFill>
                <a:srgbClr val="1D1D1A"/>
              </a:solidFill>
              <a:latin typeface="Arial"/>
              <a:ea typeface="Arial"/>
              <a:cs typeface="Arial"/>
              <a:sym typeface="Arial"/>
            </a:endParaRPr>
          </a:p>
        </p:txBody>
      </p:sp>
      <p:sp>
        <p:nvSpPr>
          <p:cNvPr id="1317" name="Google Shape;1317;p42"/>
          <p:cNvSpPr txBox="1"/>
          <p:nvPr>
            <p:ph type="title"/>
          </p:nvPr>
        </p:nvSpPr>
        <p:spPr>
          <a:xfrm>
            <a:off x="1594800" y="452604"/>
            <a:ext cx="9831600" cy="640800"/>
          </a:xfrm>
          <a:prstGeom prst="rect">
            <a:avLst/>
          </a:prstGeom>
          <a:noFill/>
          <a:ln>
            <a:noFill/>
          </a:ln>
        </p:spPr>
        <p:txBody>
          <a:bodyPr anchorCtr="0" anchor="ctr" bIns="50400" lIns="100800" spcFirstLastPara="1" rIns="100800" wrap="square" tIns="50400">
            <a:noAutofit/>
          </a:bodyPr>
          <a:lstStyle/>
          <a:p>
            <a:pPr indent="0" lvl="0" marL="0" rtl="0" algn="l">
              <a:lnSpc>
                <a:spcPct val="90000"/>
              </a:lnSpc>
              <a:spcBef>
                <a:spcPts val="0"/>
              </a:spcBef>
              <a:spcAft>
                <a:spcPts val="0"/>
              </a:spcAft>
              <a:buClr>
                <a:schemeClr val="dk1"/>
              </a:buClr>
              <a:buSzPts val="3400"/>
              <a:buFont typeface="Arial"/>
              <a:buNone/>
            </a:pPr>
            <a:r>
              <a:rPr lang="en-US"/>
              <a:t>OSPF Configuration Example</a:t>
            </a:r>
            <a:endParaRPr/>
          </a:p>
        </p:txBody>
      </p:sp>
      <p:sp>
        <p:nvSpPr>
          <p:cNvPr id="1318" name="Google Shape;1318;p42"/>
          <p:cNvSpPr txBox="1"/>
          <p:nvPr/>
        </p:nvSpPr>
        <p:spPr>
          <a:xfrm>
            <a:off x="474104" y="1245513"/>
            <a:ext cx="11271809" cy="1261183"/>
          </a:xfrm>
          <a:prstGeom prst="rect">
            <a:avLst/>
          </a:prstGeom>
          <a:noFill/>
          <a:ln>
            <a:noFill/>
          </a:ln>
        </p:spPr>
        <p:txBody>
          <a:bodyPr anchorCtr="0" anchor="t" bIns="40050" lIns="80125" spcFirstLastPara="1" rIns="80125" wrap="square" tIns="40050">
            <a:noAutofit/>
          </a:bodyPr>
          <a:lstStyle/>
          <a:p>
            <a:pPr indent="0" lvl="0" marL="0" marR="0" rtl="0" algn="just">
              <a:lnSpc>
                <a:spcPct val="140000"/>
              </a:lnSpc>
              <a:spcBef>
                <a:spcPts val="0"/>
              </a:spcBef>
              <a:spcAft>
                <a:spcPts val="0"/>
              </a:spcAft>
              <a:buClr>
                <a:schemeClr val="dk1"/>
              </a:buClr>
              <a:buSzPts val="1800"/>
              <a:buFont typeface="Arial"/>
              <a:buNone/>
            </a:pPr>
            <a:r>
              <a:rPr lang="en-US" sz="1800">
                <a:solidFill>
                  <a:schemeClr val="dk1"/>
                </a:solidFill>
                <a:latin typeface="Arial"/>
                <a:ea typeface="Arial"/>
                <a:cs typeface="Arial"/>
                <a:sym typeface="Arial"/>
              </a:rPr>
              <a:t>Description:</a:t>
            </a:r>
            <a:endParaRPr/>
          </a:p>
          <a:p>
            <a:pPr indent="-302279" lvl="0" marL="302279" marR="0" rtl="0" algn="just">
              <a:lnSpc>
                <a:spcPct val="140000"/>
              </a:lnSpc>
              <a:spcBef>
                <a:spcPts val="792"/>
              </a:spcBef>
              <a:spcAft>
                <a:spcPts val="0"/>
              </a:spcAft>
              <a:buClr>
                <a:schemeClr val="dk1"/>
              </a:buClr>
              <a:buSzPts val="1800"/>
              <a:buFont typeface="Arial"/>
              <a:buChar char="•"/>
            </a:pPr>
            <a:r>
              <a:rPr lang="en-US" sz="1800">
                <a:solidFill>
                  <a:schemeClr val="dk1"/>
                </a:solidFill>
                <a:latin typeface="Arial"/>
                <a:ea typeface="Arial"/>
                <a:cs typeface="Arial"/>
                <a:sym typeface="Arial"/>
              </a:rPr>
              <a:t>There are three routers, R1, R2, and R3. R1 and R3 are connected to networks 1.1.1.1/32 and 3.3.3.3/32 (simulated by Loopback 0), respectively. OSPF needs to be used to implement interworking between the two networks. Detailed topology was as follows:</a:t>
            </a:r>
            <a:endParaRPr/>
          </a:p>
        </p:txBody>
      </p:sp>
      <p:pic>
        <p:nvPicPr>
          <p:cNvPr id="1319" name="Google Shape;1319;p42"/>
          <p:cNvPicPr preferRelativeResize="0"/>
          <p:nvPr/>
        </p:nvPicPr>
        <p:blipFill rotWithShape="1">
          <a:blip r:embed="rId3">
            <a:alphaModFix/>
          </a:blip>
          <a:srcRect b="0" l="0" r="0" t="0"/>
          <a:stretch/>
        </p:blipFill>
        <p:spPr>
          <a:xfrm>
            <a:off x="2611845" y="3729700"/>
            <a:ext cx="540000" cy="442800"/>
          </a:xfrm>
          <a:prstGeom prst="rect">
            <a:avLst/>
          </a:prstGeom>
          <a:noFill/>
          <a:ln>
            <a:noFill/>
          </a:ln>
        </p:spPr>
      </p:pic>
      <p:cxnSp>
        <p:nvCxnSpPr>
          <p:cNvPr id="1320" name="Google Shape;1320;p42"/>
          <p:cNvCxnSpPr>
            <a:stCxn id="1319" idx="3"/>
            <a:endCxn id="1321" idx="1"/>
          </p:cNvCxnSpPr>
          <p:nvPr/>
        </p:nvCxnSpPr>
        <p:spPr>
          <a:xfrm>
            <a:off x="3151845" y="3951100"/>
            <a:ext cx="5118900" cy="0"/>
          </a:xfrm>
          <a:prstGeom prst="straightConnector1">
            <a:avLst/>
          </a:prstGeom>
          <a:noFill/>
          <a:ln cap="flat" cmpd="sng" w="19050">
            <a:solidFill>
              <a:schemeClr val="dk1"/>
            </a:solidFill>
            <a:prstDash val="solid"/>
            <a:miter lim="800000"/>
            <a:headEnd len="sm" w="sm" type="none"/>
            <a:tailEnd len="sm" w="sm" type="none"/>
          </a:ln>
        </p:spPr>
      </p:cxnSp>
      <p:pic>
        <p:nvPicPr>
          <p:cNvPr id="1321" name="Google Shape;1321;p42"/>
          <p:cNvPicPr preferRelativeResize="0"/>
          <p:nvPr/>
        </p:nvPicPr>
        <p:blipFill rotWithShape="1">
          <a:blip r:embed="rId3">
            <a:alphaModFix/>
          </a:blip>
          <a:srcRect b="0" l="0" r="0" t="0"/>
          <a:stretch/>
        </p:blipFill>
        <p:spPr>
          <a:xfrm>
            <a:off x="8270670" y="3729700"/>
            <a:ext cx="540000" cy="442800"/>
          </a:xfrm>
          <a:prstGeom prst="rect">
            <a:avLst/>
          </a:prstGeom>
          <a:noFill/>
          <a:ln>
            <a:noFill/>
          </a:ln>
        </p:spPr>
      </p:pic>
      <p:pic>
        <p:nvPicPr>
          <p:cNvPr id="1322" name="Google Shape;1322;p42"/>
          <p:cNvPicPr preferRelativeResize="0"/>
          <p:nvPr/>
        </p:nvPicPr>
        <p:blipFill rotWithShape="1">
          <a:blip r:embed="rId3">
            <a:alphaModFix/>
          </a:blip>
          <a:srcRect b="0" l="0" r="0" t="0"/>
          <a:stretch/>
        </p:blipFill>
        <p:spPr>
          <a:xfrm>
            <a:off x="5469050" y="3729700"/>
            <a:ext cx="540000" cy="442800"/>
          </a:xfrm>
          <a:prstGeom prst="rect">
            <a:avLst/>
          </a:prstGeom>
          <a:noFill/>
          <a:ln>
            <a:noFill/>
          </a:ln>
        </p:spPr>
      </p:pic>
      <p:sp>
        <p:nvSpPr>
          <p:cNvPr id="1323" name="Google Shape;1323;p42"/>
          <p:cNvSpPr txBox="1"/>
          <p:nvPr/>
        </p:nvSpPr>
        <p:spPr>
          <a:xfrm>
            <a:off x="5527106" y="4195595"/>
            <a:ext cx="705466"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R2</a:t>
            </a:r>
            <a:endParaRPr/>
          </a:p>
        </p:txBody>
      </p:sp>
      <p:sp>
        <p:nvSpPr>
          <p:cNvPr id="1324" name="Google Shape;1324;p42"/>
          <p:cNvSpPr txBox="1"/>
          <p:nvPr/>
        </p:nvSpPr>
        <p:spPr>
          <a:xfrm>
            <a:off x="2640873" y="4195595"/>
            <a:ext cx="705466"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R1</a:t>
            </a:r>
            <a:endParaRPr/>
          </a:p>
        </p:txBody>
      </p:sp>
      <p:sp>
        <p:nvSpPr>
          <p:cNvPr id="1325" name="Google Shape;1325;p42"/>
          <p:cNvSpPr txBox="1"/>
          <p:nvPr/>
        </p:nvSpPr>
        <p:spPr>
          <a:xfrm>
            <a:off x="8337570" y="4195595"/>
            <a:ext cx="705466"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R3</a:t>
            </a:r>
            <a:endParaRPr/>
          </a:p>
        </p:txBody>
      </p:sp>
      <p:grpSp>
        <p:nvGrpSpPr>
          <p:cNvPr id="1326" name="Google Shape;1326;p42"/>
          <p:cNvGrpSpPr/>
          <p:nvPr/>
        </p:nvGrpSpPr>
        <p:grpSpPr>
          <a:xfrm>
            <a:off x="3078162" y="3977780"/>
            <a:ext cx="1903174" cy="567904"/>
            <a:chOff x="2134861" y="4974560"/>
            <a:chExt cx="1903174" cy="567904"/>
          </a:xfrm>
        </p:grpSpPr>
        <p:sp>
          <p:nvSpPr>
            <p:cNvPr id="1327" name="Google Shape;1327;p42"/>
            <p:cNvSpPr txBox="1"/>
            <p:nvPr/>
          </p:nvSpPr>
          <p:spPr>
            <a:xfrm>
              <a:off x="2134861" y="5234687"/>
              <a:ext cx="1903174" cy="30777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10.1.12.1/30</a:t>
              </a:r>
              <a:endParaRPr/>
            </a:p>
          </p:txBody>
        </p:sp>
        <p:sp>
          <p:nvSpPr>
            <p:cNvPr id="1328" name="Google Shape;1328;p42"/>
            <p:cNvSpPr txBox="1"/>
            <p:nvPr/>
          </p:nvSpPr>
          <p:spPr>
            <a:xfrm>
              <a:off x="2158432" y="4974560"/>
              <a:ext cx="1057993" cy="30777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GE0/0/0</a:t>
              </a:r>
              <a:endParaRPr/>
            </a:p>
          </p:txBody>
        </p:sp>
      </p:grpSp>
      <p:grpSp>
        <p:nvGrpSpPr>
          <p:cNvPr id="1329" name="Google Shape;1329;p42"/>
          <p:cNvGrpSpPr/>
          <p:nvPr/>
        </p:nvGrpSpPr>
        <p:grpSpPr>
          <a:xfrm>
            <a:off x="4370661" y="3977780"/>
            <a:ext cx="1903174" cy="567904"/>
            <a:chOff x="2134861" y="4974560"/>
            <a:chExt cx="1903174" cy="567904"/>
          </a:xfrm>
        </p:grpSpPr>
        <p:sp>
          <p:nvSpPr>
            <p:cNvPr id="1330" name="Google Shape;1330;p42"/>
            <p:cNvSpPr txBox="1"/>
            <p:nvPr/>
          </p:nvSpPr>
          <p:spPr>
            <a:xfrm>
              <a:off x="2134861" y="5234687"/>
              <a:ext cx="1903174" cy="30777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10.1.12.2/30</a:t>
              </a:r>
              <a:endParaRPr/>
            </a:p>
          </p:txBody>
        </p:sp>
        <p:sp>
          <p:nvSpPr>
            <p:cNvPr id="1331" name="Google Shape;1331;p42"/>
            <p:cNvSpPr txBox="1"/>
            <p:nvPr/>
          </p:nvSpPr>
          <p:spPr>
            <a:xfrm>
              <a:off x="2412432" y="4974560"/>
              <a:ext cx="1057993" cy="30777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GE0/0/0</a:t>
              </a:r>
              <a:endParaRPr/>
            </a:p>
          </p:txBody>
        </p:sp>
      </p:grpSp>
      <p:grpSp>
        <p:nvGrpSpPr>
          <p:cNvPr id="1332" name="Google Shape;1332;p42"/>
          <p:cNvGrpSpPr/>
          <p:nvPr/>
        </p:nvGrpSpPr>
        <p:grpSpPr>
          <a:xfrm>
            <a:off x="5976612" y="3977780"/>
            <a:ext cx="1903174" cy="567904"/>
            <a:chOff x="2134861" y="4974560"/>
            <a:chExt cx="1903174" cy="567904"/>
          </a:xfrm>
        </p:grpSpPr>
        <p:sp>
          <p:nvSpPr>
            <p:cNvPr id="1333" name="Google Shape;1333;p42"/>
            <p:cNvSpPr txBox="1"/>
            <p:nvPr/>
          </p:nvSpPr>
          <p:spPr>
            <a:xfrm>
              <a:off x="2134861" y="5234687"/>
              <a:ext cx="1903174" cy="30777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10.1.23.1/30</a:t>
              </a:r>
              <a:endParaRPr/>
            </a:p>
          </p:txBody>
        </p:sp>
        <p:sp>
          <p:nvSpPr>
            <p:cNvPr id="1334" name="Google Shape;1334;p42"/>
            <p:cNvSpPr txBox="1"/>
            <p:nvPr/>
          </p:nvSpPr>
          <p:spPr>
            <a:xfrm>
              <a:off x="2158432" y="4974560"/>
              <a:ext cx="1057993" cy="30777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GE0/0/1</a:t>
              </a:r>
              <a:endParaRPr/>
            </a:p>
          </p:txBody>
        </p:sp>
      </p:grpSp>
      <p:grpSp>
        <p:nvGrpSpPr>
          <p:cNvPr id="1335" name="Google Shape;1335;p42"/>
          <p:cNvGrpSpPr/>
          <p:nvPr/>
        </p:nvGrpSpPr>
        <p:grpSpPr>
          <a:xfrm>
            <a:off x="7200488" y="3977780"/>
            <a:ext cx="1903174" cy="567904"/>
            <a:chOff x="2134861" y="4974560"/>
            <a:chExt cx="1903174" cy="567904"/>
          </a:xfrm>
        </p:grpSpPr>
        <p:sp>
          <p:nvSpPr>
            <p:cNvPr id="1336" name="Google Shape;1336;p42"/>
            <p:cNvSpPr txBox="1"/>
            <p:nvPr/>
          </p:nvSpPr>
          <p:spPr>
            <a:xfrm>
              <a:off x="2134861" y="5234687"/>
              <a:ext cx="1903174" cy="30777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10.1.23.2/30</a:t>
              </a:r>
              <a:endParaRPr/>
            </a:p>
          </p:txBody>
        </p:sp>
        <p:sp>
          <p:nvSpPr>
            <p:cNvPr id="1337" name="Google Shape;1337;p42"/>
            <p:cNvSpPr txBox="1"/>
            <p:nvPr/>
          </p:nvSpPr>
          <p:spPr>
            <a:xfrm>
              <a:off x="2412432" y="4974560"/>
              <a:ext cx="1057993" cy="30777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GE0/0/1</a:t>
              </a:r>
              <a:endParaRPr/>
            </a:p>
          </p:txBody>
        </p:sp>
      </p:grpSp>
      <p:sp>
        <p:nvSpPr>
          <p:cNvPr id="1338" name="Google Shape;1338;p42"/>
          <p:cNvSpPr txBox="1"/>
          <p:nvPr/>
        </p:nvSpPr>
        <p:spPr>
          <a:xfrm>
            <a:off x="3496704" y="3310087"/>
            <a:ext cx="798617"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Area 0</a:t>
            </a:r>
            <a:endParaRPr/>
          </a:p>
        </p:txBody>
      </p:sp>
      <p:sp>
        <p:nvSpPr>
          <p:cNvPr id="1339" name="Google Shape;1339;p42"/>
          <p:cNvSpPr txBox="1"/>
          <p:nvPr/>
        </p:nvSpPr>
        <p:spPr>
          <a:xfrm>
            <a:off x="6955309" y="3310087"/>
            <a:ext cx="798617"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Area 1</a:t>
            </a:r>
            <a:endParaRPr/>
          </a:p>
        </p:txBody>
      </p:sp>
      <p:cxnSp>
        <p:nvCxnSpPr>
          <p:cNvPr id="1340" name="Google Shape;1340;p42"/>
          <p:cNvCxnSpPr>
            <a:stCxn id="1321" idx="3"/>
          </p:cNvCxnSpPr>
          <p:nvPr/>
        </p:nvCxnSpPr>
        <p:spPr>
          <a:xfrm>
            <a:off x="8810670" y="3951100"/>
            <a:ext cx="280800" cy="0"/>
          </a:xfrm>
          <a:prstGeom prst="straightConnector1">
            <a:avLst/>
          </a:prstGeom>
          <a:noFill/>
          <a:ln cap="flat" cmpd="sng" w="19050">
            <a:solidFill>
              <a:schemeClr val="dk1"/>
            </a:solidFill>
            <a:prstDash val="solid"/>
            <a:miter lim="800000"/>
            <a:headEnd len="sm" w="sm" type="none"/>
            <a:tailEnd len="sm" w="sm" type="none"/>
          </a:ln>
        </p:spPr>
      </p:cxnSp>
      <p:cxnSp>
        <p:nvCxnSpPr>
          <p:cNvPr id="1341" name="Google Shape;1341;p42"/>
          <p:cNvCxnSpPr/>
          <p:nvPr/>
        </p:nvCxnSpPr>
        <p:spPr>
          <a:xfrm rot="10800000">
            <a:off x="9096603" y="3896019"/>
            <a:ext cx="0" cy="121756"/>
          </a:xfrm>
          <a:prstGeom prst="straightConnector1">
            <a:avLst/>
          </a:prstGeom>
          <a:noFill/>
          <a:ln cap="flat" cmpd="sng" w="19050">
            <a:solidFill>
              <a:schemeClr val="dk1"/>
            </a:solidFill>
            <a:prstDash val="solid"/>
            <a:miter lim="800000"/>
            <a:headEnd len="sm" w="sm" type="none"/>
            <a:tailEnd len="sm" w="sm" type="none"/>
          </a:ln>
        </p:spPr>
      </p:cxnSp>
      <p:grpSp>
        <p:nvGrpSpPr>
          <p:cNvPr id="1342" name="Google Shape;1342;p42"/>
          <p:cNvGrpSpPr/>
          <p:nvPr/>
        </p:nvGrpSpPr>
        <p:grpSpPr>
          <a:xfrm rot="10800000">
            <a:off x="2333670" y="3896019"/>
            <a:ext cx="285933" cy="121756"/>
            <a:chOff x="2143170" y="3381669"/>
            <a:chExt cx="285933" cy="121756"/>
          </a:xfrm>
        </p:grpSpPr>
        <p:cxnSp>
          <p:nvCxnSpPr>
            <p:cNvPr id="1343" name="Google Shape;1343;p42"/>
            <p:cNvCxnSpPr/>
            <p:nvPr/>
          </p:nvCxnSpPr>
          <p:spPr>
            <a:xfrm>
              <a:off x="2143170" y="3436750"/>
              <a:ext cx="280818" cy="0"/>
            </a:xfrm>
            <a:prstGeom prst="straightConnector1">
              <a:avLst/>
            </a:prstGeom>
            <a:noFill/>
            <a:ln cap="flat" cmpd="sng" w="19050">
              <a:solidFill>
                <a:schemeClr val="dk1"/>
              </a:solidFill>
              <a:prstDash val="solid"/>
              <a:miter lim="800000"/>
              <a:headEnd len="sm" w="sm" type="none"/>
              <a:tailEnd len="sm" w="sm" type="none"/>
            </a:ln>
          </p:spPr>
        </p:cxnSp>
        <p:cxnSp>
          <p:nvCxnSpPr>
            <p:cNvPr id="1344" name="Google Shape;1344;p42"/>
            <p:cNvCxnSpPr/>
            <p:nvPr/>
          </p:nvCxnSpPr>
          <p:spPr>
            <a:xfrm rot="10800000">
              <a:off x="2429103" y="3381669"/>
              <a:ext cx="0" cy="121756"/>
            </a:xfrm>
            <a:prstGeom prst="straightConnector1">
              <a:avLst/>
            </a:prstGeom>
            <a:noFill/>
            <a:ln cap="flat" cmpd="sng" w="19050">
              <a:solidFill>
                <a:schemeClr val="dk1"/>
              </a:solidFill>
              <a:prstDash val="solid"/>
              <a:miter lim="800000"/>
              <a:headEnd len="sm" w="sm" type="none"/>
              <a:tailEnd len="sm" w="sm" type="none"/>
            </a:ln>
          </p:spPr>
        </p:cxnSp>
      </p:grpSp>
      <p:sp>
        <p:nvSpPr>
          <p:cNvPr id="1345" name="Google Shape;1345;p42"/>
          <p:cNvSpPr txBox="1"/>
          <p:nvPr/>
        </p:nvSpPr>
        <p:spPr>
          <a:xfrm>
            <a:off x="1261260" y="3781823"/>
            <a:ext cx="1099981"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1.1.1.1/32</a:t>
            </a:r>
            <a:endParaRPr/>
          </a:p>
        </p:txBody>
      </p:sp>
      <p:sp>
        <p:nvSpPr>
          <p:cNvPr id="1346" name="Google Shape;1346;p42"/>
          <p:cNvSpPr txBox="1"/>
          <p:nvPr/>
        </p:nvSpPr>
        <p:spPr>
          <a:xfrm>
            <a:off x="9087863" y="3781823"/>
            <a:ext cx="1099981"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3.3.3.3/32</a:t>
            </a:r>
            <a:endParaRPr/>
          </a:p>
        </p:txBody>
      </p:sp>
      <p:sp>
        <p:nvSpPr>
          <p:cNvPr id="1347" name="Google Shape;1347;p42"/>
          <p:cNvSpPr txBox="1"/>
          <p:nvPr/>
        </p:nvSpPr>
        <p:spPr>
          <a:xfrm>
            <a:off x="531636" y="5482753"/>
            <a:ext cx="9926814" cy="454677"/>
          </a:xfrm>
          <a:prstGeom prst="rect">
            <a:avLst/>
          </a:prstGeom>
          <a:noFill/>
          <a:ln>
            <a:noFill/>
          </a:ln>
        </p:spPr>
        <p:txBody>
          <a:bodyPr anchorCtr="0" anchor="t" bIns="45700" lIns="91425" spcFirstLastPara="1" rIns="91425" wrap="square" tIns="45700">
            <a:noAutofit/>
          </a:bodyPr>
          <a:lstStyle/>
          <a:p>
            <a:pPr indent="-302279" lvl="0" marL="302279" marR="0" rtl="0" algn="l">
              <a:lnSpc>
                <a:spcPct val="140000"/>
              </a:lnSpc>
              <a:spcBef>
                <a:spcPts val="0"/>
              </a:spcBef>
              <a:spcAft>
                <a:spcPts val="0"/>
              </a:spcAft>
              <a:buClr>
                <a:schemeClr val="dk1"/>
              </a:buClr>
              <a:buSzPts val="1600"/>
              <a:buFont typeface="Arial"/>
              <a:buChar char="•"/>
            </a:pPr>
            <a:r>
              <a:rPr lang="en-US" sz="1600">
                <a:solidFill>
                  <a:schemeClr val="dk1"/>
                </a:solidFill>
                <a:latin typeface="Arial"/>
                <a:ea typeface="Arial"/>
                <a:cs typeface="Arial"/>
                <a:sym typeface="Arial"/>
              </a:rPr>
              <a:t>The configuration process consists of three steps: configuring device interfaces, configuring OSPF, and verifying the result.</a:t>
            </a:r>
            <a:endParaRPr/>
          </a:p>
        </p:txBody>
      </p:sp>
      <p:sp>
        <p:nvSpPr>
          <p:cNvPr id="1348" name="Google Shape;1348;p42"/>
          <p:cNvSpPr/>
          <p:nvPr/>
        </p:nvSpPr>
        <p:spPr>
          <a:xfrm>
            <a:off x="3073125" y="4957997"/>
            <a:ext cx="1731840" cy="459331"/>
          </a:xfrm>
          <a:prstGeom prst="roundRect">
            <a:avLst>
              <a:gd fmla="val 4298" name="adj"/>
            </a:avLst>
          </a:prstGeom>
          <a:solidFill>
            <a:srgbClr val="00B0F0">
              <a:alpha val="4705"/>
            </a:srgbClr>
          </a:solidFill>
          <a:ln cap="flat" cmpd="sng" w="9525">
            <a:solidFill>
              <a:srgbClr val="99DFF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Configure interfaces.</a:t>
            </a:r>
            <a:endParaRPr/>
          </a:p>
        </p:txBody>
      </p:sp>
      <p:sp>
        <p:nvSpPr>
          <p:cNvPr id="1349" name="Google Shape;1349;p42"/>
          <p:cNvSpPr/>
          <p:nvPr/>
        </p:nvSpPr>
        <p:spPr>
          <a:xfrm>
            <a:off x="5167918" y="4957997"/>
            <a:ext cx="1418383" cy="459331"/>
          </a:xfrm>
          <a:prstGeom prst="roundRect">
            <a:avLst>
              <a:gd fmla="val 4298" name="adj"/>
            </a:avLst>
          </a:prstGeom>
          <a:solidFill>
            <a:srgbClr val="00B0F0">
              <a:alpha val="4705"/>
            </a:srgbClr>
          </a:solidFill>
          <a:ln cap="flat" cmpd="sng" w="9525">
            <a:solidFill>
              <a:srgbClr val="99DFF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Configure OSPF.</a:t>
            </a:r>
            <a:endParaRPr/>
          </a:p>
        </p:txBody>
      </p:sp>
      <p:cxnSp>
        <p:nvCxnSpPr>
          <p:cNvPr id="1350" name="Google Shape;1350;p42"/>
          <p:cNvCxnSpPr>
            <a:stCxn id="1348" idx="3"/>
            <a:endCxn id="1349" idx="1"/>
          </p:cNvCxnSpPr>
          <p:nvPr/>
        </p:nvCxnSpPr>
        <p:spPr>
          <a:xfrm>
            <a:off x="4804965" y="5187662"/>
            <a:ext cx="363000" cy="0"/>
          </a:xfrm>
          <a:prstGeom prst="straightConnector1">
            <a:avLst/>
          </a:prstGeom>
          <a:noFill/>
          <a:ln cap="flat" cmpd="sng" w="19050">
            <a:solidFill>
              <a:schemeClr val="dk1"/>
            </a:solidFill>
            <a:prstDash val="solid"/>
            <a:round/>
            <a:headEnd len="sm" w="sm" type="none"/>
            <a:tailEnd len="med" w="med" type="triangle"/>
          </a:ln>
        </p:spPr>
      </p:cxnSp>
      <p:sp>
        <p:nvSpPr>
          <p:cNvPr id="1351" name="Google Shape;1351;p42"/>
          <p:cNvSpPr/>
          <p:nvPr/>
        </p:nvSpPr>
        <p:spPr>
          <a:xfrm>
            <a:off x="7006770" y="4957997"/>
            <a:ext cx="1105943" cy="459331"/>
          </a:xfrm>
          <a:prstGeom prst="roundRect">
            <a:avLst>
              <a:gd fmla="val 4298" name="adj"/>
            </a:avLst>
          </a:prstGeom>
          <a:solidFill>
            <a:srgbClr val="00B0F0">
              <a:alpha val="4705"/>
            </a:srgbClr>
          </a:solidFill>
          <a:ln cap="flat" cmpd="sng" w="9525">
            <a:solidFill>
              <a:srgbClr val="99DFF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Verify the result.</a:t>
            </a:r>
            <a:endParaRPr/>
          </a:p>
        </p:txBody>
      </p:sp>
      <p:cxnSp>
        <p:nvCxnSpPr>
          <p:cNvPr id="1352" name="Google Shape;1352;p42"/>
          <p:cNvCxnSpPr>
            <a:stCxn id="1349" idx="3"/>
            <a:endCxn id="1351" idx="1"/>
          </p:cNvCxnSpPr>
          <p:nvPr/>
        </p:nvCxnSpPr>
        <p:spPr>
          <a:xfrm>
            <a:off x="6586301" y="5187662"/>
            <a:ext cx="420600" cy="0"/>
          </a:xfrm>
          <a:prstGeom prst="straightConnector1">
            <a:avLst/>
          </a:prstGeom>
          <a:noFill/>
          <a:ln cap="flat" cmpd="sng" w="19050">
            <a:solidFill>
              <a:schemeClr val="dk1"/>
            </a:solidFill>
            <a:prstDash val="solid"/>
            <a:round/>
            <a:headEnd len="sm" w="sm" type="none"/>
            <a:tailEnd len="med" w="med" type="triangle"/>
          </a:ln>
        </p:spPr>
      </p:cxn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6" name="Shape 1356"/>
        <p:cNvGrpSpPr/>
        <p:nvPr/>
      </p:nvGrpSpPr>
      <p:grpSpPr>
        <a:xfrm>
          <a:off x="0" y="0"/>
          <a:ext cx="0" cy="0"/>
          <a:chOff x="0" y="0"/>
          <a:chExt cx="0" cy="0"/>
        </a:xfrm>
      </p:grpSpPr>
      <p:sp>
        <p:nvSpPr>
          <p:cNvPr id="1357" name="Google Shape;1357;p43"/>
          <p:cNvSpPr txBox="1"/>
          <p:nvPr>
            <p:ph type="title"/>
          </p:nvPr>
        </p:nvSpPr>
        <p:spPr>
          <a:xfrm>
            <a:off x="1594800" y="452604"/>
            <a:ext cx="9831600" cy="640800"/>
          </a:xfrm>
          <a:prstGeom prst="rect">
            <a:avLst/>
          </a:prstGeom>
          <a:noFill/>
          <a:ln>
            <a:noFill/>
          </a:ln>
        </p:spPr>
        <p:txBody>
          <a:bodyPr anchorCtr="0" anchor="ctr" bIns="50400" lIns="100800" spcFirstLastPara="1" rIns="100800" wrap="square" tIns="50400">
            <a:noAutofit/>
          </a:bodyPr>
          <a:lstStyle/>
          <a:p>
            <a:pPr indent="0" lvl="0" marL="0" rtl="0" algn="l">
              <a:lnSpc>
                <a:spcPct val="90000"/>
              </a:lnSpc>
              <a:spcBef>
                <a:spcPts val="0"/>
              </a:spcBef>
              <a:spcAft>
                <a:spcPts val="0"/>
              </a:spcAft>
              <a:buClr>
                <a:schemeClr val="dk1"/>
              </a:buClr>
              <a:buSzPts val="3400"/>
              <a:buFont typeface="Arial"/>
              <a:buNone/>
            </a:pPr>
            <a:r>
              <a:rPr lang="en-US"/>
              <a:t>OSPF Configuration Example - Configuring Interfaces</a:t>
            </a:r>
            <a:endParaRPr/>
          </a:p>
        </p:txBody>
      </p:sp>
      <p:sp>
        <p:nvSpPr>
          <p:cNvPr id="1358" name="Google Shape;1358;p43"/>
          <p:cNvSpPr/>
          <p:nvPr/>
        </p:nvSpPr>
        <p:spPr>
          <a:xfrm>
            <a:off x="6268001" y="1960597"/>
            <a:ext cx="4331741" cy="1423038"/>
          </a:xfrm>
          <a:prstGeom prst="roundRect">
            <a:avLst>
              <a:gd fmla="val 16667" name="adj"/>
            </a:avLst>
          </a:prstGeom>
          <a:solidFill>
            <a:srgbClr val="FFFFFF"/>
          </a:solidFill>
          <a:ln cap="flat" cmpd="sng" w="12700">
            <a:solidFill>
              <a:srgbClr val="1AABE2"/>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sz="1600">
              <a:solidFill>
                <a:srgbClr val="1D1D1A"/>
              </a:solidFill>
              <a:latin typeface="Arial"/>
              <a:ea typeface="Arial"/>
              <a:cs typeface="Arial"/>
              <a:sym typeface="Arial"/>
            </a:endParaRPr>
          </a:p>
        </p:txBody>
      </p:sp>
      <p:sp>
        <p:nvSpPr>
          <p:cNvPr id="1359" name="Google Shape;1359;p43"/>
          <p:cNvSpPr/>
          <p:nvPr/>
        </p:nvSpPr>
        <p:spPr>
          <a:xfrm>
            <a:off x="1616860" y="1960597"/>
            <a:ext cx="4331741" cy="1423038"/>
          </a:xfrm>
          <a:prstGeom prst="roundRect">
            <a:avLst>
              <a:gd fmla="val 16667" name="adj"/>
            </a:avLst>
          </a:prstGeom>
          <a:solidFill>
            <a:srgbClr val="FFFFFF"/>
          </a:solidFill>
          <a:ln cap="flat" cmpd="sng" w="12700">
            <a:solidFill>
              <a:srgbClr val="1AABE2"/>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sz="1600">
              <a:solidFill>
                <a:srgbClr val="1D1D1A"/>
              </a:solidFill>
              <a:latin typeface="Arial"/>
              <a:ea typeface="Arial"/>
              <a:cs typeface="Arial"/>
              <a:sym typeface="Arial"/>
            </a:endParaRPr>
          </a:p>
        </p:txBody>
      </p:sp>
      <p:pic>
        <p:nvPicPr>
          <p:cNvPr id="1360" name="Google Shape;1360;p43"/>
          <p:cNvPicPr preferRelativeResize="0"/>
          <p:nvPr/>
        </p:nvPicPr>
        <p:blipFill rotWithShape="1">
          <a:blip r:embed="rId3">
            <a:alphaModFix/>
          </a:blip>
          <a:srcRect b="0" l="0" r="0" t="0"/>
          <a:stretch/>
        </p:blipFill>
        <p:spPr>
          <a:xfrm>
            <a:off x="2992845" y="2466050"/>
            <a:ext cx="540000" cy="442800"/>
          </a:xfrm>
          <a:prstGeom prst="rect">
            <a:avLst/>
          </a:prstGeom>
          <a:noFill/>
          <a:ln>
            <a:noFill/>
          </a:ln>
        </p:spPr>
      </p:pic>
      <p:cxnSp>
        <p:nvCxnSpPr>
          <p:cNvPr id="1361" name="Google Shape;1361;p43"/>
          <p:cNvCxnSpPr>
            <a:stCxn id="1360" idx="3"/>
            <a:endCxn id="1362" idx="1"/>
          </p:cNvCxnSpPr>
          <p:nvPr/>
        </p:nvCxnSpPr>
        <p:spPr>
          <a:xfrm>
            <a:off x="3532845" y="2687450"/>
            <a:ext cx="5118900" cy="0"/>
          </a:xfrm>
          <a:prstGeom prst="straightConnector1">
            <a:avLst/>
          </a:prstGeom>
          <a:noFill/>
          <a:ln cap="flat" cmpd="sng" w="19050">
            <a:solidFill>
              <a:schemeClr val="dk1"/>
            </a:solidFill>
            <a:prstDash val="solid"/>
            <a:miter lim="800000"/>
            <a:headEnd len="sm" w="sm" type="none"/>
            <a:tailEnd len="sm" w="sm" type="none"/>
          </a:ln>
        </p:spPr>
      </p:cxnSp>
      <p:pic>
        <p:nvPicPr>
          <p:cNvPr id="1362" name="Google Shape;1362;p43"/>
          <p:cNvPicPr preferRelativeResize="0"/>
          <p:nvPr/>
        </p:nvPicPr>
        <p:blipFill rotWithShape="1">
          <a:blip r:embed="rId3">
            <a:alphaModFix/>
          </a:blip>
          <a:srcRect b="0" l="0" r="0" t="0"/>
          <a:stretch/>
        </p:blipFill>
        <p:spPr>
          <a:xfrm>
            <a:off x="8651670" y="2466050"/>
            <a:ext cx="540000" cy="442800"/>
          </a:xfrm>
          <a:prstGeom prst="rect">
            <a:avLst/>
          </a:prstGeom>
          <a:noFill/>
          <a:ln>
            <a:noFill/>
          </a:ln>
        </p:spPr>
      </p:pic>
      <p:pic>
        <p:nvPicPr>
          <p:cNvPr id="1363" name="Google Shape;1363;p43"/>
          <p:cNvPicPr preferRelativeResize="0"/>
          <p:nvPr/>
        </p:nvPicPr>
        <p:blipFill rotWithShape="1">
          <a:blip r:embed="rId3">
            <a:alphaModFix/>
          </a:blip>
          <a:srcRect b="0" l="0" r="0" t="0"/>
          <a:stretch/>
        </p:blipFill>
        <p:spPr>
          <a:xfrm>
            <a:off x="5850050" y="2466050"/>
            <a:ext cx="540000" cy="442800"/>
          </a:xfrm>
          <a:prstGeom prst="rect">
            <a:avLst/>
          </a:prstGeom>
          <a:noFill/>
          <a:ln>
            <a:noFill/>
          </a:ln>
        </p:spPr>
      </p:pic>
      <p:sp>
        <p:nvSpPr>
          <p:cNvPr id="1364" name="Google Shape;1364;p43"/>
          <p:cNvSpPr txBox="1"/>
          <p:nvPr/>
        </p:nvSpPr>
        <p:spPr>
          <a:xfrm>
            <a:off x="5908106" y="2931945"/>
            <a:ext cx="705466"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R2</a:t>
            </a:r>
            <a:endParaRPr/>
          </a:p>
        </p:txBody>
      </p:sp>
      <p:sp>
        <p:nvSpPr>
          <p:cNvPr id="1365" name="Google Shape;1365;p43"/>
          <p:cNvSpPr txBox="1"/>
          <p:nvPr/>
        </p:nvSpPr>
        <p:spPr>
          <a:xfrm>
            <a:off x="3021873" y="2931945"/>
            <a:ext cx="705466"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R1</a:t>
            </a:r>
            <a:endParaRPr/>
          </a:p>
        </p:txBody>
      </p:sp>
      <p:sp>
        <p:nvSpPr>
          <p:cNvPr id="1366" name="Google Shape;1366;p43"/>
          <p:cNvSpPr txBox="1"/>
          <p:nvPr/>
        </p:nvSpPr>
        <p:spPr>
          <a:xfrm>
            <a:off x="8718570" y="2931945"/>
            <a:ext cx="705466"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R3</a:t>
            </a:r>
            <a:endParaRPr/>
          </a:p>
        </p:txBody>
      </p:sp>
      <p:grpSp>
        <p:nvGrpSpPr>
          <p:cNvPr id="1367" name="Google Shape;1367;p43"/>
          <p:cNvGrpSpPr/>
          <p:nvPr/>
        </p:nvGrpSpPr>
        <p:grpSpPr>
          <a:xfrm>
            <a:off x="3459162" y="2714130"/>
            <a:ext cx="1903174" cy="567904"/>
            <a:chOff x="2134861" y="4974560"/>
            <a:chExt cx="1903174" cy="567904"/>
          </a:xfrm>
        </p:grpSpPr>
        <p:sp>
          <p:nvSpPr>
            <p:cNvPr id="1368" name="Google Shape;1368;p43"/>
            <p:cNvSpPr txBox="1"/>
            <p:nvPr/>
          </p:nvSpPr>
          <p:spPr>
            <a:xfrm>
              <a:off x="2134861" y="5234687"/>
              <a:ext cx="1903174" cy="30777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400">
                  <a:solidFill>
                    <a:srgbClr val="7F6000"/>
                  </a:solidFill>
                  <a:latin typeface="Arial"/>
                  <a:ea typeface="Arial"/>
                  <a:cs typeface="Arial"/>
                  <a:sym typeface="Arial"/>
                </a:rPr>
                <a:t>10.1.12.1/30</a:t>
              </a:r>
              <a:endParaRPr/>
            </a:p>
          </p:txBody>
        </p:sp>
        <p:sp>
          <p:nvSpPr>
            <p:cNvPr id="1369" name="Google Shape;1369;p43"/>
            <p:cNvSpPr txBox="1"/>
            <p:nvPr/>
          </p:nvSpPr>
          <p:spPr>
            <a:xfrm>
              <a:off x="2158432" y="4974560"/>
              <a:ext cx="1057993" cy="30777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400">
                  <a:solidFill>
                    <a:srgbClr val="7F6000"/>
                  </a:solidFill>
                  <a:latin typeface="Arial"/>
                  <a:ea typeface="Arial"/>
                  <a:cs typeface="Arial"/>
                  <a:sym typeface="Arial"/>
                </a:rPr>
                <a:t>GE0/0/0</a:t>
              </a:r>
              <a:endParaRPr/>
            </a:p>
          </p:txBody>
        </p:sp>
      </p:grpSp>
      <p:grpSp>
        <p:nvGrpSpPr>
          <p:cNvPr id="1370" name="Google Shape;1370;p43"/>
          <p:cNvGrpSpPr/>
          <p:nvPr/>
        </p:nvGrpSpPr>
        <p:grpSpPr>
          <a:xfrm>
            <a:off x="4751661" y="2714130"/>
            <a:ext cx="1903174" cy="567904"/>
            <a:chOff x="2134861" y="4974560"/>
            <a:chExt cx="1903174" cy="567904"/>
          </a:xfrm>
        </p:grpSpPr>
        <p:sp>
          <p:nvSpPr>
            <p:cNvPr id="1371" name="Google Shape;1371;p43"/>
            <p:cNvSpPr txBox="1"/>
            <p:nvPr/>
          </p:nvSpPr>
          <p:spPr>
            <a:xfrm>
              <a:off x="2134861" y="5234687"/>
              <a:ext cx="1903174" cy="30777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400">
                  <a:solidFill>
                    <a:srgbClr val="7F6000"/>
                  </a:solidFill>
                  <a:latin typeface="Arial"/>
                  <a:ea typeface="Arial"/>
                  <a:cs typeface="Arial"/>
                  <a:sym typeface="Arial"/>
                </a:rPr>
                <a:t>10.1.12.2/30</a:t>
              </a:r>
              <a:endParaRPr/>
            </a:p>
          </p:txBody>
        </p:sp>
        <p:sp>
          <p:nvSpPr>
            <p:cNvPr id="1372" name="Google Shape;1372;p43"/>
            <p:cNvSpPr txBox="1"/>
            <p:nvPr/>
          </p:nvSpPr>
          <p:spPr>
            <a:xfrm>
              <a:off x="2412432" y="4974560"/>
              <a:ext cx="1057993" cy="30777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400">
                  <a:solidFill>
                    <a:srgbClr val="7F6000"/>
                  </a:solidFill>
                  <a:latin typeface="Arial"/>
                  <a:ea typeface="Arial"/>
                  <a:cs typeface="Arial"/>
                  <a:sym typeface="Arial"/>
                </a:rPr>
                <a:t>GE0/0/0</a:t>
              </a:r>
              <a:endParaRPr/>
            </a:p>
          </p:txBody>
        </p:sp>
      </p:grpSp>
      <p:grpSp>
        <p:nvGrpSpPr>
          <p:cNvPr id="1373" name="Google Shape;1373;p43"/>
          <p:cNvGrpSpPr/>
          <p:nvPr/>
        </p:nvGrpSpPr>
        <p:grpSpPr>
          <a:xfrm>
            <a:off x="6357612" y="2714130"/>
            <a:ext cx="1903174" cy="567904"/>
            <a:chOff x="2134861" y="4974560"/>
            <a:chExt cx="1903174" cy="567904"/>
          </a:xfrm>
        </p:grpSpPr>
        <p:sp>
          <p:nvSpPr>
            <p:cNvPr id="1374" name="Google Shape;1374;p43"/>
            <p:cNvSpPr txBox="1"/>
            <p:nvPr/>
          </p:nvSpPr>
          <p:spPr>
            <a:xfrm>
              <a:off x="2134861" y="5234687"/>
              <a:ext cx="1903174" cy="30777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400">
                  <a:solidFill>
                    <a:srgbClr val="7F6000"/>
                  </a:solidFill>
                  <a:latin typeface="Arial"/>
                  <a:ea typeface="Arial"/>
                  <a:cs typeface="Arial"/>
                  <a:sym typeface="Arial"/>
                </a:rPr>
                <a:t>10.1.23.1/30</a:t>
              </a:r>
              <a:endParaRPr/>
            </a:p>
          </p:txBody>
        </p:sp>
        <p:sp>
          <p:nvSpPr>
            <p:cNvPr id="1375" name="Google Shape;1375;p43"/>
            <p:cNvSpPr txBox="1"/>
            <p:nvPr/>
          </p:nvSpPr>
          <p:spPr>
            <a:xfrm>
              <a:off x="2158432" y="4974560"/>
              <a:ext cx="1057993" cy="30777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400">
                  <a:solidFill>
                    <a:srgbClr val="7F6000"/>
                  </a:solidFill>
                  <a:latin typeface="Arial"/>
                  <a:ea typeface="Arial"/>
                  <a:cs typeface="Arial"/>
                  <a:sym typeface="Arial"/>
                </a:rPr>
                <a:t>GE0/0/1</a:t>
              </a:r>
              <a:endParaRPr/>
            </a:p>
          </p:txBody>
        </p:sp>
      </p:grpSp>
      <p:grpSp>
        <p:nvGrpSpPr>
          <p:cNvPr id="1376" name="Google Shape;1376;p43"/>
          <p:cNvGrpSpPr/>
          <p:nvPr/>
        </p:nvGrpSpPr>
        <p:grpSpPr>
          <a:xfrm>
            <a:off x="7581488" y="2714130"/>
            <a:ext cx="1903174" cy="567904"/>
            <a:chOff x="2134861" y="4974560"/>
            <a:chExt cx="1903174" cy="567904"/>
          </a:xfrm>
        </p:grpSpPr>
        <p:sp>
          <p:nvSpPr>
            <p:cNvPr id="1377" name="Google Shape;1377;p43"/>
            <p:cNvSpPr txBox="1"/>
            <p:nvPr/>
          </p:nvSpPr>
          <p:spPr>
            <a:xfrm>
              <a:off x="2134861" y="5234687"/>
              <a:ext cx="1903174" cy="30777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400">
                  <a:solidFill>
                    <a:srgbClr val="7F6000"/>
                  </a:solidFill>
                  <a:latin typeface="Arial"/>
                  <a:ea typeface="Arial"/>
                  <a:cs typeface="Arial"/>
                  <a:sym typeface="Arial"/>
                </a:rPr>
                <a:t>10.1.23.2/30</a:t>
              </a:r>
              <a:endParaRPr/>
            </a:p>
          </p:txBody>
        </p:sp>
        <p:sp>
          <p:nvSpPr>
            <p:cNvPr id="1378" name="Google Shape;1378;p43"/>
            <p:cNvSpPr txBox="1"/>
            <p:nvPr/>
          </p:nvSpPr>
          <p:spPr>
            <a:xfrm>
              <a:off x="2412432" y="4974560"/>
              <a:ext cx="1057993" cy="30777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400">
                  <a:solidFill>
                    <a:srgbClr val="7F6000"/>
                  </a:solidFill>
                  <a:latin typeface="Arial"/>
                  <a:ea typeface="Arial"/>
                  <a:cs typeface="Arial"/>
                  <a:sym typeface="Arial"/>
                </a:rPr>
                <a:t>GE0/0/1</a:t>
              </a:r>
              <a:endParaRPr/>
            </a:p>
          </p:txBody>
        </p:sp>
      </p:grpSp>
      <p:sp>
        <p:nvSpPr>
          <p:cNvPr id="1379" name="Google Shape;1379;p43"/>
          <p:cNvSpPr txBox="1"/>
          <p:nvPr/>
        </p:nvSpPr>
        <p:spPr>
          <a:xfrm>
            <a:off x="3877704" y="2046437"/>
            <a:ext cx="798617"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Area 0</a:t>
            </a:r>
            <a:endParaRPr/>
          </a:p>
        </p:txBody>
      </p:sp>
      <p:sp>
        <p:nvSpPr>
          <p:cNvPr id="1380" name="Google Shape;1380;p43"/>
          <p:cNvSpPr txBox="1"/>
          <p:nvPr/>
        </p:nvSpPr>
        <p:spPr>
          <a:xfrm>
            <a:off x="7336309" y="2046437"/>
            <a:ext cx="798617"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Area 1</a:t>
            </a:r>
            <a:endParaRPr/>
          </a:p>
        </p:txBody>
      </p:sp>
      <p:cxnSp>
        <p:nvCxnSpPr>
          <p:cNvPr id="1381" name="Google Shape;1381;p43"/>
          <p:cNvCxnSpPr>
            <a:stCxn id="1362" idx="3"/>
          </p:cNvCxnSpPr>
          <p:nvPr/>
        </p:nvCxnSpPr>
        <p:spPr>
          <a:xfrm>
            <a:off x="9191670" y="2687450"/>
            <a:ext cx="280800" cy="0"/>
          </a:xfrm>
          <a:prstGeom prst="straightConnector1">
            <a:avLst/>
          </a:prstGeom>
          <a:noFill/>
          <a:ln cap="flat" cmpd="sng" w="19050">
            <a:solidFill>
              <a:schemeClr val="dk1"/>
            </a:solidFill>
            <a:prstDash val="solid"/>
            <a:miter lim="800000"/>
            <a:headEnd len="sm" w="sm" type="none"/>
            <a:tailEnd len="sm" w="sm" type="none"/>
          </a:ln>
        </p:spPr>
      </p:cxnSp>
      <p:cxnSp>
        <p:nvCxnSpPr>
          <p:cNvPr id="1382" name="Google Shape;1382;p43"/>
          <p:cNvCxnSpPr/>
          <p:nvPr/>
        </p:nvCxnSpPr>
        <p:spPr>
          <a:xfrm rot="10800000">
            <a:off x="9477603" y="2632369"/>
            <a:ext cx="0" cy="121756"/>
          </a:xfrm>
          <a:prstGeom prst="straightConnector1">
            <a:avLst/>
          </a:prstGeom>
          <a:noFill/>
          <a:ln cap="flat" cmpd="sng" w="19050">
            <a:solidFill>
              <a:schemeClr val="dk1"/>
            </a:solidFill>
            <a:prstDash val="solid"/>
            <a:miter lim="800000"/>
            <a:headEnd len="sm" w="sm" type="none"/>
            <a:tailEnd len="sm" w="sm" type="none"/>
          </a:ln>
        </p:spPr>
      </p:cxnSp>
      <p:grpSp>
        <p:nvGrpSpPr>
          <p:cNvPr id="1383" name="Google Shape;1383;p43"/>
          <p:cNvGrpSpPr/>
          <p:nvPr/>
        </p:nvGrpSpPr>
        <p:grpSpPr>
          <a:xfrm rot="10800000">
            <a:off x="2714670" y="2632369"/>
            <a:ext cx="285933" cy="121756"/>
            <a:chOff x="2143170" y="3381669"/>
            <a:chExt cx="285933" cy="121756"/>
          </a:xfrm>
        </p:grpSpPr>
        <p:cxnSp>
          <p:nvCxnSpPr>
            <p:cNvPr id="1384" name="Google Shape;1384;p43"/>
            <p:cNvCxnSpPr/>
            <p:nvPr/>
          </p:nvCxnSpPr>
          <p:spPr>
            <a:xfrm>
              <a:off x="2143170" y="3436750"/>
              <a:ext cx="280818" cy="0"/>
            </a:xfrm>
            <a:prstGeom prst="straightConnector1">
              <a:avLst/>
            </a:prstGeom>
            <a:noFill/>
            <a:ln cap="flat" cmpd="sng" w="19050">
              <a:solidFill>
                <a:schemeClr val="dk1"/>
              </a:solidFill>
              <a:prstDash val="solid"/>
              <a:miter lim="800000"/>
              <a:headEnd len="sm" w="sm" type="none"/>
              <a:tailEnd len="sm" w="sm" type="none"/>
            </a:ln>
          </p:spPr>
        </p:cxnSp>
        <p:cxnSp>
          <p:nvCxnSpPr>
            <p:cNvPr id="1385" name="Google Shape;1385;p43"/>
            <p:cNvCxnSpPr/>
            <p:nvPr/>
          </p:nvCxnSpPr>
          <p:spPr>
            <a:xfrm rot="10800000">
              <a:off x="2429103" y="3381669"/>
              <a:ext cx="0" cy="121756"/>
            </a:xfrm>
            <a:prstGeom prst="straightConnector1">
              <a:avLst/>
            </a:prstGeom>
            <a:noFill/>
            <a:ln cap="flat" cmpd="sng" w="19050">
              <a:solidFill>
                <a:schemeClr val="dk1"/>
              </a:solidFill>
              <a:prstDash val="solid"/>
              <a:miter lim="800000"/>
              <a:headEnd len="sm" w="sm" type="none"/>
              <a:tailEnd len="sm" w="sm" type="none"/>
            </a:ln>
          </p:spPr>
        </p:cxnSp>
      </p:grpSp>
      <p:sp>
        <p:nvSpPr>
          <p:cNvPr id="1386" name="Google Shape;1386;p43"/>
          <p:cNvSpPr txBox="1"/>
          <p:nvPr/>
        </p:nvSpPr>
        <p:spPr>
          <a:xfrm>
            <a:off x="1642260" y="2518173"/>
            <a:ext cx="1099981"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rgbClr val="7F6000"/>
                </a:solidFill>
                <a:latin typeface="Arial"/>
                <a:ea typeface="Arial"/>
                <a:cs typeface="Arial"/>
                <a:sym typeface="Arial"/>
              </a:rPr>
              <a:t>1.1.1.1/32</a:t>
            </a:r>
            <a:endParaRPr/>
          </a:p>
        </p:txBody>
      </p:sp>
      <p:sp>
        <p:nvSpPr>
          <p:cNvPr id="1387" name="Google Shape;1387;p43"/>
          <p:cNvSpPr txBox="1"/>
          <p:nvPr/>
        </p:nvSpPr>
        <p:spPr>
          <a:xfrm>
            <a:off x="9468863" y="2518173"/>
            <a:ext cx="1099981"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rgbClr val="7F6000"/>
                </a:solidFill>
                <a:latin typeface="Arial"/>
                <a:ea typeface="Arial"/>
                <a:cs typeface="Arial"/>
                <a:sym typeface="Arial"/>
              </a:rPr>
              <a:t>3.3.3.3/32</a:t>
            </a:r>
            <a:endParaRPr/>
          </a:p>
        </p:txBody>
      </p:sp>
      <p:sp>
        <p:nvSpPr>
          <p:cNvPr id="1388" name="Google Shape;1388;p43"/>
          <p:cNvSpPr/>
          <p:nvPr/>
        </p:nvSpPr>
        <p:spPr>
          <a:xfrm>
            <a:off x="3496704" y="1358328"/>
            <a:ext cx="1574400" cy="505264"/>
          </a:xfrm>
          <a:prstGeom prst="roundRect">
            <a:avLst>
              <a:gd fmla="val 4298" name="adj"/>
            </a:avLst>
          </a:prstGeom>
          <a:solidFill>
            <a:srgbClr val="00B0F0"/>
          </a:solidFill>
          <a:ln cap="flat" cmpd="sng" w="12700">
            <a:solidFill>
              <a:srgbClr val="1AABE2"/>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US" sz="1600">
                <a:solidFill>
                  <a:srgbClr val="FFFFFF"/>
                </a:solidFill>
                <a:latin typeface="Arial"/>
                <a:ea typeface="Arial"/>
                <a:cs typeface="Arial"/>
                <a:sym typeface="Arial"/>
              </a:rPr>
              <a:t>Configure interfaces.</a:t>
            </a:r>
            <a:endParaRPr/>
          </a:p>
        </p:txBody>
      </p:sp>
      <p:sp>
        <p:nvSpPr>
          <p:cNvPr id="1389" name="Google Shape;1389;p43"/>
          <p:cNvSpPr/>
          <p:nvPr/>
        </p:nvSpPr>
        <p:spPr>
          <a:xfrm>
            <a:off x="5577249" y="1358328"/>
            <a:ext cx="1289439" cy="505264"/>
          </a:xfrm>
          <a:prstGeom prst="roundRect">
            <a:avLst>
              <a:gd fmla="val 4298" name="adj"/>
            </a:avLst>
          </a:prstGeom>
          <a:solidFill>
            <a:srgbClr val="00B0F0">
              <a:alpha val="4705"/>
            </a:srgbClr>
          </a:solidFill>
          <a:ln cap="flat" cmpd="sng" w="9525">
            <a:solidFill>
              <a:srgbClr val="99DFF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Configure OSPF.</a:t>
            </a:r>
            <a:endParaRPr/>
          </a:p>
        </p:txBody>
      </p:sp>
      <p:cxnSp>
        <p:nvCxnSpPr>
          <p:cNvPr id="1390" name="Google Shape;1390;p43"/>
          <p:cNvCxnSpPr>
            <a:stCxn id="1388" idx="3"/>
            <a:endCxn id="1389" idx="1"/>
          </p:cNvCxnSpPr>
          <p:nvPr/>
        </p:nvCxnSpPr>
        <p:spPr>
          <a:xfrm>
            <a:off x="5071104" y="1610960"/>
            <a:ext cx="506100" cy="0"/>
          </a:xfrm>
          <a:prstGeom prst="straightConnector1">
            <a:avLst/>
          </a:prstGeom>
          <a:noFill/>
          <a:ln cap="flat" cmpd="sng" w="19050">
            <a:solidFill>
              <a:schemeClr val="dk1"/>
            </a:solidFill>
            <a:prstDash val="solid"/>
            <a:round/>
            <a:headEnd len="sm" w="sm" type="none"/>
            <a:tailEnd len="med" w="med" type="triangle"/>
          </a:ln>
        </p:spPr>
      </p:cxnSp>
      <p:sp>
        <p:nvSpPr>
          <p:cNvPr id="1391" name="Google Shape;1391;p43"/>
          <p:cNvSpPr/>
          <p:nvPr/>
        </p:nvSpPr>
        <p:spPr>
          <a:xfrm>
            <a:off x="7401899" y="1358328"/>
            <a:ext cx="1005403" cy="505264"/>
          </a:xfrm>
          <a:prstGeom prst="roundRect">
            <a:avLst>
              <a:gd fmla="val 4298" name="adj"/>
            </a:avLst>
          </a:prstGeom>
          <a:solidFill>
            <a:srgbClr val="00B0F0">
              <a:alpha val="4705"/>
            </a:srgbClr>
          </a:solidFill>
          <a:ln cap="flat" cmpd="sng" w="9525">
            <a:solidFill>
              <a:srgbClr val="99DFF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Verify the result.</a:t>
            </a:r>
            <a:endParaRPr/>
          </a:p>
        </p:txBody>
      </p:sp>
      <p:cxnSp>
        <p:nvCxnSpPr>
          <p:cNvPr id="1392" name="Google Shape;1392;p43"/>
          <p:cNvCxnSpPr>
            <a:stCxn id="1389" idx="3"/>
            <a:endCxn id="1391" idx="1"/>
          </p:cNvCxnSpPr>
          <p:nvPr/>
        </p:nvCxnSpPr>
        <p:spPr>
          <a:xfrm>
            <a:off x="6866688" y="1610960"/>
            <a:ext cx="535200" cy="0"/>
          </a:xfrm>
          <a:prstGeom prst="straightConnector1">
            <a:avLst/>
          </a:prstGeom>
          <a:noFill/>
          <a:ln cap="flat" cmpd="sng" w="19050">
            <a:solidFill>
              <a:schemeClr val="dk1"/>
            </a:solidFill>
            <a:prstDash val="solid"/>
            <a:round/>
            <a:headEnd len="sm" w="sm" type="none"/>
            <a:tailEnd len="med" w="med" type="triangle"/>
          </a:ln>
        </p:spPr>
      </p:cxnSp>
      <p:sp>
        <p:nvSpPr>
          <p:cNvPr id="1393" name="Google Shape;1393;p43"/>
          <p:cNvSpPr txBox="1"/>
          <p:nvPr/>
        </p:nvSpPr>
        <p:spPr>
          <a:xfrm>
            <a:off x="1470210" y="4131443"/>
            <a:ext cx="4331741" cy="1631216"/>
          </a:xfrm>
          <a:prstGeom prst="rect">
            <a:avLst/>
          </a:prstGeom>
          <a:solidFill>
            <a:srgbClr val="F4FBFE"/>
          </a:solidFill>
          <a:ln cap="flat" cmpd="sng" w="9525">
            <a:solidFill>
              <a:srgbClr val="99DFF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71428"/>
              </a:lnSpc>
              <a:spcBef>
                <a:spcPts val="0"/>
              </a:spcBef>
              <a:spcAft>
                <a:spcPts val="0"/>
              </a:spcAft>
              <a:buNone/>
            </a:pPr>
            <a:r>
              <a:rPr lang="en-US" sz="1400">
                <a:solidFill>
                  <a:srgbClr val="000000"/>
                </a:solidFill>
                <a:latin typeface="Arial"/>
                <a:ea typeface="Arial"/>
                <a:cs typeface="Arial"/>
                <a:sym typeface="Arial"/>
              </a:rPr>
              <a:t># Configure interfaces of R1.</a:t>
            </a:r>
            <a:endParaRPr/>
          </a:p>
          <a:p>
            <a:pPr indent="0" lvl="0" marL="0" marR="0" rtl="0" algn="l">
              <a:lnSpc>
                <a:spcPct val="171428"/>
              </a:lnSpc>
              <a:spcBef>
                <a:spcPts val="0"/>
              </a:spcBef>
              <a:spcAft>
                <a:spcPts val="0"/>
              </a:spcAft>
              <a:buNone/>
            </a:pPr>
            <a:r>
              <a:rPr lang="en-US" sz="1400">
                <a:solidFill>
                  <a:srgbClr val="000000"/>
                </a:solidFill>
                <a:latin typeface="Arial"/>
                <a:ea typeface="Arial"/>
                <a:cs typeface="Arial"/>
                <a:sym typeface="Arial"/>
              </a:rPr>
              <a:t>[R1] interface LoopBack 0</a:t>
            </a:r>
            <a:endParaRPr/>
          </a:p>
          <a:p>
            <a:pPr indent="0" lvl="0" marL="0" marR="0" rtl="0" algn="l">
              <a:lnSpc>
                <a:spcPct val="171428"/>
              </a:lnSpc>
              <a:spcBef>
                <a:spcPts val="0"/>
              </a:spcBef>
              <a:spcAft>
                <a:spcPts val="0"/>
              </a:spcAft>
              <a:buNone/>
            </a:pPr>
            <a:r>
              <a:rPr lang="en-US" sz="1400">
                <a:solidFill>
                  <a:srgbClr val="000000"/>
                </a:solidFill>
                <a:latin typeface="Arial"/>
                <a:ea typeface="Arial"/>
                <a:cs typeface="Arial"/>
                <a:sym typeface="Arial"/>
              </a:rPr>
              <a:t>[R1-LoopBack0] ip address 1.1.1.1 32</a:t>
            </a:r>
            <a:endParaRPr/>
          </a:p>
          <a:p>
            <a:pPr indent="0" lvl="0" marL="0" marR="0" rtl="0" algn="l">
              <a:lnSpc>
                <a:spcPct val="171428"/>
              </a:lnSpc>
              <a:spcBef>
                <a:spcPts val="0"/>
              </a:spcBef>
              <a:spcAft>
                <a:spcPts val="0"/>
              </a:spcAft>
              <a:buNone/>
            </a:pPr>
            <a:r>
              <a:rPr lang="en-US" sz="1400">
                <a:solidFill>
                  <a:srgbClr val="000000"/>
                </a:solidFill>
                <a:latin typeface="Arial"/>
                <a:ea typeface="Arial"/>
                <a:cs typeface="Arial"/>
                <a:sym typeface="Arial"/>
              </a:rPr>
              <a:t>[R1-LoopBack0] interface GigabitEthernet 0/0/0</a:t>
            </a:r>
            <a:endParaRPr/>
          </a:p>
          <a:p>
            <a:pPr indent="0" lvl="0" marL="0" marR="0" rtl="0" algn="l">
              <a:lnSpc>
                <a:spcPct val="171428"/>
              </a:lnSpc>
              <a:spcBef>
                <a:spcPts val="0"/>
              </a:spcBef>
              <a:spcAft>
                <a:spcPts val="0"/>
              </a:spcAft>
              <a:buNone/>
            </a:pPr>
            <a:r>
              <a:rPr lang="en-US" sz="1400">
                <a:solidFill>
                  <a:srgbClr val="000000"/>
                </a:solidFill>
                <a:latin typeface="Arial"/>
                <a:ea typeface="Arial"/>
                <a:cs typeface="Arial"/>
                <a:sym typeface="Arial"/>
              </a:rPr>
              <a:t>[R1-GigabitEthernet0/0/0] ip address 10.1.12.1 30</a:t>
            </a:r>
            <a:endParaRPr/>
          </a:p>
        </p:txBody>
      </p:sp>
      <p:sp>
        <p:nvSpPr>
          <p:cNvPr id="1394" name="Google Shape;1394;p43"/>
          <p:cNvSpPr txBox="1"/>
          <p:nvPr/>
        </p:nvSpPr>
        <p:spPr>
          <a:xfrm>
            <a:off x="6390050" y="4131443"/>
            <a:ext cx="4331740" cy="1631216"/>
          </a:xfrm>
          <a:prstGeom prst="rect">
            <a:avLst/>
          </a:prstGeom>
          <a:solidFill>
            <a:srgbClr val="F4FBFE"/>
          </a:solidFill>
          <a:ln cap="flat" cmpd="sng" w="9525">
            <a:solidFill>
              <a:srgbClr val="99DFF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71428"/>
              </a:lnSpc>
              <a:spcBef>
                <a:spcPts val="0"/>
              </a:spcBef>
              <a:spcAft>
                <a:spcPts val="0"/>
              </a:spcAft>
              <a:buNone/>
            </a:pPr>
            <a:r>
              <a:rPr lang="en-US" sz="1400">
                <a:solidFill>
                  <a:srgbClr val="000000"/>
                </a:solidFill>
                <a:latin typeface="Arial"/>
                <a:ea typeface="Arial"/>
                <a:cs typeface="Arial"/>
                <a:sym typeface="Arial"/>
              </a:rPr>
              <a:t># Configure interfaces of R3.</a:t>
            </a:r>
            <a:endParaRPr/>
          </a:p>
          <a:p>
            <a:pPr indent="0" lvl="0" marL="0" marR="0" rtl="0" algn="l">
              <a:lnSpc>
                <a:spcPct val="171428"/>
              </a:lnSpc>
              <a:spcBef>
                <a:spcPts val="0"/>
              </a:spcBef>
              <a:spcAft>
                <a:spcPts val="0"/>
              </a:spcAft>
              <a:buNone/>
            </a:pPr>
            <a:r>
              <a:rPr lang="en-US" sz="1400">
                <a:solidFill>
                  <a:srgbClr val="000000"/>
                </a:solidFill>
                <a:latin typeface="Arial"/>
                <a:ea typeface="Arial"/>
                <a:cs typeface="Arial"/>
                <a:sym typeface="Arial"/>
              </a:rPr>
              <a:t>[R3] interface LoopBack 0</a:t>
            </a:r>
            <a:endParaRPr/>
          </a:p>
          <a:p>
            <a:pPr indent="0" lvl="0" marL="0" marR="0" rtl="0" algn="l">
              <a:lnSpc>
                <a:spcPct val="171428"/>
              </a:lnSpc>
              <a:spcBef>
                <a:spcPts val="0"/>
              </a:spcBef>
              <a:spcAft>
                <a:spcPts val="0"/>
              </a:spcAft>
              <a:buNone/>
            </a:pPr>
            <a:r>
              <a:rPr lang="en-US" sz="1400">
                <a:solidFill>
                  <a:srgbClr val="000000"/>
                </a:solidFill>
                <a:latin typeface="Arial"/>
                <a:ea typeface="Arial"/>
                <a:cs typeface="Arial"/>
                <a:sym typeface="Arial"/>
              </a:rPr>
              <a:t>[R3-LoopBack0] ip address 3.3.3.3 32</a:t>
            </a:r>
            <a:endParaRPr/>
          </a:p>
          <a:p>
            <a:pPr indent="0" lvl="0" marL="0" marR="0" rtl="0" algn="l">
              <a:lnSpc>
                <a:spcPct val="171428"/>
              </a:lnSpc>
              <a:spcBef>
                <a:spcPts val="0"/>
              </a:spcBef>
              <a:spcAft>
                <a:spcPts val="0"/>
              </a:spcAft>
              <a:buNone/>
            </a:pPr>
            <a:r>
              <a:rPr lang="en-US" sz="1400">
                <a:solidFill>
                  <a:srgbClr val="000000"/>
                </a:solidFill>
                <a:latin typeface="Arial"/>
                <a:ea typeface="Arial"/>
                <a:cs typeface="Arial"/>
                <a:sym typeface="Arial"/>
              </a:rPr>
              <a:t>[R3-LoopBack0] interface GigabitEthernet 0/0/1</a:t>
            </a:r>
            <a:endParaRPr/>
          </a:p>
          <a:p>
            <a:pPr indent="0" lvl="0" marL="0" marR="0" rtl="0" algn="l">
              <a:lnSpc>
                <a:spcPct val="171428"/>
              </a:lnSpc>
              <a:spcBef>
                <a:spcPts val="0"/>
              </a:spcBef>
              <a:spcAft>
                <a:spcPts val="0"/>
              </a:spcAft>
              <a:buNone/>
            </a:pPr>
            <a:r>
              <a:rPr lang="en-US" sz="1400">
                <a:solidFill>
                  <a:srgbClr val="000000"/>
                </a:solidFill>
                <a:latin typeface="Arial"/>
                <a:ea typeface="Arial"/>
                <a:cs typeface="Arial"/>
                <a:sym typeface="Arial"/>
              </a:rPr>
              <a:t>[R3-GigabitEthernet0/0/1] ip address 10.1.23.2 30</a:t>
            </a:r>
            <a:endParaRPr/>
          </a:p>
        </p:txBody>
      </p:sp>
      <p:sp>
        <p:nvSpPr>
          <p:cNvPr id="1395" name="Google Shape;1395;p43"/>
          <p:cNvSpPr txBox="1"/>
          <p:nvPr/>
        </p:nvSpPr>
        <p:spPr>
          <a:xfrm>
            <a:off x="2769979" y="5901932"/>
            <a:ext cx="7508174" cy="454677"/>
          </a:xfrm>
          <a:prstGeom prst="rect">
            <a:avLst/>
          </a:prstGeom>
          <a:noFill/>
          <a:ln>
            <a:noFill/>
          </a:ln>
        </p:spPr>
        <p:txBody>
          <a:bodyPr anchorCtr="0" anchor="t" bIns="45700" lIns="91425" spcFirstLastPara="1" rIns="91425" wrap="square" tIns="45700">
            <a:noAutofit/>
          </a:bodyPr>
          <a:lstStyle/>
          <a:p>
            <a:pPr indent="0" lvl="0" marL="0" marR="0" rtl="0" algn="l">
              <a:lnSpc>
                <a:spcPct val="140000"/>
              </a:lnSpc>
              <a:spcBef>
                <a:spcPts val="0"/>
              </a:spcBef>
              <a:spcAft>
                <a:spcPts val="0"/>
              </a:spcAft>
              <a:buClr>
                <a:schemeClr val="dk1"/>
              </a:buClr>
              <a:buSzPts val="1400"/>
              <a:buFont typeface="Arial"/>
              <a:buNone/>
            </a:pPr>
            <a:r>
              <a:rPr lang="en-US" sz="1400">
                <a:solidFill>
                  <a:schemeClr val="dk1"/>
                </a:solidFill>
                <a:latin typeface="Arial"/>
                <a:ea typeface="Arial"/>
                <a:cs typeface="Arial"/>
                <a:sym typeface="Arial"/>
              </a:rPr>
              <a:t>Assign IP addresses for GE0/0/0 and GE0/0/1 on R2. For details, see comment in this slide.</a:t>
            </a:r>
            <a:endParaRPr/>
          </a:p>
        </p:txBody>
      </p:sp>
      <p:sp>
        <p:nvSpPr>
          <p:cNvPr id="1396" name="Google Shape;1396;p43"/>
          <p:cNvSpPr txBox="1"/>
          <p:nvPr/>
        </p:nvSpPr>
        <p:spPr>
          <a:xfrm>
            <a:off x="1078340" y="3511183"/>
            <a:ext cx="8345696" cy="377906"/>
          </a:xfrm>
          <a:prstGeom prst="rect">
            <a:avLst/>
          </a:prstGeom>
          <a:noFill/>
          <a:ln>
            <a:noFill/>
          </a:ln>
        </p:spPr>
        <p:txBody>
          <a:bodyPr anchorCtr="0" anchor="t" bIns="45700" lIns="91425" spcFirstLastPara="1" rIns="91425" wrap="square" tIns="45700">
            <a:noAutofit/>
          </a:bodyPr>
          <a:lstStyle/>
          <a:p>
            <a:pPr indent="-302279" lvl="0" marL="302279" marR="0" rtl="0" algn="l">
              <a:lnSpc>
                <a:spcPct val="140000"/>
              </a:lnSpc>
              <a:spcBef>
                <a:spcPts val="0"/>
              </a:spcBef>
              <a:spcAft>
                <a:spcPts val="0"/>
              </a:spcAft>
              <a:buClr>
                <a:schemeClr val="dk1"/>
              </a:buClr>
              <a:buSzPts val="1600"/>
              <a:buFont typeface="Arial"/>
              <a:buChar char="•"/>
            </a:pPr>
            <a:r>
              <a:rPr lang="en-US" sz="1600">
                <a:solidFill>
                  <a:schemeClr val="dk1"/>
                </a:solidFill>
                <a:latin typeface="Arial"/>
                <a:ea typeface="Arial"/>
                <a:cs typeface="Arial"/>
                <a:sym typeface="Arial"/>
              </a:rPr>
              <a:t>Set IP addresses for R1's, R2's, and R3's interfaces according to the plan.</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0" name="Shape 1400"/>
        <p:cNvGrpSpPr/>
        <p:nvPr/>
      </p:nvGrpSpPr>
      <p:grpSpPr>
        <a:xfrm>
          <a:off x="0" y="0"/>
          <a:ext cx="0" cy="0"/>
          <a:chOff x="0" y="0"/>
          <a:chExt cx="0" cy="0"/>
        </a:xfrm>
      </p:grpSpPr>
      <p:sp>
        <p:nvSpPr>
          <p:cNvPr id="1401" name="Google Shape;1401;p44"/>
          <p:cNvSpPr txBox="1"/>
          <p:nvPr>
            <p:ph type="title"/>
          </p:nvPr>
        </p:nvSpPr>
        <p:spPr>
          <a:xfrm>
            <a:off x="1594800" y="452604"/>
            <a:ext cx="9831600" cy="640800"/>
          </a:xfrm>
          <a:prstGeom prst="rect">
            <a:avLst/>
          </a:prstGeom>
          <a:noFill/>
          <a:ln>
            <a:noFill/>
          </a:ln>
        </p:spPr>
        <p:txBody>
          <a:bodyPr anchorCtr="0" anchor="ctr" bIns="50400" lIns="100800" spcFirstLastPara="1" rIns="100800" wrap="square" tIns="50400">
            <a:noAutofit/>
          </a:bodyPr>
          <a:lstStyle/>
          <a:p>
            <a:pPr indent="0" lvl="0" marL="0" rtl="0" algn="l">
              <a:lnSpc>
                <a:spcPct val="90000"/>
              </a:lnSpc>
              <a:spcBef>
                <a:spcPts val="0"/>
              </a:spcBef>
              <a:spcAft>
                <a:spcPts val="0"/>
              </a:spcAft>
              <a:buClr>
                <a:schemeClr val="dk1"/>
              </a:buClr>
              <a:buSzPts val="3400"/>
              <a:buFont typeface="Arial"/>
              <a:buNone/>
            </a:pPr>
            <a:r>
              <a:rPr lang="en-US"/>
              <a:t>OSPF Configuration Example - Configuring OSPF (1)</a:t>
            </a:r>
            <a:endParaRPr/>
          </a:p>
        </p:txBody>
      </p:sp>
      <p:sp>
        <p:nvSpPr>
          <p:cNvPr id="1402" name="Google Shape;1402;p44"/>
          <p:cNvSpPr/>
          <p:nvPr/>
        </p:nvSpPr>
        <p:spPr>
          <a:xfrm>
            <a:off x="6268001" y="1960597"/>
            <a:ext cx="4331741" cy="1423038"/>
          </a:xfrm>
          <a:prstGeom prst="roundRect">
            <a:avLst>
              <a:gd fmla="val 16667" name="adj"/>
            </a:avLst>
          </a:prstGeom>
          <a:solidFill>
            <a:srgbClr val="FFFFFF"/>
          </a:solidFill>
          <a:ln cap="flat" cmpd="sng" w="12700">
            <a:solidFill>
              <a:srgbClr val="1AABE2"/>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sz="1600">
              <a:solidFill>
                <a:srgbClr val="1D1D1A"/>
              </a:solidFill>
              <a:latin typeface="Arial"/>
              <a:ea typeface="Arial"/>
              <a:cs typeface="Arial"/>
              <a:sym typeface="Arial"/>
            </a:endParaRPr>
          </a:p>
        </p:txBody>
      </p:sp>
      <p:sp>
        <p:nvSpPr>
          <p:cNvPr id="1403" name="Google Shape;1403;p44"/>
          <p:cNvSpPr/>
          <p:nvPr/>
        </p:nvSpPr>
        <p:spPr>
          <a:xfrm>
            <a:off x="1616860" y="1960597"/>
            <a:ext cx="4331741" cy="1423038"/>
          </a:xfrm>
          <a:prstGeom prst="roundRect">
            <a:avLst>
              <a:gd fmla="val 16667" name="adj"/>
            </a:avLst>
          </a:prstGeom>
          <a:solidFill>
            <a:srgbClr val="FFFFFF"/>
          </a:solidFill>
          <a:ln cap="flat" cmpd="sng" w="12700">
            <a:solidFill>
              <a:srgbClr val="1AABE2"/>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sz="1600">
              <a:solidFill>
                <a:srgbClr val="1D1D1A"/>
              </a:solidFill>
              <a:latin typeface="Arial"/>
              <a:ea typeface="Arial"/>
              <a:cs typeface="Arial"/>
              <a:sym typeface="Arial"/>
            </a:endParaRPr>
          </a:p>
        </p:txBody>
      </p:sp>
      <p:pic>
        <p:nvPicPr>
          <p:cNvPr id="1404" name="Google Shape;1404;p44"/>
          <p:cNvPicPr preferRelativeResize="0"/>
          <p:nvPr/>
        </p:nvPicPr>
        <p:blipFill rotWithShape="1">
          <a:blip r:embed="rId3">
            <a:alphaModFix/>
          </a:blip>
          <a:srcRect b="0" l="0" r="0" t="0"/>
          <a:stretch/>
        </p:blipFill>
        <p:spPr>
          <a:xfrm>
            <a:off x="2992845" y="2466050"/>
            <a:ext cx="540000" cy="442800"/>
          </a:xfrm>
          <a:prstGeom prst="rect">
            <a:avLst/>
          </a:prstGeom>
          <a:noFill/>
          <a:ln>
            <a:noFill/>
          </a:ln>
        </p:spPr>
      </p:pic>
      <p:cxnSp>
        <p:nvCxnSpPr>
          <p:cNvPr id="1405" name="Google Shape;1405;p44"/>
          <p:cNvCxnSpPr>
            <a:stCxn id="1404" idx="3"/>
            <a:endCxn id="1406" idx="1"/>
          </p:cNvCxnSpPr>
          <p:nvPr/>
        </p:nvCxnSpPr>
        <p:spPr>
          <a:xfrm>
            <a:off x="3532845" y="2687450"/>
            <a:ext cx="5118900" cy="0"/>
          </a:xfrm>
          <a:prstGeom prst="straightConnector1">
            <a:avLst/>
          </a:prstGeom>
          <a:noFill/>
          <a:ln cap="flat" cmpd="sng" w="19050">
            <a:solidFill>
              <a:schemeClr val="dk1"/>
            </a:solidFill>
            <a:prstDash val="solid"/>
            <a:miter lim="800000"/>
            <a:headEnd len="sm" w="sm" type="none"/>
            <a:tailEnd len="sm" w="sm" type="none"/>
          </a:ln>
        </p:spPr>
      </p:cxnSp>
      <p:pic>
        <p:nvPicPr>
          <p:cNvPr id="1406" name="Google Shape;1406;p44"/>
          <p:cNvPicPr preferRelativeResize="0"/>
          <p:nvPr/>
        </p:nvPicPr>
        <p:blipFill rotWithShape="1">
          <a:blip r:embed="rId3">
            <a:alphaModFix/>
          </a:blip>
          <a:srcRect b="0" l="0" r="0" t="0"/>
          <a:stretch/>
        </p:blipFill>
        <p:spPr>
          <a:xfrm>
            <a:off x="8651670" y="2466050"/>
            <a:ext cx="540000" cy="442800"/>
          </a:xfrm>
          <a:prstGeom prst="rect">
            <a:avLst/>
          </a:prstGeom>
          <a:noFill/>
          <a:ln>
            <a:noFill/>
          </a:ln>
        </p:spPr>
      </p:pic>
      <p:pic>
        <p:nvPicPr>
          <p:cNvPr id="1407" name="Google Shape;1407;p44"/>
          <p:cNvPicPr preferRelativeResize="0"/>
          <p:nvPr/>
        </p:nvPicPr>
        <p:blipFill rotWithShape="1">
          <a:blip r:embed="rId3">
            <a:alphaModFix/>
          </a:blip>
          <a:srcRect b="0" l="0" r="0" t="0"/>
          <a:stretch/>
        </p:blipFill>
        <p:spPr>
          <a:xfrm>
            <a:off x="5850050" y="2466050"/>
            <a:ext cx="540000" cy="442800"/>
          </a:xfrm>
          <a:prstGeom prst="rect">
            <a:avLst/>
          </a:prstGeom>
          <a:noFill/>
          <a:ln>
            <a:noFill/>
          </a:ln>
        </p:spPr>
      </p:pic>
      <p:sp>
        <p:nvSpPr>
          <p:cNvPr id="1408" name="Google Shape;1408;p44"/>
          <p:cNvSpPr txBox="1"/>
          <p:nvPr/>
        </p:nvSpPr>
        <p:spPr>
          <a:xfrm>
            <a:off x="5908106" y="2931945"/>
            <a:ext cx="705466"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R2</a:t>
            </a:r>
            <a:endParaRPr/>
          </a:p>
        </p:txBody>
      </p:sp>
      <p:sp>
        <p:nvSpPr>
          <p:cNvPr id="1409" name="Google Shape;1409;p44"/>
          <p:cNvSpPr txBox="1"/>
          <p:nvPr/>
        </p:nvSpPr>
        <p:spPr>
          <a:xfrm>
            <a:off x="3021873" y="2931945"/>
            <a:ext cx="705466"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rgbClr val="00B0F0"/>
                </a:solidFill>
                <a:latin typeface="Arial"/>
                <a:ea typeface="Arial"/>
                <a:cs typeface="Arial"/>
                <a:sym typeface="Arial"/>
              </a:rPr>
              <a:t>R1</a:t>
            </a:r>
            <a:endParaRPr/>
          </a:p>
        </p:txBody>
      </p:sp>
      <p:sp>
        <p:nvSpPr>
          <p:cNvPr id="1410" name="Google Shape;1410;p44"/>
          <p:cNvSpPr txBox="1"/>
          <p:nvPr/>
        </p:nvSpPr>
        <p:spPr>
          <a:xfrm>
            <a:off x="8718570" y="2931945"/>
            <a:ext cx="705466"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R3</a:t>
            </a:r>
            <a:endParaRPr/>
          </a:p>
        </p:txBody>
      </p:sp>
      <p:grpSp>
        <p:nvGrpSpPr>
          <p:cNvPr id="1411" name="Google Shape;1411;p44"/>
          <p:cNvGrpSpPr/>
          <p:nvPr/>
        </p:nvGrpSpPr>
        <p:grpSpPr>
          <a:xfrm>
            <a:off x="3459162" y="2714130"/>
            <a:ext cx="1903174" cy="567904"/>
            <a:chOff x="2134861" y="4974560"/>
            <a:chExt cx="1903174" cy="567904"/>
          </a:xfrm>
        </p:grpSpPr>
        <p:sp>
          <p:nvSpPr>
            <p:cNvPr id="1412" name="Google Shape;1412;p44"/>
            <p:cNvSpPr txBox="1"/>
            <p:nvPr/>
          </p:nvSpPr>
          <p:spPr>
            <a:xfrm>
              <a:off x="2134861" y="5234687"/>
              <a:ext cx="1903174" cy="30777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400">
                  <a:solidFill>
                    <a:srgbClr val="00B0F0"/>
                  </a:solidFill>
                  <a:latin typeface="Arial"/>
                  <a:ea typeface="Arial"/>
                  <a:cs typeface="Arial"/>
                  <a:sym typeface="Arial"/>
                </a:rPr>
                <a:t>10.1.12.1/30</a:t>
              </a:r>
              <a:endParaRPr/>
            </a:p>
          </p:txBody>
        </p:sp>
        <p:sp>
          <p:nvSpPr>
            <p:cNvPr id="1413" name="Google Shape;1413;p44"/>
            <p:cNvSpPr txBox="1"/>
            <p:nvPr/>
          </p:nvSpPr>
          <p:spPr>
            <a:xfrm>
              <a:off x="2158432" y="4974560"/>
              <a:ext cx="1057993" cy="30777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400">
                  <a:solidFill>
                    <a:srgbClr val="00B0F0"/>
                  </a:solidFill>
                  <a:latin typeface="Arial"/>
                  <a:ea typeface="Arial"/>
                  <a:cs typeface="Arial"/>
                  <a:sym typeface="Arial"/>
                </a:rPr>
                <a:t>GE0/0/0</a:t>
              </a:r>
              <a:endParaRPr/>
            </a:p>
          </p:txBody>
        </p:sp>
      </p:grpSp>
      <p:sp>
        <p:nvSpPr>
          <p:cNvPr id="1414" name="Google Shape;1414;p44"/>
          <p:cNvSpPr txBox="1"/>
          <p:nvPr/>
        </p:nvSpPr>
        <p:spPr>
          <a:xfrm>
            <a:off x="4334904" y="2046437"/>
            <a:ext cx="798617"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rgbClr val="EC7061"/>
                </a:solidFill>
                <a:latin typeface="Arial"/>
                <a:ea typeface="Arial"/>
                <a:cs typeface="Arial"/>
                <a:sym typeface="Arial"/>
              </a:rPr>
              <a:t>Area 0</a:t>
            </a:r>
            <a:endParaRPr/>
          </a:p>
        </p:txBody>
      </p:sp>
      <p:sp>
        <p:nvSpPr>
          <p:cNvPr id="1415" name="Google Shape;1415;p44"/>
          <p:cNvSpPr txBox="1"/>
          <p:nvPr/>
        </p:nvSpPr>
        <p:spPr>
          <a:xfrm>
            <a:off x="7133109" y="2046437"/>
            <a:ext cx="798617"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Area 1</a:t>
            </a:r>
            <a:endParaRPr/>
          </a:p>
        </p:txBody>
      </p:sp>
      <p:cxnSp>
        <p:nvCxnSpPr>
          <p:cNvPr id="1416" name="Google Shape;1416;p44"/>
          <p:cNvCxnSpPr>
            <a:stCxn id="1406" idx="3"/>
          </p:cNvCxnSpPr>
          <p:nvPr/>
        </p:nvCxnSpPr>
        <p:spPr>
          <a:xfrm>
            <a:off x="9191670" y="2687450"/>
            <a:ext cx="280800" cy="0"/>
          </a:xfrm>
          <a:prstGeom prst="straightConnector1">
            <a:avLst/>
          </a:prstGeom>
          <a:noFill/>
          <a:ln cap="flat" cmpd="sng" w="19050">
            <a:solidFill>
              <a:schemeClr val="dk1"/>
            </a:solidFill>
            <a:prstDash val="solid"/>
            <a:miter lim="800000"/>
            <a:headEnd len="sm" w="sm" type="none"/>
            <a:tailEnd len="sm" w="sm" type="none"/>
          </a:ln>
        </p:spPr>
      </p:cxnSp>
      <p:cxnSp>
        <p:nvCxnSpPr>
          <p:cNvPr id="1417" name="Google Shape;1417;p44"/>
          <p:cNvCxnSpPr/>
          <p:nvPr/>
        </p:nvCxnSpPr>
        <p:spPr>
          <a:xfrm rot="10800000">
            <a:off x="9477603" y="2632369"/>
            <a:ext cx="0" cy="121756"/>
          </a:xfrm>
          <a:prstGeom prst="straightConnector1">
            <a:avLst/>
          </a:prstGeom>
          <a:noFill/>
          <a:ln cap="flat" cmpd="sng" w="19050">
            <a:solidFill>
              <a:schemeClr val="dk1"/>
            </a:solidFill>
            <a:prstDash val="solid"/>
            <a:miter lim="800000"/>
            <a:headEnd len="sm" w="sm" type="none"/>
            <a:tailEnd len="sm" w="sm" type="none"/>
          </a:ln>
        </p:spPr>
      </p:cxnSp>
      <p:grpSp>
        <p:nvGrpSpPr>
          <p:cNvPr id="1418" name="Google Shape;1418;p44"/>
          <p:cNvGrpSpPr/>
          <p:nvPr/>
        </p:nvGrpSpPr>
        <p:grpSpPr>
          <a:xfrm rot="10800000">
            <a:off x="2714670" y="2632369"/>
            <a:ext cx="285933" cy="121756"/>
            <a:chOff x="2143170" y="3381669"/>
            <a:chExt cx="285933" cy="121756"/>
          </a:xfrm>
        </p:grpSpPr>
        <p:cxnSp>
          <p:nvCxnSpPr>
            <p:cNvPr id="1419" name="Google Shape;1419;p44"/>
            <p:cNvCxnSpPr/>
            <p:nvPr/>
          </p:nvCxnSpPr>
          <p:spPr>
            <a:xfrm>
              <a:off x="2143170" y="3436750"/>
              <a:ext cx="280818" cy="0"/>
            </a:xfrm>
            <a:prstGeom prst="straightConnector1">
              <a:avLst/>
            </a:prstGeom>
            <a:noFill/>
            <a:ln cap="flat" cmpd="sng" w="19050">
              <a:solidFill>
                <a:schemeClr val="dk1"/>
              </a:solidFill>
              <a:prstDash val="solid"/>
              <a:miter lim="800000"/>
              <a:headEnd len="sm" w="sm" type="none"/>
              <a:tailEnd len="sm" w="sm" type="none"/>
            </a:ln>
          </p:spPr>
        </p:cxnSp>
        <p:cxnSp>
          <p:nvCxnSpPr>
            <p:cNvPr id="1420" name="Google Shape;1420;p44"/>
            <p:cNvCxnSpPr/>
            <p:nvPr/>
          </p:nvCxnSpPr>
          <p:spPr>
            <a:xfrm rot="10800000">
              <a:off x="2429103" y="3381669"/>
              <a:ext cx="0" cy="121756"/>
            </a:xfrm>
            <a:prstGeom prst="straightConnector1">
              <a:avLst/>
            </a:prstGeom>
            <a:noFill/>
            <a:ln cap="flat" cmpd="sng" w="19050">
              <a:solidFill>
                <a:schemeClr val="dk1"/>
              </a:solidFill>
              <a:prstDash val="solid"/>
              <a:miter lim="800000"/>
              <a:headEnd len="sm" w="sm" type="none"/>
              <a:tailEnd len="sm" w="sm" type="none"/>
            </a:ln>
          </p:spPr>
        </p:cxnSp>
      </p:grpSp>
      <p:sp>
        <p:nvSpPr>
          <p:cNvPr id="1421" name="Google Shape;1421;p44"/>
          <p:cNvSpPr txBox="1"/>
          <p:nvPr/>
        </p:nvSpPr>
        <p:spPr>
          <a:xfrm>
            <a:off x="1642260" y="2518173"/>
            <a:ext cx="1099981"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rgbClr val="00B0F0"/>
                </a:solidFill>
                <a:latin typeface="Arial"/>
                <a:ea typeface="Arial"/>
                <a:cs typeface="Arial"/>
                <a:sym typeface="Arial"/>
              </a:rPr>
              <a:t>1.1.1.1/32</a:t>
            </a:r>
            <a:endParaRPr/>
          </a:p>
        </p:txBody>
      </p:sp>
      <p:sp>
        <p:nvSpPr>
          <p:cNvPr id="1422" name="Google Shape;1422;p44"/>
          <p:cNvSpPr txBox="1"/>
          <p:nvPr/>
        </p:nvSpPr>
        <p:spPr>
          <a:xfrm>
            <a:off x="9468863" y="2518173"/>
            <a:ext cx="1099981"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3.3.3.3/32</a:t>
            </a:r>
            <a:endParaRPr/>
          </a:p>
        </p:txBody>
      </p:sp>
      <p:sp>
        <p:nvSpPr>
          <p:cNvPr id="1423" name="Google Shape;1423;p44"/>
          <p:cNvSpPr txBox="1"/>
          <p:nvPr/>
        </p:nvSpPr>
        <p:spPr>
          <a:xfrm>
            <a:off x="5133521" y="4240214"/>
            <a:ext cx="4392719" cy="1631216"/>
          </a:xfrm>
          <a:prstGeom prst="rect">
            <a:avLst/>
          </a:prstGeom>
          <a:solidFill>
            <a:srgbClr val="F4FBFE"/>
          </a:solidFill>
          <a:ln cap="flat" cmpd="sng" w="9525">
            <a:solidFill>
              <a:srgbClr val="99DFF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71428"/>
              </a:lnSpc>
              <a:spcBef>
                <a:spcPts val="0"/>
              </a:spcBef>
              <a:spcAft>
                <a:spcPts val="0"/>
              </a:spcAft>
              <a:buNone/>
            </a:pPr>
            <a:r>
              <a:rPr lang="en-US" sz="1400">
                <a:solidFill>
                  <a:srgbClr val="000000"/>
                </a:solidFill>
                <a:latin typeface="Arial"/>
                <a:ea typeface="Arial"/>
                <a:cs typeface="Arial"/>
                <a:sym typeface="Arial"/>
              </a:rPr>
              <a:t># Configure OSPF on R1.</a:t>
            </a:r>
            <a:endParaRPr/>
          </a:p>
          <a:p>
            <a:pPr indent="0" lvl="0" marL="0" marR="0" rtl="0" algn="l">
              <a:lnSpc>
                <a:spcPct val="171428"/>
              </a:lnSpc>
              <a:spcBef>
                <a:spcPts val="0"/>
              </a:spcBef>
              <a:spcAft>
                <a:spcPts val="0"/>
              </a:spcAft>
              <a:buNone/>
            </a:pPr>
            <a:r>
              <a:rPr lang="en-US" sz="1400">
                <a:solidFill>
                  <a:srgbClr val="000000"/>
                </a:solidFill>
                <a:latin typeface="Arial"/>
                <a:ea typeface="Arial"/>
                <a:cs typeface="Arial"/>
                <a:sym typeface="Arial"/>
              </a:rPr>
              <a:t>[R1] ospf 1 </a:t>
            </a:r>
            <a:r>
              <a:rPr lang="en-US" sz="1400">
                <a:solidFill>
                  <a:srgbClr val="00B0F0"/>
                </a:solidFill>
                <a:latin typeface="Arial"/>
                <a:ea typeface="Arial"/>
                <a:cs typeface="Arial"/>
                <a:sym typeface="Arial"/>
              </a:rPr>
              <a:t>router-id 1.1.1.1</a:t>
            </a:r>
            <a:r>
              <a:rPr lang="en-US" sz="1400">
                <a:solidFill>
                  <a:srgbClr val="0070C0"/>
                </a:solidFill>
                <a:latin typeface="Arial"/>
                <a:ea typeface="Arial"/>
                <a:cs typeface="Arial"/>
                <a:sym typeface="Arial"/>
              </a:rPr>
              <a:t>	</a:t>
            </a:r>
            <a:endParaRPr/>
          </a:p>
          <a:p>
            <a:pPr indent="0" lvl="0" marL="0" marR="0" rtl="0" algn="l">
              <a:lnSpc>
                <a:spcPct val="171428"/>
              </a:lnSpc>
              <a:spcBef>
                <a:spcPts val="0"/>
              </a:spcBef>
              <a:spcAft>
                <a:spcPts val="0"/>
              </a:spcAft>
              <a:buNone/>
            </a:pPr>
            <a:r>
              <a:rPr lang="en-US" sz="1400">
                <a:solidFill>
                  <a:srgbClr val="000000"/>
                </a:solidFill>
                <a:latin typeface="Arial"/>
                <a:ea typeface="Arial"/>
                <a:cs typeface="Arial"/>
                <a:sym typeface="Arial"/>
              </a:rPr>
              <a:t>[R1-ospf-1] </a:t>
            </a:r>
            <a:r>
              <a:rPr lang="en-US" sz="1400">
                <a:solidFill>
                  <a:srgbClr val="EC7061"/>
                </a:solidFill>
                <a:latin typeface="Arial"/>
                <a:ea typeface="Arial"/>
                <a:cs typeface="Arial"/>
                <a:sym typeface="Arial"/>
              </a:rPr>
              <a:t>area 0</a:t>
            </a:r>
            <a:r>
              <a:rPr lang="en-US" sz="1400">
                <a:solidFill>
                  <a:srgbClr val="000000"/>
                </a:solidFill>
                <a:latin typeface="Arial"/>
                <a:ea typeface="Arial"/>
                <a:cs typeface="Arial"/>
                <a:sym typeface="Arial"/>
              </a:rPr>
              <a:t>	</a:t>
            </a:r>
            <a:endParaRPr/>
          </a:p>
          <a:p>
            <a:pPr indent="0" lvl="0" marL="0" marR="0" rtl="0" algn="l">
              <a:lnSpc>
                <a:spcPct val="171428"/>
              </a:lnSpc>
              <a:spcBef>
                <a:spcPts val="0"/>
              </a:spcBef>
              <a:spcAft>
                <a:spcPts val="0"/>
              </a:spcAft>
              <a:buNone/>
            </a:pPr>
            <a:r>
              <a:rPr lang="en-US" sz="1400">
                <a:solidFill>
                  <a:srgbClr val="000000"/>
                </a:solidFill>
                <a:latin typeface="Arial"/>
                <a:ea typeface="Arial"/>
                <a:cs typeface="Arial"/>
                <a:sym typeface="Arial"/>
              </a:rPr>
              <a:t>[R1-ospf-1-area-0.0.0.0] network 1.1.1.1 0.0.0.0</a:t>
            </a:r>
            <a:endParaRPr/>
          </a:p>
          <a:p>
            <a:pPr indent="0" lvl="0" marL="0" marR="0" rtl="0" algn="l">
              <a:lnSpc>
                <a:spcPct val="171428"/>
              </a:lnSpc>
              <a:spcBef>
                <a:spcPts val="0"/>
              </a:spcBef>
              <a:spcAft>
                <a:spcPts val="0"/>
              </a:spcAft>
              <a:buNone/>
            </a:pPr>
            <a:r>
              <a:rPr lang="en-US" sz="1400">
                <a:solidFill>
                  <a:srgbClr val="000000"/>
                </a:solidFill>
                <a:latin typeface="Arial"/>
                <a:ea typeface="Arial"/>
                <a:cs typeface="Arial"/>
                <a:sym typeface="Arial"/>
              </a:rPr>
              <a:t>[R1-ospf-1-area-0.0.0.0] network 10.1.12.0 </a:t>
            </a:r>
            <a:r>
              <a:rPr lang="en-US" sz="1400">
                <a:solidFill>
                  <a:srgbClr val="00B0F0"/>
                </a:solidFill>
                <a:latin typeface="Arial"/>
                <a:ea typeface="Arial"/>
                <a:cs typeface="Arial"/>
                <a:sym typeface="Arial"/>
              </a:rPr>
              <a:t>0.0.0.3</a:t>
            </a:r>
            <a:endParaRPr/>
          </a:p>
        </p:txBody>
      </p:sp>
      <p:sp>
        <p:nvSpPr>
          <p:cNvPr id="1424" name="Google Shape;1424;p44"/>
          <p:cNvSpPr txBox="1"/>
          <p:nvPr/>
        </p:nvSpPr>
        <p:spPr>
          <a:xfrm>
            <a:off x="459660" y="3547392"/>
            <a:ext cx="9356238" cy="2834358"/>
          </a:xfrm>
          <a:prstGeom prst="rect">
            <a:avLst/>
          </a:prstGeom>
          <a:noFill/>
          <a:ln>
            <a:noFill/>
          </a:ln>
        </p:spPr>
        <p:txBody>
          <a:bodyPr anchorCtr="0" anchor="t" bIns="45700" lIns="91425" spcFirstLastPara="1" rIns="91425" wrap="square" tIns="45700">
            <a:noAutofit/>
          </a:bodyPr>
          <a:lstStyle/>
          <a:p>
            <a:pPr indent="-302279" lvl="0" marL="302279" marR="0" rtl="0" algn="l">
              <a:lnSpc>
                <a:spcPct val="140000"/>
              </a:lnSpc>
              <a:spcBef>
                <a:spcPts val="0"/>
              </a:spcBef>
              <a:spcAft>
                <a:spcPts val="0"/>
              </a:spcAft>
              <a:buClr>
                <a:schemeClr val="dk1"/>
              </a:buClr>
              <a:buSzPts val="1600"/>
              <a:buFont typeface="Arial"/>
              <a:buChar char="•"/>
            </a:pPr>
            <a:r>
              <a:rPr lang="en-US" sz="1600">
                <a:solidFill>
                  <a:schemeClr val="dk1"/>
                </a:solidFill>
                <a:latin typeface="Arial"/>
                <a:ea typeface="Arial"/>
                <a:cs typeface="Arial"/>
                <a:sym typeface="Arial"/>
              </a:rPr>
              <a:t>Planned OSPF parameters: The OSPF process ID is 1. Router IDs of R1, R2, and R3 are 1.1.1.1, 2.2.2.2, and 3.3.3.3 respectively.</a:t>
            </a:r>
            <a:endParaRPr/>
          </a:p>
          <a:p>
            <a:pPr indent="-302279" lvl="0" marL="302279" marR="0" rtl="0" algn="l">
              <a:lnSpc>
                <a:spcPct val="140000"/>
              </a:lnSpc>
              <a:spcBef>
                <a:spcPts val="792"/>
              </a:spcBef>
              <a:spcAft>
                <a:spcPts val="0"/>
              </a:spcAft>
              <a:buClr>
                <a:schemeClr val="dk1"/>
              </a:buClr>
              <a:buSzPts val="1600"/>
              <a:buFont typeface="Arial"/>
              <a:buChar char="•"/>
            </a:pPr>
            <a:r>
              <a:rPr lang="en-US" sz="1600">
                <a:solidFill>
                  <a:schemeClr val="dk1"/>
                </a:solidFill>
                <a:latin typeface="Arial"/>
                <a:ea typeface="Arial"/>
                <a:cs typeface="Arial"/>
                <a:sym typeface="Arial"/>
              </a:rPr>
              <a:t>Procedure:</a:t>
            </a:r>
            <a:endParaRPr/>
          </a:p>
          <a:p>
            <a:pPr indent="-320675" lvl="1" marL="654050" marR="0" rtl="0" algn="l">
              <a:lnSpc>
                <a:spcPct val="140000"/>
              </a:lnSpc>
              <a:spcBef>
                <a:spcPts val="72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Create and run an OSPF process.</a:t>
            </a:r>
            <a:endParaRPr/>
          </a:p>
          <a:p>
            <a:pPr indent="-320675" lvl="1" marL="654050" marR="0" rtl="0" algn="l">
              <a:lnSpc>
                <a:spcPct val="140000"/>
              </a:lnSpc>
              <a:spcBef>
                <a:spcPts val="72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Create an OSPF area and enter the </a:t>
            </a:r>
            <a:br>
              <a:rPr b="0" i="0" lang="en-US" sz="1600" u="none" cap="none" strike="noStrike">
                <a:solidFill>
                  <a:schemeClr val="dk1"/>
                </a:solidFill>
                <a:latin typeface="Arial"/>
                <a:ea typeface="Arial"/>
                <a:cs typeface="Arial"/>
                <a:sym typeface="Arial"/>
              </a:rPr>
            </a:br>
            <a:r>
              <a:rPr b="0" i="0" lang="en-US" sz="1600" u="none" cap="none" strike="noStrike">
                <a:solidFill>
                  <a:schemeClr val="dk1"/>
                </a:solidFill>
                <a:latin typeface="Arial"/>
                <a:ea typeface="Arial"/>
                <a:cs typeface="Arial"/>
                <a:sym typeface="Arial"/>
              </a:rPr>
              <a:t>OSPF area view.</a:t>
            </a:r>
            <a:endParaRPr/>
          </a:p>
          <a:p>
            <a:pPr indent="-320675" lvl="1" marL="654050" marR="0" rtl="0" algn="l">
              <a:lnSpc>
                <a:spcPct val="140000"/>
              </a:lnSpc>
              <a:spcBef>
                <a:spcPts val="72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Specify the interface that runs OSPF..</a:t>
            </a:r>
            <a:endParaRPr b="0" i="0" sz="1600" u="none" cap="none" strike="noStrike">
              <a:solidFill>
                <a:schemeClr val="dk1"/>
              </a:solidFill>
              <a:latin typeface="Arial"/>
              <a:ea typeface="Arial"/>
              <a:cs typeface="Arial"/>
              <a:sym typeface="Arial"/>
            </a:endParaRPr>
          </a:p>
        </p:txBody>
      </p:sp>
      <p:sp>
        <p:nvSpPr>
          <p:cNvPr id="1425" name="Google Shape;1425;p44"/>
          <p:cNvSpPr txBox="1"/>
          <p:nvPr/>
        </p:nvSpPr>
        <p:spPr>
          <a:xfrm>
            <a:off x="2493533" y="2046437"/>
            <a:ext cx="1750800"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rgbClr val="00B0F0"/>
                </a:solidFill>
                <a:latin typeface="Arial"/>
                <a:ea typeface="Arial"/>
                <a:cs typeface="Arial"/>
                <a:sym typeface="Arial"/>
              </a:rPr>
              <a:t>Router ID 1.1.1.1</a:t>
            </a:r>
            <a:endParaRPr/>
          </a:p>
        </p:txBody>
      </p:sp>
      <p:sp>
        <p:nvSpPr>
          <p:cNvPr id="1426" name="Google Shape;1426;p44"/>
          <p:cNvSpPr/>
          <p:nvPr/>
        </p:nvSpPr>
        <p:spPr>
          <a:xfrm>
            <a:off x="3496704" y="1339278"/>
            <a:ext cx="1574400" cy="505264"/>
          </a:xfrm>
          <a:prstGeom prst="roundRect">
            <a:avLst>
              <a:gd fmla="val 4298" name="adj"/>
            </a:avLst>
          </a:prstGeom>
          <a:solidFill>
            <a:srgbClr val="00B0F0">
              <a:alpha val="4705"/>
            </a:srgbClr>
          </a:solidFill>
          <a:ln cap="flat" cmpd="sng" w="9525">
            <a:solidFill>
              <a:srgbClr val="99DFF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Configure interfaces.</a:t>
            </a:r>
            <a:endParaRPr/>
          </a:p>
        </p:txBody>
      </p:sp>
      <p:sp>
        <p:nvSpPr>
          <p:cNvPr id="1427" name="Google Shape;1427;p44"/>
          <p:cNvSpPr/>
          <p:nvPr/>
        </p:nvSpPr>
        <p:spPr>
          <a:xfrm>
            <a:off x="5577249" y="1339278"/>
            <a:ext cx="1289439" cy="505264"/>
          </a:xfrm>
          <a:prstGeom prst="roundRect">
            <a:avLst>
              <a:gd fmla="val 4298" name="adj"/>
            </a:avLst>
          </a:prstGeom>
          <a:solidFill>
            <a:srgbClr val="00B0F0"/>
          </a:solidFill>
          <a:ln cap="flat" cmpd="sng" w="12700">
            <a:solidFill>
              <a:srgbClr val="1AABE2"/>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US" sz="1600">
                <a:solidFill>
                  <a:srgbClr val="FFFFFF"/>
                </a:solidFill>
                <a:latin typeface="Arial"/>
                <a:ea typeface="Arial"/>
                <a:cs typeface="Arial"/>
                <a:sym typeface="Arial"/>
              </a:rPr>
              <a:t>Configure OSPF.</a:t>
            </a:r>
            <a:endParaRPr/>
          </a:p>
        </p:txBody>
      </p:sp>
      <p:cxnSp>
        <p:nvCxnSpPr>
          <p:cNvPr id="1428" name="Google Shape;1428;p44"/>
          <p:cNvCxnSpPr>
            <a:stCxn id="1426" idx="3"/>
            <a:endCxn id="1427" idx="1"/>
          </p:cNvCxnSpPr>
          <p:nvPr/>
        </p:nvCxnSpPr>
        <p:spPr>
          <a:xfrm>
            <a:off x="5071104" y="1591910"/>
            <a:ext cx="506100" cy="0"/>
          </a:xfrm>
          <a:prstGeom prst="straightConnector1">
            <a:avLst/>
          </a:prstGeom>
          <a:noFill/>
          <a:ln cap="flat" cmpd="sng" w="19050">
            <a:solidFill>
              <a:schemeClr val="dk1"/>
            </a:solidFill>
            <a:prstDash val="solid"/>
            <a:round/>
            <a:headEnd len="sm" w="sm" type="none"/>
            <a:tailEnd len="med" w="med" type="triangle"/>
          </a:ln>
        </p:spPr>
      </p:cxnSp>
      <p:sp>
        <p:nvSpPr>
          <p:cNvPr id="1429" name="Google Shape;1429;p44"/>
          <p:cNvSpPr/>
          <p:nvPr/>
        </p:nvSpPr>
        <p:spPr>
          <a:xfrm>
            <a:off x="7401899" y="1339278"/>
            <a:ext cx="1005403" cy="505264"/>
          </a:xfrm>
          <a:prstGeom prst="roundRect">
            <a:avLst>
              <a:gd fmla="val 4298" name="adj"/>
            </a:avLst>
          </a:prstGeom>
          <a:solidFill>
            <a:srgbClr val="00B0F0">
              <a:alpha val="4705"/>
            </a:srgbClr>
          </a:solidFill>
          <a:ln cap="flat" cmpd="sng" w="9525">
            <a:solidFill>
              <a:srgbClr val="99DFF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Verify the result.</a:t>
            </a:r>
            <a:endParaRPr/>
          </a:p>
        </p:txBody>
      </p:sp>
      <p:cxnSp>
        <p:nvCxnSpPr>
          <p:cNvPr id="1430" name="Google Shape;1430;p44"/>
          <p:cNvCxnSpPr>
            <a:stCxn id="1427" idx="3"/>
            <a:endCxn id="1429" idx="1"/>
          </p:cNvCxnSpPr>
          <p:nvPr/>
        </p:nvCxnSpPr>
        <p:spPr>
          <a:xfrm>
            <a:off x="6866688" y="1591910"/>
            <a:ext cx="535200" cy="0"/>
          </a:xfrm>
          <a:prstGeom prst="straightConnector1">
            <a:avLst/>
          </a:prstGeom>
          <a:noFill/>
          <a:ln cap="flat" cmpd="sng" w="19050">
            <a:solidFill>
              <a:schemeClr val="dk1"/>
            </a:solidFill>
            <a:prstDash val="solid"/>
            <a:round/>
            <a:headEnd len="sm" w="sm" type="none"/>
            <a:tailEnd len="med" w="med" type="triangle"/>
          </a:ln>
        </p:spPr>
      </p:cxnSp>
      <p:sp>
        <p:nvSpPr>
          <p:cNvPr id="1431" name="Google Shape;1431;p44"/>
          <p:cNvSpPr/>
          <p:nvPr/>
        </p:nvSpPr>
        <p:spPr>
          <a:xfrm>
            <a:off x="9798934" y="5305425"/>
            <a:ext cx="1696379" cy="516528"/>
          </a:xfrm>
          <a:prstGeom prst="roundRect">
            <a:avLst>
              <a:gd fmla="val 7486" name="adj"/>
            </a:avLst>
          </a:prstGeom>
          <a:solidFill>
            <a:srgbClr val="00B0F0">
              <a:alpha val="4705"/>
            </a:srgbClr>
          </a:solidFill>
          <a:ln cap="flat" cmpd="sng" w="9525">
            <a:solidFill>
              <a:srgbClr val="99DFF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An inverse mask is specified here.</a:t>
            </a:r>
            <a:endParaRPr/>
          </a:p>
        </p:txBody>
      </p:sp>
      <p:cxnSp>
        <p:nvCxnSpPr>
          <p:cNvPr id="1432" name="Google Shape;1432;p44"/>
          <p:cNvCxnSpPr/>
          <p:nvPr/>
        </p:nvCxnSpPr>
        <p:spPr>
          <a:xfrm rot="10800000">
            <a:off x="9526240" y="5650223"/>
            <a:ext cx="288000" cy="1"/>
          </a:xfrm>
          <a:prstGeom prst="straightConnector1">
            <a:avLst/>
          </a:prstGeom>
          <a:noFill/>
          <a:ln cap="flat" cmpd="sng" w="25400">
            <a:solidFill>
              <a:srgbClr val="00B0F0"/>
            </a:solidFill>
            <a:prstDash val="solid"/>
            <a:miter lim="800000"/>
            <a:headEnd len="sm" w="sm" type="none"/>
            <a:tailEnd len="med" w="med" type="triangle"/>
          </a:ln>
        </p:spPr>
      </p:cxn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6" name="Shape 1436"/>
        <p:cNvGrpSpPr/>
        <p:nvPr/>
      </p:nvGrpSpPr>
      <p:grpSpPr>
        <a:xfrm>
          <a:off x="0" y="0"/>
          <a:ext cx="0" cy="0"/>
          <a:chOff x="0" y="0"/>
          <a:chExt cx="0" cy="0"/>
        </a:xfrm>
      </p:grpSpPr>
      <p:sp>
        <p:nvSpPr>
          <p:cNvPr id="1437" name="Google Shape;1437;p45"/>
          <p:cNvSpPr txBox="1"/>
          <p:nvPr>
            <p:ph type="title"/>
          </p:nvPr>
        </p:nvSpPr>
        <p:spPr>
          <a:xfrm>
            <a:off x="1594800" y="452604"/>
            <a:ext cx="9831600" cy="640800"/>
          </a:xfrm>
          <a:prstGeom prst="rect">
            <a:avLst/>
          </a:prstGeom>
          <a:noFill/>
          <a:ln>
            <a:noFill/>
          </a:ln>
        </p:spPr>
        <p:txBody>
          <a:bodyPr anchorCtr="0" anchor="ctr" bIns="50400" lIns="100800" spcFirstLastPara="1" rIns="100800" wrap="square" tIns="50400">
            <a:noAutofit/>
          </a:bodyPr>
          <a:lstStyle/>
          <a:p>
            <a:pPr indent="0" lvl="0" marL="0" rtl="0" algn="l">
              <a:lnSpc>
                <a:spcPct val="90000"/>
              </a:lnSpc>
              <a:spcBef>
                <a:spcPts val="0"/>
              </a:spcBef>
              <a:spcAft>
                <a:spcPts val="0"/>
              </a:spcAft>
              <a:buClr>
                <a:schemeClr val="dk1"/>
              </a:buClr>
              <a:buSzPts val="3500"/>
              <a:buFont typeface="Arial"/>
              <a:buNone/>
            </a:pPr>
            <a:r>
              <a:rPr lang="en-US" sz="3500"/>
              <a:t>OSPF Configuration Example - Configuring OSPF (2)</a:t>
            </a:r>
            <a:endParaRPr sz="3500"/>
          </a:p>
        </p:txBody>
      </p:sp>
      <p:sp>
        <p:nvSpPr>
          <p:cNvPr id="1438" name="Google Shape;1438;p45"/>
          <p:cNvSpPr/>
          <p:nvPr/>
        </p:nvSpPr>
        <p:spPr>
          <a:xfrm>
            <a:off x="6268001" y="1960597"/>
            <a:ext cx="4331741" cy="1423038"/>
          </a:xfrm>
          <a:prstGeom prst="roundRect">
            <a:avLst>
              <a:gd fmla="val 16667" name="adj"/>
            </a:avLst>
          </a:prstGeom>
          <a:solidFill>
            <a:srgbClr val="FFFFFF"/>
          </a:solidFill>
          <a:ln cap="flat" cmpd="sng" w="12700">
            <a:solidFill>
              <a:srgbClr val="1AABE2"/>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sz="1600">
              <a:solidFill>
                <a:srgbClr val="1D1D1A"/>
              </a:solidFill>
              <a:latin typeface="Arial"/>
              <a:ea typeface="Arial"/>
              <a:cs typeface="Arial"/>
              <a:sym typeface="Arial"/>
            </a:endParaRPr>
          </a:p>
        </p:txBody>
      </p:sp>
      <p:sp>
        <p:nvSpPr>
          <p:cNvPr id="1439" name="Google Shape;1439;p45"/>
          <p:cNvSpPr/>
          <p:nvPr/>
        </p:nvSpPr>
        <p:spPr>
          <a:xfrm>
            <a:off x="1616860" y="1960597"/>
            <a:ext cx="4331741" cy="1423038"/>
          </a:xfrm>
          <a:prstGeom prst="roundRect">
            <a:avLst>
              <a:gd fmla="val 16667" name="adj"/>
            </a:avLst>
          </a:prstGeom>
          <a:solidFill>
            <a:srgbClr val="FFFFFF"/>
          </a:solidFill>
          <a:ln cap="flat" cmpd="sng" w="12700">
            <a:solidFill>
              <a:srgbClr val="1AABE2"/>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sz="1600">
              <a:solidFill>
                <a:srgbClr val="1D1D1A"/>
              </a:solidFill>
              <a:latin typeface="Arial"/>
              <a:ea typeface="Arial"/>
              <a:cs typeface="Arial"/>
              <a:sym typeface="Arial"/>
            </a:endParaRPr>
          </a:p>
        </p:txBody>
      </p:sp>
      <p:pic>
        <p:nvPicPr>
          <p:cNvPr id="1440" name="Google Shape;1440;p45"/>
          <p:cNvPicPr preferRelativeResize="0"/>
          <p:nvPr/>
        </p:nvPicPr>
        <p:blipFill rotWithShape="1">
          <a:blip r:embed="rId3">
            <a:alphaModFix/>
          </a:blip>
          <a:srcRect b="0" l="0" r="0" t="0"/>
          <a:stretch/>
        </p:blipFill>
        <p:spPr>
          <a:xfrm>
            <a:off x="2992845" y="2466050"/>
            <a:ext cx="540000" cy="442800"/>
          </a:xfrm>
          <a:prstGeom prst="rect">
            <a:avLst/>
          </a:prstGeom>
          <a:noFill/>
          <a:ln>
            <a:noFill/>
          </a:ln>
        </p:spPr>
      </p:pic>
      <p:cxnSp>
        <p:nvCxnSpPr>
          <p:cNvPr id="1441" name="Google Shape;1441;p45"/>
          <p:cNvCxnSpPr>
            <a:stCxn id="1440" idx="3"/>
            <a:endCxn id="1442" idx="1"/>
          </p:cNvCxnSpPr>
          <p:nvPr/>
        </p:nvCxnSpPr>
        <p:spPr>
          <a:xfrm>
            <a:off x="3532845" y="2687450"/>
            <a:ext cx="5118900" cy="0"/>
          </a:xfrm>
          <a:prstGeom prst="straightConnector1">
            <a:avLst/>
          </a:prstGeom>
          <a:noFill/>
          <a:ln cap="flat" cmpd="sng" w="19050">
            <a:solidFill>
              <a:schemeClr val="dk1"/>
            </a:solidFill>
            <a:prstDash val="solid"/>
            <a:miter lim="800000"/>
            <a:headEnd len="sm" w="sm" type="none"/>
            <a:tailEnd len="sm" w="sm" type="none"/>
          </a:ln>
        </p:spPr>
      </p:cxnSp>
      <p:pic>
        <p:nvPicPr>
          <p:cNvPr id="1442" name="Google Shape;1442;p45"/>
          <p:cNvPicPr preferRelativeResize="0"/>
          <p:nvPr/>
        </p:nvPicPr>
        <p:blipFill rotWithShape="1">
          <a:blip r:embed="rId3">
            <a:alphaModFix/>
          </a:blip>
          <a:srcRect b="0" l="0" r="0" t="0"/>
          <a:stretch/>
        </p:blipFill>
        <p:spPr>
          <a:xfrm>
            <a:off x="8651670" y="2466050"/>
            <a:ext cx="540000" cy="442800"/>
          </a:xfrm>
          <a:prstGeom prst="rect">
            <a:avLst/>
          </a:prstGeom>
          <a:noFill/>
          <a:ln>
            <a:noFill/>
          </a:ln>
        </p:spPr>
      </p:pic>
      <p:pic>
        <p:nvPicPr>
          <p:cNvPr id="1443" name="Google Shape;1443;p45"/>
          <p:cNvPicPr preferRelativeResize="0"/>
          <p:nvPr/>
        </p:nvPicPr>
        <p:blipFill rotWithShape="1">
          <a:blip r:embed="rId3">
            <a:alphaModFix/>
          </a:blip>
          <a:srcRect b="0" l="0" r="0" t="0"/>
          <a:stretch/>
        </p:blipFill>
        <p:spPr>
          <a:xfrm>
            <a:off x="5850050" y="2466050"/>
            <a:ext cx="540000" cy="442800"/>
          </a:xfrm>
          <a:prstGeom prst="rect">
            <a:avLst/>
          </a:prstGeom>
          <a:noFill/>
          <a:ln>
            <a:noFill/>
          </a:ln>
        </p:spPr>
      </p:pic>
      <p:sp>
        <p:nvSpPr>
          <p:cNvPr id="1444" name="Google Shape;1444;p45"/>
          <p:cNvSpPr txBox="1"/>
          <p:nvPr/>
        </p:nvSpPr>
        <p:spPr>
          <a:xfrm>
            <a:off x="5908106" y="2931945"/>
            <a:ext cx="705466"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R2</a:t>
            </a:r>
            <a:endParaRPr/>
          </a:p>
        </p:txBody>
      </p:sp>
      <p:sp>
        <p:nvSpPr>
          <p:cNvPr id="1445" name="Google Shape;1445;p45"/>
          <p:cNvSpPr txBox="1"/>
          <p:nvPr/>
        </p:nvSpPr>
        <p:spPr>
          <a:xfrm>
            <a:off x="3021873" y="2931945"/>
            <a:ext cx="705466"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R1</a:t>
            </a:r>
            <a:endParaRPr/>
          </a:p>
        </p:txBody>
      </p:sp>
      <p:sp>
        <p:nvSpPr>
          <p:cNvPr id="1446" name="Google Shape;1446;p45"/>
          <p:cNvSpPr txBox="1"/>
          <p:nvPr/>
        </p:nvSpPr>
        <p:spPr>
          <a:xfrm>
            <a:off x="8718570" y="2931945"/>
            <a:ext cx="705466"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R3</a:t>
            </a:r>
            <a:endParaRPr/>
          </a:p>
        </p:txBody>
      </p:sp>
      <p:grpSp>
        <p:nvGrpSpPr>
          <p:cNvPr id="1447" name="Google Shape;1447;p45"/>
          <p:cNvGrpSpPr/>
          <p:nvPr/>
        </p:nvGrpSpPr>
        <p:grpSpPr>
          <a:xfrm>
            <a:off x="4751661" y="2714130"/>
            <a:ext cx="1903174" cy="567904"/>
            <a:chOff x="2134861" y="4974560"/>
            <a:chExt cx="1903174" cy="567904"/>
          </a:xfrm>
        </p:grpSpPr>
        <p:sp>
          <p:nvSpPr>
            <p:cNvPr id="1448" name="Google Shape;1448;p45"/>
            <p:cNvSpPr txBox="1"/>
            <p:nvPr/>
          </p:nvSpPr>
          <p:spPr>
            <a:xfrm>
              <a:off x="2134861" y="5234687"/>
              <a:ext cx="1903174" cy="30777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400">
                  <a:solidFill>
                    <a:srgbClr val="7F6000"/>
                  </a:solidFill>
                  <a:latin typeface="Arial"/>
                  <a:ea typeface="Arial"/>
                  <a:cs typeface="Arial"/>
                  <a:sym typeface="Arial"/>
                </a:rPr>
                <a:t>10.1.12.2/30</a:t>
              </a:r>
              <a:endParaRPr/>
            </a:p>
          </p:txBody>
        </p:sp>
        <p:sp>
          <p:nvSpPr>
            <p:cNvPr id="1449" name="Google Shape;1449;p45"/>
            <p:cNvSpPr txBox="1"/>
            <p:nvPr/>
          </p:nvSpPr>
          <p:spPr>
            <a:xfrm>
              <a:off x="2412432" y="4974560"/>
              <a:ext cx="1057993" cy="30777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400">
                  <a:solidFill>
                    <a:srgbClr val="7F6000"/>
                  </a:solidFill>
                  <a:latin typeface="Arial"/>
                  <a:ea typeface="Arial"/>
                  <a:cs typeface="Arial"/>
                  <a:sym typeface="Arial"/>
                </a:rPr>
                <a:t>GE0/0/0</a:t>
              </a:r>
              <a:endParaRPr/>
            </a:p>
          </p:txBody>
        </p:sp>
      </p:grpSp>
      <p:grpSp>
        <p:nvGrpSpPr>
          <p:cNvPr id="1450" name="Google Shape;1450;p45"/>
          <p:cNvGrpSpPr/>
          <p:nvPr/>
        </p:nvGrpSpPr>
        <p:grpSpPr>
          <a:xfrm>
            <a:off x="6357612" y="2714130"/>
            <a:ext cx="1903174" cy="567904"/>
            <a:chOff x="2134861" y="4974560"/>
            <a:chExt cx="1903174" cy="567904"/>
          </a:xfrm>
        </p:grpSpPr>
        <p:sp>
          <p:nvSpPr>
            <p:cNvPr id="1451" name="Google Shape;1451;p45"/>
            <p:cNvSpPr txBox="1"/>
            <p:nvPr/>
          </p:nvSpPr>
          <p:spPr>
            <a:xfrm>
              <a:off x="2134861" y="5234687"/>
              <a:ext cx="1903174" cy="30777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400">
                  <a:solidFill>
                    <a:srgbClr val="7F6000"/>
                  </a:solidFill>
                  <a:latin typeface="Arial"/>
                  <a:ea typeface="Arial"/>
                  <a:cs typeface="Arial"/>
                  <a:sym typeface="Arial"/>
                </a:rPr>
                <a:t>10.1.23.1/30</a:t>
              </a:r>
              <a:endParaRPr/>
            </a:p>
          </p:txBody>
        </p:sp>
        <p:sp>
          <p:nvSpPr>
            <p:cNvPr id="1452" name="Google Shape;1452;p45"/>
            <p:cNvSpPr txBox="1"/>
            <p:nvPr/>
          </p:nvSpPr>
          <p:spPr>
            <a:xfrm>
              <a:off x="2158432" y="4974560"/>
              <a:ext cx="1057993" cy="30777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400">
                  <a:solidFill>
                    <a:srgbClr val="7F6000"/>
                  </a:solidFill>
                  <a:latin typeface="Arial"/>
                  <a:ea typeface="Arial"/>
                  <a:cs typeface="Arial"/>
                  <a:sym typeface="Arial"/>
                </a:rPr>
                <a:t>GE0/0/1</a:t>
              </a:r>
              <a:endParaRPr/>
            </a:p>
          </p:txBody>
        </p:sp>
      </p:grpSp>
      <p:grpSp>
        <p:nvGrpSpPr>
          <p:cNvPr id="1453" name="Google Shape;1453;p45"/>
          <p:cNvGrpSpPr/>
          <p:nvPr/>
        </p:nvGrpSpPr>
        <p:grpSpPr>
          <a:xfrm>
            <a:off x="7581488" y="2714130"/>
            <a:ext cx="1903174" cy="567904"/>
            <a:chOff x="2134861" y="4974560"/>
            <a:chExt cx="1903174" cy="567904"/>
          </a:xfrm>
        </p:grpSpPr>
        <p:sp>
          <p:nvSpPr>
            <p:cNvPr id="1454" name="Google Shape;1454;p45"/>
            <p:cNvSpPr txBox="1"/>
            <p:nvPr/>
          </p:nvSpPr>
          <p:spPr>
            <a:xfrm>
              <a:off x="2134861" y="5234687"/>
              <a:ext cx="1903174" cy="30777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400">
                  <a:solidFill>
                    <a:srgbClr val="7F6000"/>
                  </a:solidFill>
                  <a:latin typeface="Arial"/>
                  <a:ea typeface="Arial"/>
                  <a:cs typeface="Arial"/>
                  <a:sym typeface="Arial"/>
                </a:rPr>
                <a:t>10.1.23.2/30</a:t>
              </a:r>
              <a:endParaRPr/>
            </a:p>
          </p:txBody>
        </p:sp>
        <p:sp>
          <p:nvSpPr>
            <p:cNvPr id="1455" name="Google Shape;1455;p45"/>
            <p:cNvSpPr txBox="1"/>
            <p:nvPr/>
          </p:nvSpPr>
          <p:spPr>
            <a:xfrm>
              <a:off x="2412432" y="4974560"/>
              <a:ext cx="1057993" cy="30777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400">
                  <a:solidFill>
                    <a:srgbClr val="7F6000"/>
                  </a:solidFill>
                  <a:latin typeface="Arial"/>
                  <a:ea typeface="Arial"/>
                  <a:cs typeface="Arial"/>
                  <a:sym typeface="Arial"/>
                </a:rPr>
                <a:t>GE0/0/1</a:t>
              </a:r>
              <a:endParaRPr/>
            </a:p>
          </p:txBody>
        </p:sp>
      </p:grpSp>
      <p:sp>
        <p:nvSpPr>
          <p:cNvPr id="1456" name="Google Shape;1456;p45"/>
          <p:cNvSpPr txBox="1"/>
          <p:nvPr/>
        </p:nvSpPr>
        <p:spPr>
          <a:xfrm>
            <a:off x="4334904" y="2046437"/>
            <a:ext cx="798617"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rgbClr val="EC7061"/>
                </a:solidFill>
                <a:latin typeface="Arial"/>
                <a:ea typeface="Arial"/>
                <a:cs typeface="Arial"/>
                <a:sym typeface="Arial"/>
              </a:rPr>
              <a:t>Area 0</a:t>
            </a:r>
            <a:endParaRPr/>
          </a:p>
        </p:txBody>
      </p:sp>
      <p:sp>
        <p:nvSpPr>
          <p:cNvPr id="1457" name="Google Shape;1457;p45"/>
          <p:cNvSpPr txBox="1"/>
          <p:nvPr/>
        </p:nvSpPr>
        <p:spPr>
          <a:xfrm>
            <a:off x="7133109" y="2046437"/>
            <a:ext cx="798617"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rgbClr val="EC7061"/>
                </a:solidFill>
                <a:latin typeface="Arial"/>
                <a:ea typeface="Arial"/>
                <a:cs typeface="Arial"/>
                <a:sym typeface="Arial"/>
              </a:rPr>
              <a:t>Area 1</a:t>
            </a:r>
            <a:endParaRPr/>
          </a:p>
        </p:txBody>
      </p:sp>
      <p:cxnSp>
        <p:nvCxnSpPr>
          <p:cNvPr id="1458" name="Google Shape;1458;p45"/>
          <p:cNvCxnSpPr>
            <a:stCxn id="1442" idx="3"/>
          </p:cNvCxnSpPr>
          <p:nvPr/>
        </p:nvCxnSpPr>
        <p:spPr>
          <a:xfrm>
            <a:off x="9191670" y="2687450"/>
            <a:ext cx="280800" cy="0"/>
          </a:xfrm>
          <a:prstGeom prst="straightConnector1">
            <a:avLst/>
          </a:prstGeom>
          <a:noFill/>
          <a:ln cap="flat" cmpd="sng" w="19050">
            <a:solidFill>
              <a:schemeClr val="dk1"/>
            </a:solidFill>
            <a:prstDash val="solid"/>
            <a:miter lim="800000"/>
            <a:headEnd len="sm" w="sm" type="none"/>
            <a:tailEnd len="sm" w="sm" type="none"/>
          </a:ln>
        </p:spPr>
      </p:cxnSp>
      <p:cxnSp>
        <p:nvCxnSpPr>
          <p:cNvPr id="1459" name="Google Shape;1459;p45"/>
          <p:cNvCxnSpPr/>
          <p:nvPr/>
        </p:nvCxnSpPr>
        <p:spPr>
          <a:xfrm rot="10800000">
            <a:off x="9477603" y="2632369"/>
            <a:ext cx="0" cy="121756"/>
          </a:xfrm>
          <a:prstGeom prst="straightConnector1">
            <a:avLst/>
          </a:prstGeom>
          <a:noFill/>
          <a:ln cap="flat" cmpd="sng" w="19050">
            <a:solidFill>
              <a:schemeClr val="dk1"/>
            </a:solidFill>
            <a:prstDash val="solid"/>
            <a:miter lim="800000"/>
            <a:headEnd len="sm" w="sm" type="none"/>
            <a:tailEnd len="sm" w="sm" type="none"/>
          </a:ln>
        </p:spPr>
      </p:cxnSp>
      <p:grpSp>
        <p:nvGrpSpPr>
          <p:cNvPr id="1460" name="Google Shape;1460;p45"/>
          <p:cNvGrpSpPr/>
          <p:nvPr/>
        </p:nvGrpSpPr>
        <p:grpSpPr>
          <a:xfrm rot="10800000">
            <a:off x="2714670" y="2632369"/>
            <a:ext cx="285933" cy="121756"/>
            <a:chOff x="2143170" y="3381669"/>
            <a:chExt cx="285933" cy="121756"/>
          </a:xfrm>
        </p:grpSpPr>
        <p:cxnSp>
          <p:nvCxnSpPr>
            <p:cNvPr id="1461" name="Google Shape;1461;p45"/>
            <p:cNvCxnSpPr/>
            <p:nvPr/>
          </p:nvCxnSpPr>
          <p:spPr>
            <a:xfrm>
              <a:off x="2143170" y="3436750"/>
              <a:ext cx="280818" cy="0"/>
            </a:xfrm>
            <a:prstGeom prst="straightConnector1">
              <a:avLst/>
            </a:prstGeom>
            <a:noFill/>
            <a:ln cap="flat" cmpd="sng" w="19050">
              <a:solidFill>
                <a:schemeClr val="dk1"/>
              </a:solidFill>
              <a:prstDash val="solid"/>
              <a:miter lim="800000"/>
              <a:headEnd len="sm" w="sm" type="none"/>
              <a:tailEnd len="sm" w="sm" type="none"/>
            </a:ln>
          </p:spPr>
        </p:cxnSp>
        <p:cxnSp>
          <p:nvCxnSpPr>
            <p:cNvPr id="1462" name="Google Shape;1462;p45"/>
            <p:cNvCxnSpPr/>
            <p:nvPr/>
          </p:nvCxnSpPr>
          <p:spPr>
            <a:xfrm rot="10800000">
              <a:off x="2429103" y="3381669"/>
              <a:ext cx="0" cy="121756"/>
            </a:xfrm>
            <a:prstGeom prst="straightConnector1">
              <a:avLst/>
            </a:prstGeom>
            <a:noFill/>
            <a:ln cap="flat" cmpd="sng" w="19050">
              <a:solidFill>
                <a:schemeClr val="dk1"/>
              </a:solidFill>
              <a:prstDash val="solid"/>
              <a:miter lim="800000"/>
              <a:headEnd len="sm" w="sm" type="none"/>
              <a:tailEnd len="sm" w="sm" type="none"/>
            </a:ln>
          </p:spPr>
        </p:cxnSp>
      </p:grpSp>
      <p:sp>
        <p:nvSpPr>
          <p:cNvPr id="1463" name="Google Shape;1463;p45"/>
          <p:cNvSpPr txBox="1"/>
          <p:nvPr/>
        </p:nvSpPr>
        <p:spPr>
          <a:xfrm>
            <a:off x="1642260" y="2518173"/>
            <a:ext cx="1099981"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1.1.1.1/32</a:t>
            </a:r>
            <a:endParaRPr/>
          </a:p>
        </p:txBody>
      </p:sp>
      <p:sp>
        <p:nvSpPr>
          <p:cNvPr id="1464" name="Google Shape;1464;p45"/>
          <p:cNvSpPr txBox="1"/>
          <p:nvPr/>
        </p:nvSpPr>
        <p:spPr>
          <a:xfrm>
            <a:off x="9468863" y="2518173"/>
            <a:ext cx="1099981"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rgbClr val="7F6000"/>
                </a:solidFill>
                <a:latin typeface="Arial"/>
                <a:ea typeface="Arial"/>
                <a:cs typeface="Arial"/>
                <a:sym typeface="Arial"/>
              </a:rPr>
              <a:t>3.3.3.3/32</a:t>
            </a:r>
            <a:endParaRPr/>
          </a:p>
        </p:txBody>
      </p:sp>
      <p:sp>
        <p:nvSpPr>
          <p:cNvPr id="1465" name="Google Shape;1465;p45"/>
          <p:cNvSpPr/>
          <p:nvPr/>
        </p:nvSpPr>
        <p:spPr>
          <a:xfrm>
            <a:off x="3496704" y="1358328"/>
            <a:ext cx="1574400" cy="505264"/>
          </a:xfrm>
          <a:prstGeom prst="roundRect">
            <a:avLst>
              <a:gd fmla="val 4298" name="adj"/>
            </a:avLst>
          </a:prstGeom>
          <a:solidFill>
            <a:srgbClr val="00B0F0">
              <a:alpha val="4705"/>
            </a:srgbClr>
          </a:solidFill>
          <a:ln cap="flat" cmpd="sng" w="9525">
            <a:solidFill>
              <a:srgbClr val="99DFF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Configure interfaces.</a:t>
            </a:r>
            <a:endParaRPr/>
          </a:p>
        </p:txBody>
      </p:sp>
      <p:sp>
        <p:nvSpPr>
          <p:cNvPr id="1466" name="Google Shape;1466;p45"/>
          <p:cNvSpPr/>
          <p:nvPr/>
        </p:nvSpPr>
        <p:spPr>
          <a:xfrm>
            <a:off x="5577249" y="1358328"/>
            <a:ext cx="1289439" cy="505264"/>
          </a:xfrm>
          <a:prstGeom prst="roundRect">
            <a:avLst>
              <a:gd fmla="val 4298" name="adj"/>
            </a:avLst>
          </a:prstGeom>
          <a:solidFill>
            <a:srgbClr val="00B0F0"/>
          </a:solidFill>
          <a:ln cap="flat" cmpd="sng" w="12700">
            <a:solidFill>
              <a:srgbClr val="1AABE2"/>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US" sz="1600">
                <a:solidFill>
                  <a:srgbClr val="FFFFFF"/>
                </a:solidFill>
                <a:latin typeface="Arial"/>
                <a:ea typeface="Arial"/>
                <a:cs typeface="Arial"/>
                <a:sym typeface="Arial"/>
              </a:rPr>
              <a:t>Configure OSPF.</a:t>
            </a:r>
            <a:endParaRPr/>
          </a:p>
        </p:txBody>
      </p:sp>
      <p:cxnSp>
        <p:nvCxnSpPr>
          <p:cNvPr id="1467" name="Google Shape;1467;p45"/>
          <p:cNvCxnSpPr>
            <a:stCxn id="1465" idx="3"/>
            <a:endCxn id="1466" idx="1"/>
          </p:cNvCxnSpPr>
          <p:nvPr/>
        </p:nvCxnSpPr>
        <p:spPr>
          <a:xfrm>
            <a:off x="5071104" y="1610960"/>
            <a:ext cx="506100" cy="0"/>
          </a:xfrm>
          <a:prstGeom prst="straightConnector1">
            <a:avLst/>
          </a:prstGeom>
          <a:noFill/>
          <a:ln cap="flat" cmpd="sng" w="19050">
            <a:solidFill>
              <a:schemeClr val="dk1"/>
            </a:solidFill>
            <a:prstDash val="solid"/>
            <a:round/>
            <a:headEnd len="sm" w="sm" type="none"/>
            <a:tailEnd len="med" w="med" type="triangle"/>
          </a:ln>
        </p:spPr>
      </p:cxnSp>
      <p:sp>
        <p:nvSpPr>
          <p:cNvPr id="1468" name="Google Shape;1468;p45"/>
          <p:cNvSpPr/>
          <p:nvPr/>
        </p:nvSpPr>
        <p:spPr>
          <a:xfrm>
            <a:off x="7401899" y="1358328"/>
            <a:ext cx="1005403" cy="505264"/>
          </a:xfrm>
          <a:prstGeom prst="roundRect">
            <a:avLst>
              <a:gd fmla="val 4298" name="adj"/>
            </a:avLst>
          </a:prstGeom>
          <a:solidFill>
            <a:srgbClr val="00B0F0">
              <a:alpha val="4705"/>
            </a:srgbClr>
          </a:solidFill>
          <a:ln cap="flat" cmpd="sng" w="9525">
            <a:solidFill>
              <a:srgbClr val="99DFF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Verify the result.</a:t>
            </a:r>
            <a:endParaRPr/>
          </a:p>
        </p:txBody>
      </p:sp>
      <p:cxnSp>
        <p:nvCxnSpPr>
          <p:cNvPr id="1469" name="Google Shape;1469;p45"/>
          <p:cNvCxnSpPr>
            <a:stCxn id="1466" idx="3"/>
            <a:endCxn id="1468" idx="1"/>
          </p:cNvCxnSpPr>
          <p:nvPr/>
        </p:nvCxnSpPr>
        <p:spPr>
          <a:xfrm>
            <a:off x="6866688" y="1610960"/>
            <a:ext cx="535200" cy="0"/>
          </a:xfrm>
          <a:prstGeom prst="straightConnector1">
            <a:avLst/>
          </a:prstGeom>
          <a:noFill/>
          <a:ln cap="flat" cmpd="sng" w="19050">
            <a:solidFill>
              <a:schemeClr val="dk1"/>
            </a:solidFill>
            <a:prstDash val="solid"/>
            <a:round/>
            <a:headEnd len="sm" w="sm" type="none"/>
            <a:tailEnd len="med" w="med" type="triangle"/>
          </a:ln>
        </p:spPr>
      </p:cxnSp>
      <p:sp>
        <p:nvSpPr>
          <p:cNvPr id="1470" name="Google Shape;1470;p45"/>
          <p:cNvSpPr txBox="1"/>
          <p:nvPr/>
        </p:nvSpPr>
        <p:spPr>
          <a:xfrm>
            <a:off x="1409058" y="4173434"/>
            <a:ext cx="4331741" cy="1938992"/>
          </a:xfrm>
          <a:prstGeom prst="rect">
            <a:avLst/>
          </a:prstGeom>
          <a:solidFill>
            <a:srgbClr val="F4FBFE"/>
          </a:solidFill>
          <a:ln cap="flat" cmpd="sng" w="9525">
            <a:solidFill>
              <a:srgbClr val="99DFF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71428"/>
              </a:lnSpc>
              <a:spcBef>
                <a:spcPts val="0"/>
              </a:spcBef>
              <a:spcAft>
                <a:spcPts val="0"/>
              </a:spcAft>
              <a:buNone/>
            </a:pPr>
            <a:r>
              <a:rPr lang="en-US" sz="1400">
                <a:solidFill>
                  <a:srgbClr val="000000"/>
                </a:solidFill>
                <a:latin typeface="Arial"/>
                <a:ea typeface="Arial"/>
                <a:cs typeface="Arial"/>
                <a:sym typeface="Arial"/>
              </a:rPr>
              <a:t># Configure OSPF on R2.</a:t>
            </a:r>
            <a:endParaRPr/>
          </a:p>
          <a:p>
            <a:pPr indent="0" lvl="0" marL="0" marR="0" rtl="0" algn="l">
              <a:lnSpc>
                <a:spcPct val="171428"/>
              </a:lnSpc>
              <a:spcBef>
                <a:spcPts val="0"/>
              </a:spcBef>
              <a:spcAft>
                <a:spcPts val="0"/>
              </a:spcAft>
              <a:buNone/>
            </a:pPr>
            <a:r>
              <a:rPr lang="en-US" sz="1400">
                <a:solidFill>
                  <a:srgbClr val="000000"/>
                </a:solidFill>
                <a:latin typeface="Arial"/>
                <a:ea typeface="Arial"/>
                <a:cs typeface="Arial"/>
                <a:sym typeface="Arial"/>
              </a:rPr>
              <a:t>[R2] ospf 1 </a:t>
            </a:r>
            <a:r>
              <a:rPr lang="en-US" sz="1400">
                <a:solidFill>
                  <a:srgbClr val="7F6000"/>
                </a:solidFill>
                <a:latin typeface="Arial"/>
                <a:ea typeface="Arial"/>
                <a:cs typeface="Arial"/>
                <a:sym typeface="Arial"/>
              </a:rPr>
              <a:t>router-id 2.2.2.2</a:t>
            </a:r>
            <a:r>
              <a:rPr lang="en-US" sz="1400">
                <a:solidFill>
                  <a:srgbClr val="000000"/>
                </a:solidFill>
                <a:latin typeface="Arial"/>
                <a:ea typeface="Arial"/>
                <a:cs typeface="Arial"/>
                <a:sym typeface="Arial"/>
              </a:rPr>
              <a:t>	</a:t>
            </a:r>
            <a:endParaRPr/>
          </a:p>
          <a:p>
            <a:pPr indent="0" lvl="0" marL="0" marR="0" rtl="0" algn="l">
              <a:lnSpc>
                <a:spcPct val="171428"/>
              </a:lnSpc>
              <a:spcBef>
                <a:spcPts val="0"/>
              </a:spcBef>
              <a:spcAft>
                <a:spcPts val="0"/>
              </a:spcAft>
              <a:buNone/>
            </a:pPr>
            <a:r>
              <a:rPr lang="en-US" sz="1400">
                <a:solidFill>
                  <a:srgbClr val="000000"/>
                </a:solidFill>
                <a:latin typeface="Arial"/>
                <a:ea typeface="Arial"/>
                <a:cs typeface="Arial"/>
                <a:sym typeface="Arial"/>
              </a:rPr>
              <a:t>[R2-ospf-1] </a:t>
            </a:r>
            <a:r>
              <a:rPr lang="en-US" sz="1400">
                <a:solidFill>
                  <a:srgbClr val="EC7061"/>
                </a:solidFill>
                <a:latin typeface="Arial"/>
                <a:ea typeface="Arial"/>
                <a:cs typeface="Arial"/>
                <a:sym typeface="Arial"/>
              </a:rPr>
              <a:t>area 0	</a:t>
            </a:r>
            <a:endParaRPr/>
          </a:p>
          <a:p>
            <a:pPr indent="0" lvl="0" marL="0" marR="0" rtl="0" algn="l">
              <a:lnSpc>
                <a:spcPct val="171428"/>
              </a:lnSpc>
              <a:spcBef>
                <a:spcPts val="0"/>
              </a:spcBef>
              <a:spcAft>
                <a:spcPts val="0"/>
              </a:spcAft>
              <a:buNone/>
            </a:pPr>
            <a:r>
              <a:rPr lang="en-US" sz="1400">
                <a:solidFill>
                  <a:srgbClr val="000000"/>
                </a:solidFill>
                <a:latin typeface="Arial"/>
                <a:ea typeface="Arial"/>
                <a:cs typeface="Arial"/>
                <a:sym typeface="Arial"/>
              </a:rPr>
              <a:t>[R2-ospf-1-area-0.0.0.0] </a:t>
            </a:r>
            <a:r>
              <a:rPr lang="en-US" sz="1400">
                <a:solidFill>
                  <a:schemeClr val="dk1"/>
                </a:solidFill>
                <a:latin typeface="Arial"/>
                <a:ea typeface="Arial"/>
                <a:cs typeface="Arial"/>
                <a:sym typeface="Arial"/>
              </a:rPr>
              <a:t>network 10.1.12.0 0.0.0.3</a:t>
            </a:r>
            <a:endParaRPr/>
          </a:p>
          <a:p>
            <a:pPr indent="0" lvl="0" marL="0" marR="0" rtl="0" algn="l">
              <a:lnSpc>
                <a:spcPct val="171428"/>
              </a:lnSpc>
              <a:spcBef>
                <a:spcPts val="0"/>
              </a:spcBef>
              <a:spcAft>
                <a:spcPts val="0"/>
              </a:spcAft>
              <a:buNone/>
            </a:pPr>
            <a:r>
              <a:rPr lang="en-US" sz="1400">
                <a:solidFill>
                  <a:srgbClr val="000000"/>
                </a:solidFill>
                <a:latin typeface="Arial"/>
                <a:ea typeface="Arial"/>
                <a:cs typeface="Arial"/>
                <a:sym typeface="Arial"/>
              </a:rPr>
              <a:t>[R2-ospf-1-area-0.0.0.0] </a:t>
            </a:r>
            <a:r>
              <a:rPr lang="en-US" sz="1400">
                <a:solidFill>
                  <a:srgbClr val="EC7061"/>
                </a:solidFill>
                <a:latin typeface="Arial"/>
                <a:ea typeface="Arial"/>
                <a:cs typeface="Arial"/>
                <a:sym typeface="Arial"/>
              </a:rPr>
              <a:t>area 1</a:t>
            </a:r>
            <a:endParaRPr/>
          </a:p>
          <a:p>
            <a:pPr indent="0" lvl="0" marL="0" marR="0" rtl="0" algn="l">
              <a:lnSpc>
                <a:spcPct val="171428"/>
              </a:lnSpc>
              <a:spcBef>
                <a:spcPts val="0"/>
              </a:spcBef>
              <a:spcAft>
                <a:spcPts val="0"/>
              </a:spcAft>
              <a:buNone/>
            </a:pPr>
            <a:r>
              <a:rPr lang="en-US" sz="1400">
                <a:solidFill>
                  <a:schemeClr val="dk1"/>
                </a:solidFill>
                <a:latin typeface="Arial"/>
                <a:ea typeface="Arial"/>
                <a:cs typeface="Arial"/>
                <a:sym typeface="Arial"/>
              </a:rPr>
              <a:t>[R2-ospf-1-area-0.0.0.1] network 10.1.23.0 0.0.0.3</a:t>
            </a:r>
            <a:endParaRPr/>
          </a:p>
        </p:txBody>
      </p:sp>
      <p:sp>
        <p:nvSpPr>
          <p:cNvPr id="1471" name="Google Shape;1471;p45"/>
          <p:cNvSpPr txBox="1"/>
          <p:nvPr/>
        </p:nvSpPr>
        <p:spPr>
          <a:xfrm>
            <a:off x="5230716" y="2059007"/>
            <a:ext cx="1750800"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rgbClr val="7F6000"/>
                </a:solidFill>
                <a:latin typeface="Arial"/>
                <a:ea typeface="Arial"/>
                <a:cs typeface="Arial"/>
                <a:sym typeface="Arial"/>
              </a:rPr>
              <a:t>Router ID 2.2.2.2</a:t>
            </a:r>
            <a:endParaRPr/>
          </a:p>
        </p:txBody>
      </p:sp>
      <p:sp>
        <p:nvSpPr>
          <p:cNvPr id="1472" name="Google Shape;1472;p45"/>
          <p:cNvSpPr txBox="1"/>
          <p:nvPr/>
        </p:nvSpPr>
        <p:spPr>
          <a:xfrm>
            <a:off x="8041652" y="2046437"/>
            <a:ext cx="1750800"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rgbClr val="7F6000"/>
                </a:solidFill>
                <a:latin typeface="Arial"/>
                <a:ea typeface="Arial"/>
                <a:cs typeface="Arial"/>
                <a:sym typeface="Arial"/>
              </a:rPr>
              <a:t>Router ID 3.3.3.3</a:t>
            </a:r>
            <a:endParaRPr/>
          </a:p>
        </p:txBody>
      </p:sp>
      <p:sp>
        <p:nvSpPr>
          <p:cNvPr id="1473" name="Google Shape;1473;p45"/>
          <p:cNvSpPr txBox="1"/>
          <p:nvPr/>
        </p:nvSpPr>
        <p:spPr>
          <a:xfrm>
            <a:off x="6445429" y="4173434"/>
            <a:ext cx="4413071" cy="1631216"/>
          </a:xfrm>
          <a:prstGeom prst="rect">
            <a:avLst/>
          </a:prstGeom>
          <a:solidFill>
            <a:srgbClr val="F4FBFE"/>
          </a:solidFill>
          <a:ln cap="flat" cmpd="sng" w="9525">
            <a:solidFill>
              <a:srgbClr val="99DFF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71428"/>
              </a:lnSpc>
              <a:spcBef>
                <a:spcPts val="0"/>
              </a:spcBef>
              <a:spcAft>
                <a:spcPts val="0"/>
              </a:spcAft>
              <a:buNone/>
            </a:pPr>
            <a:r>
              <a:rPr lang="en-US" sz="1400">
                <a:solidFill>
                  <a:srgbClr val="000000"/>
                </a:solidFill>
                <a:latin typeface="Arial"/>
                <a:ea typeface="Arial"/>
                <a:cs typeface="Arial"/>
                <a:sym typeface="Arial"/>
              </a:rPr>
              <a:t># Configure OSPF on R3.</a:t>
            </a:r>
            <a:endParaRPr/>
          </a:p>
          <a:p>
            <a:pPr indent="0" lvl="0" marL="0" marR="0" rtl="0" algn="l">
              <a:lnSpc>
                <a:spcPct val="171428"/>
              </a:lnSpc>
              <a:spcBef>
                <a:spcPts val="0"/>
              </a:spcBef>
              <a:spcAft>
                <a:spcPts val="0"/>
              </a:spcAft>
              <a:buNone/>
            </a:pPr>
            <a:r>
              <a:rPr lang="en-US" sz="1400">
                <a:solidFill>
                  <a:srgbClr val="000000"/>
                </a:solidFill>
                <a:latin typeface="Arial"/>
                <a:ea typeface="Arial"/>
                <a:cs typeface="Arial"/>
                <a:sym typeface="Arial"/>
              </a:rPr>
              <a:t>[R3] ospf 1 </a:t>
            </a:r>
            <a:r>
              <a:rPr lang="en-US" sz="1400">
                <a:solidFill>
                  <a:srgbClr val="7F6000"/>
                </a:solidFill>
                <a:latin typeface="Arial"/>
                <a:ea typeface="Arial"/>
                <a:cs typeface="Arial"/>
                <a:sym typeface="Arial"/>
              </a:rPr>
              <a:t>router-id 3.3.3.3</a:t>
            </a:r>
            <a:r>
              <a:rPr lang="en-US" sz="1400">
                <a:solidFill>
                  <a:srgbClr val="0070C0"/>
                </a:solidFill>
                <a:latin typeface="Arial"/>
                <a:ea typeface="Arial"/>
                <a:cs typeface="Arial"/>
                <a:sym typeface="Arial"/>
              </a:rPr>
              <a:t>	</a:t>
            </a:r>
            <a:endParaRPr/>
          </a:p>
          <a:p>
            <a:pPr indent="0" lvl="0" marL="0" marR="0" rtl="0" algn="l">
              <a:lnSpc>
                <a:spcPct val="171428"/>
              </a:lnSpc>
              <a:spcBef>
                <a:spcPts val="0"/>
              </a:spcBef>
              <a:spcAft>
                <a:spcPts val="0"/>
              </a:spcAft>
              <a:buNone/>
            </a:pPr>
            <a:r>
              <a:rPr lang="en-US" sz="1400">
                <a:solidFill>
                  <a:srgbClr val="000000"/>
                </a:solidFill>
                <a:latin typeface="Arial"/>
                <a:ea typeface="Arial"/>
                <a:cs typeface="Arial"/>
                <a:sym typeface="Arial"/>
              </a:rPr>
              <a:t>[R3-ospf-1] </a:t>
            </a:r>
            <a:r>
              <a:rPr lang="en-US" sz="1400">
                <a:solidFill>
                  <a:srgbClr val="EC7061"/>
                </a:solidFill>
                <a:latin typeface="Arial"/>
                <a:ea typeface="Arial"/>
                <a:cs typeface="Arial"/>
                <a:sym typeface="Arial"/>
              </a:rPr>
              <a:t>area 1	</a:t>
            </a:r>
            <a:endParaRPr/>
          </a:p>
          <a:p>
            <a:pPr indent="0" lvl="0" marL="0" marR="0" rtl="0" algn="l">
              <a:lnSpc>
                <a:spcPct val="171428"/>
              </a:lnSpc>
              <a:spcBef>
                <a:spcPts val="0"/>
              </a:spcBef>
              <a:spcAft>
                <a:spcPts val="0"/>
              </a:spcAft>
              <a:buNone/>
            </a:pPr>
            <a:r>
              <a:rPr lang="en-US" sz="1400">
                <a:solidFill>
                  <a:srgbClr val="000000"/>
                </a:solidFill>
                <a:latin typeface="Arial"/>
                <a:ea typeface="Arial"/>
                <a:cs typeface="Arial"/>
                <a:sym typeface="Arial"/>
              </a:rPr>
              <a:t>[R3-ospf-1-area-0.0.0.1] network 3.3.3.3 0.0.0.0</a:t>
            </a:r>
            <a:endParaRPr/>
          </a:p>
          <a:p>
            <a:pPr indent="0" lvl="0" marL="0" marR="0" rtl="0" algn="l">
              <a:lnSpc>
                <a:spcPct val="171428"/>
              </a:lnSpc>
              <a:spcBef>
                <a:spcPts val="0"/>
              </a:spcBef>
              <a:spcAft>
                <a:spcPts val="0"/>
              </a:spcAft>
              <a:buNone/>
            </a:pPr>
            <a:r>
              <a:rPr lang="en-US" sz="1400">
                <a:solidFill>
                  <a:srgbClr val="000000"/>
                </a:solidFill>
                <a:latin typeface="Arial"/>
                <a:ea typeface="Arial"/>
                <a:cs typeface="Arial"/>
                <a:sym typeface="Arial"/>
              </a:rPr>
              <a:t>[R3-ospf-1-area-0.0.0.1] network 10.1.23.0 0.0.0.3</a:t>
            </a:r>
            <a:endParaRPr/>
          </a:p>
        </p:txBody>
      </p:sp>
      <p:sp>
        <p:nvSpPr>
          <p:cNvPr id="1474" name="Google Shape;1474;p45"/>
          <p:cNvSpPr txBox="1"/>
          <p:nvPr/>
        </p:nvSpPr>
        <p:spPr>
          <a:xfrm>
            <a:off x="991821" y="3493704"/>
            <a:ext cx="9356238" cy="416393"/>
          </a:xfrm>
          <a:prstGeom prst="rect">
            <a:avLst/>
          </a:prstGeom>
          <a:noFill/>
          <a:ln>
            <a:noFill/>
          </a:ln>
        </p:spPr>
        <p:txBody>
          <a:bodyPr anchorCtr="0" anchor="t" bIns="45700" lIns="91425" spcFirstLastPara="1" rIns="91425" wrap="square" tIns="45700">
            <a:noAutofit/>
          </a:bodyPr>
          <a:lstStyle/>
          <a:p>
            <a:pPr indent="-302279" lvl="0" marL="302279" marR="0" rtl="0" algn="l">
              <a:lnSpc>
                <a:spcPct val="100000"/>
              </a:lnSpc>
              <a:spcBef>
                <a:spcPts val="0"/>
              </a:spcBef>
              <a:spcAft>
                <a:spcPts val="0"/>
              </a:spcAft>
              <a:buClr>
                <a:schemeClr val="dk1"/>
              </a:buClr>
              <a:buSzPts val="1600"/>
              <a:buFont typeface="Arial"/>
              <a:buChar char="•"/>
            </a:pPr>
            <a:r>
              <a:rPr lang="en-US" sz="1600">
                <a:solidFill>
                  <a:schemeClr val="dk1"/>
                </a:solidFill>
                <a:latin typeface="Arial"/>
                <a:ea typeface="Arial"/>
                <a:cs typeface="Arial"/>
                <a:sym typeface="Arial"/>
              </a:rPr>
              <a:t>When configuring OSPF multi-area, be sure to advertise the route destined for a network segment that responds to a specified area.</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8" name="Shape 1478"/>
        <p:cNvGrpSpPr/>
        <p:nvPr/>
      </p:nvGrpSpPr>
      <p:grpSpPr>
        <a:xfrm>
          <a:off x="0" y="0"/>
          <a:ext cx="0" cy="0"/>
          <a:chOff x="0" y="0"/>
          <a:chExt cx="0" cy="0"/>
        </a:xfrm>
      </p:grpSpPr>
      <p:sp>
        <p:nvSpPr>
          <p:cNvPr id="1479" name="Google Shape;1479;p46"/>
          <p:cNvSpPr txBox="1"/>
          <p:nvPr>
            <p:ph type="title"/>
          </p:nvPr>
        </p:nvSpPr>
        <p:spPr>
          <a:xfrm>
            <a:off x="1594800" y="452604"/>
            <a:ext cx="10154288" cy="640800"/>
          </a:xfrm>
          <a:prstGeom prst="rect">
            <a:avLst/>
          </a:prstGeom>
          <a:noFill/>
          <a:ln>
            <a:noFill/>
          </a:ln>
        </p:spPr>
        <p:txBody>
          <a:bodyPr anchorCtr="0" anchor="ctr" bIns="50400" lIns="100800" spcFirstLastPara="1" rIns="100800" wrap="square" tIns="50400">
            <a:noAutofit/>
          </a:bodyPr>
          <a:lstStyle/>
          <a:p>
            <a:pPr indent="0" lvl="0" marL="0" rtl="0" algn="l">
              <a:lnSpc>
                <a:spcPct val="90000"/>
              </a:lnSpc>
              <a:spcBef>
                <a:spcPts val="0"/>
              </a:spcBef>
              <a:spcAft>
                <a:spcPts val="0"/>
              </a:spcAft>
              <a:buClr>
                <a:schemeClr val="dk1"/>
              </a:buClr>
              <a:buSzPts val="3400"/>
              <a:buFont typeface="Arial"/>
              <a:buNone/>
            </a:pPr>
            <a:r>
              <a:rPr lang="en-US"/>
              <a:t>OSPF Configuration Example - Verification (1)</a:t>
            </a:r>
            <a:endParaRPr/>
          </a:p>
        </p:txBody>
      </p:sp>
      <p:sp>
        <p:nvSpPr>
          <p:cNvPr id="1480" name="Google Shape;1480;p46"/>
          <p:cNvSpPr/>
          <p:nvPr/>
        </p:nvSpPr>
        <p:spPr>
          <a:xfrm>
            <a:off x="6268001" y="1960597"/>
            <a:ext cx="4331741" cy="1423038"/>
          </a:xfrm>
          <a:prstGeom prst="roundRect">
            <a:avLst>
              <a:gd fmla="val 16667" name="adj"/>
            </a:avLst>
          </a:prstGeom>
          <a:solidFill>
            <a:srgbClr val="FFFFFF"/>
          </a:solidFill>
          <a:ln cap="flat" cmpd="sng" w="12700">
            <a:solidFill>
              <a:srgbClr val="1AABE2"/>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sz="1600">
              <a:solidFill>
                <a:srgbClr val="1D1D1A"/>
              </a:solidFill>
              <a:latin typeface="Arial"/>
              <a:ea typeface="Arial"/>
              <a:cs typeface="Arial"/>
              <a:sym typeface="Arial"/>
            </a:endParaRPr>
          </a:p>
        </p:txBody>
      </p:sp>
      <p:sp>
        <p:nvSpPr>
          <p:cNvPr id="1481" name="Google Shape;1481;p46"/>
          <p:cNvSpPr/>
          <p:nvPr/>
        </p:nvSpPr>
        <p:spPr>
          <a:xfrm>
            <a:off x="1616860" y="1960597"/>
            <a:ext cx="4331741" cy="1423038"/>
          </a:xfrm>
          <a:prstGeom prst="roundRect">
            <a:avLst>
              <a:gd fmla="val 16667" name="adj"/>
            </a:avLst>
          </a:prstGeom>
          <a:solidFill>
            <a:srgbClr val="FFFFFF"/>
          </a:solidFill>
          <a:ln cap="flat" cmpd="sng" w="12700">
            <a:solidFill>
              <a:srgbClr val="1AABE2"/>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sz="1600">
              <a:solidFill>
                <a:srgbClr val="1D1D1A"/>
              </a:solidFill>
              <a:latin typeface="Arial"/>
              <a:ea typeface="Arial"/>
              <a:cs typeface="Arial"/>
              <a:sym typeface="Arial"/>
            </a:endParaRPr>
          </a:p>
        </p:txBody>
      </p:sp>
      <p:pic>
        <p:nvPicPr>
          <p:cNvPr id="1482" name="Google Shape;1482;p46"/>
          <p:cNvPicPr preferRelativeResize="0"/>
          <p:nvPr/>
        </p:nvPicPr>
        <p:blipFill rotWithShape="1">
          <a:blip r:embed="rId3">
            <a:alphaModFix/>
          </a:blip>
          <a:srcRect b="0" l="0" r="0" t="0"/>
          <a:stretch/>
        </p:blipFill>
        <p:spPr>
          <a:xfrm>
            <a:off x="2992845" y="2466050"/>
            <a:ext cx="540000" cy="442800"/>
          </a:xfrm>
          <a:prstGeom prst="rect">
            <a:avLst/>
          </a:prstGeom>
          <a:noFill/>
          <a:ln>
            <a:noFill/>
          </a:ln>
        </p:spPr>
      </p:pic>
      <p:cxnSp>
        <p:nvCxnSpPr>
          <p:cNvPr id="1483" name="Google Shape;1483;p46"/>
          <p:cNvCxnSpPr>
            <a:stCxn id="1482" idx="3"/>
            <a:endCxn id="1484" idx="1"/>
          </p:cNvCxnSpPr>
          <p:nvPr/>
        </p:nvCxnSpPr>
        <p:spPr>
          <a:xfrm>
            <a:off x="3532845" y="2687450"/>
            <a:ext cx="5118900" cy="0"/>
          </a:xfrm>
          <a:prstGeom prst="straightConnector1">
            <a:avLst/>
          </a:prstGeom>
          <a:noFill/>
          <a:ln cap="flat" cmpd="sng" w="19050">
            <a:solidFill>
              <a:schemeClr val="dk1"/>
            </a:solidFill>
            <a:prstDash val="solid"/>
            <a:miter lim="800000"/>
            <a:headEnd len="sm" w="sm" type="none"/>
            <a:tailEnd len="sm" w="sm" type="none"/>
          </a:ln>
        </p:spPr>
      </p:cxnSp>
      <p:pic>
        <p:nvPicPr>
          <p:cNvPr id="1484" name="Google Shape;1484;p46"/>
          <p:cNvPicPr preferRelativeResize="0"/>
          <p:nvPr/>
        </p:nvPicPr>
        <p:blipFill rotWithShape="1">
          <a:blip r:embed="rId3">
            <a:alphaModFix/>
          </a:blip>
          <a:srcRect b="0" l="0" r="0" t="0"/>
          <a:stretch/>
        </p:blipFill>
        <p:spPr>
          <a:xfrm>
            <a:off x="8651670" y="2466050"/>
            <a:ext cx="540000" cy="442800"/>
          </a:xfrm>
          <a:prstGeom prst="rect">
            <a:avLst/>
          </a:prstGeom>
          <a:noFill/>
          <a:ln>
            <a:noFill/>
          </a:ln>
        </p:spPr>
      </p:pic>
      <p:pic>
        <p:nvPicPr>
          <p:cNvPr id="1485" name="Google Shape;1485;p46"/>
          <p:cNvPicPr preferRelativeResize="0"/>
          <p:nvPr/>
        </p:nvPicPr>
        <p:blipFill rotWithShape="1">
          <a:blip r:embed="rId3">
            <a:alphaModFix/>
          </a:blip>
          <a:srcRect b="0" l="0" r="0" t="0"/>
          <a:stretch/>
        </p:blipFill>
        <p:spPr>
          <a:xfrm>
            <a:off x="5850050" y="2466050"/>
            <a:ext cx="540000" cy="442800"/>
          </a:xfrm>
          <a:prstGeom prst="rect">
            <a:avLst/>
          </a:prstGeom>
          <a:noFill/>
          <a:ln>
            <a:noFill/>
          </a:ln>
        </p:spPr>
      </p:pic>
      <p:sp>
        <p:nvSpPr>
          <p:cNvPr id="1486" name="Google Shape;1486;p46"/>
          <p:cNvSpPr txBox="1"/>
          <p:nvPr/>
        </p:nvSpPr>
        <p:spPr>
          <a:xfrm>
            <a:off x="5908106" y="2931945"/>
            <a:ext cx="705466"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rgbClr val="EC7061"/>
                </a:solidFill>
                <a:latin typeface="Arial"/>
                <a:ea typeface="Arial"/>
                <a:cs typeface="Arial"/>
                <a:sym typeface="Arial"/>
              </a:rPr>
              <a:t>R2</a:t>
            </a:r>
            <a:endParaRPr/>
          </a:p>
        </p:txBody>
      </p:sp>
      <p:sp>
        <p:nvSpPr>
          <p:cNvPr id="1487" name="Google Shape;1487;p46"/>
          <p:cNvSpPr txBox="1"/>
          <p:nvPr/>
        </p:nvSpPr>
        <p:spPr>
          <a:xfrm>
            <a:off x="3021873" y="2931945"/>
            <a:ext cx="705466"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R1</a:t>
            </a:r>
            <a:endParaRPr/>
          </a:p>
        </p:txBody>
      </p:sp>
      <p:sp>
        <p:nvSpPr>
          <p:cNvPr id="1488" name="Google Shape;1488;p46"/>
          <p:cNvSpPr txBox="1"/>
          <p:nvPr/>
        </p:nvSpPr>
        <p:spPr>
          <a:xfrm>
            <a:off x="8718570" y="2931945"/>
            <a:ext cx="705466"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R3</a:t>
            </a:r>
            <a:endParaRPr/>
          </a:p>
        </p:txBody>
      </p:sp>
      <p:cxnSp>
        <p:nvCxnSpPr>
          <p:cNvPr id="1489" name="Google Shape;1489;p46"/>
          <p:cNvCxnSpPr>
            <a:stCxn id="1484" idx="3"/>
          </p:cNvCxnSpPr>
          <p:nvPr/>
        </p:nvCxnSpPr>
        <p:spPr>
          <a:xfrm>
            <a:off x="9191670" y="2687450"/>
            <a:ext cx="280800" cy="0"/>
          </a:xfrm>
          <a:prstGeom prst="straightConnector1">
            <a:avLst/>
          </a:prstGeom>
          <a:noFill/>
          <a:ln cap="flat" cmpd="sng" w="19050">
            <a:solidFill>
              <a:schemeClr val="dk1"/>
            </a:solidFill>
            <a:prstDash val="solid"/>
            <a:miter lim="800000"/>
            <a:headEnd len="sm" w="sm" type="none"/>
            <a:tailEnd len="sm" w="sm" type="none"/>
          </a:ln>
        </p:spPr>
      </p:cxnSp>
      <p:cxnSp>
        <p:nvCxnSpPr>
          <p:cNvPr id="1490" name="Google Shape;1490;p46"/>
          <p:cNvCxnSpPr/>
          <p:nvPr/>
        </p:nvCxnSpPr>
        <p:spPr>
          <a:xfrm rot="10800000">
            <a:off x="9477603" y="2632369"/>
            <a:ext cx="0" cy="121756"/>
          </a:xfrm>
          <a:prstGeom prst="straightConnector1">
            <a:avLst/>
          </a:prstGeom>
          <a:noFill/>
          <a:ln cap="flat" cmpd="sng" w="19050">
            <a:solidFill>
              <a:schemeClr val="dk1"/>
            </a:solidFill>
            <a:prstDash val="solid"/>
            <a:miter lim="800000"/>
            <a:headEnd len="sm" w="sm" type="none"/>
            <a:tailEnd len="sm" w="sm" type="none"/>
          </a:ln>
        </p:spPr>
      </p:cxnSp>
      <p:grpSp>
        <p:nvGrpSpPr>
          <p:cNvPr id="1491" name="Google Shape;1491;p46"/>
          <p:cNvGrpSpPr/>
          <p:nvPr/>
        </p:nvGrpSpPr>
        <p:grpSpPr>
          <a:xfrm rot="10800000">
            <a:off x="2714670" y="2632369"/>
            <a:ext cx="285933" cy="121756"/>
            <a:chOff x="2143170" y="3381669"/>
            <a:chExt cx="285933" cy="121756"/>
          </a:xfrm>
        </p:grpSpPr>
        <p:cxnSp>
          <p:nvCxnSpPr>
            <p:cNvPr id="1492" name="Google Shape;1492;p46"/>
            <p:cNvCxnSpPr/>
            <p:nvPr/>
          </p:nvCxnSpPr>
          <p:spPr>
            <a:xfrm>
              <a:off x="2143170" y="3436750"/>
              <a:ext cx="280818" cy="0"/>
            </a:xfrm>
            <a:prstGeom prst="straightConnector1">
              <a:avLst/>
            </a:prstGeom>
            <a:noFill/>
            <a:ln cap="flat" cmpd="sng" w="19050">
              <a:solidFill>
                <a:schemeClr val="dk1"/>
              </a:solidFill>
              <a:prstDash val="solid"/>
              <a:miter lim="800000"/>
              <a:headEnd len="sm" w="sm" type="none"/>
              <a:tailEnd len="sm" w="sm" type="none"/>
            </a:ln>
          </p:spPr>
        </p:cxnSp>
        <p:cxnSp>
          <p:nvCxnSpPr>
            <p:cNvPr id="1493" name="Google Shape;1493;p46"/>
            <p:cNvCxnSpPr/>
            <p:nvPr/>
          </p:nvCxnSpPr>
          <p:spPr>
            <a:xfrm rot="10800000">
              <a:off x="2429103" y="3381669"/>
              <a:ext cx="0" cy="121756"/>
            </a:xfrm>
            <a:prstGeom prst="straightConnector1">
              <a:avLst/>
            </a:prstGeom>
            <a:noFill/>
            <a:ln cap="flat" cmpd="sng" w="19050">
              <a:solidFill>
                <a:schemeClr val="dk1"/>
              </a:solidFill>
              <a:prstDash val="solid"/>
              <a:miter lim="800000"/>
              <a:headEnd len="sm" w="sm" type="none"/>
              <a:tailEnd len="sm" w="sm" type="none"/>
            </a:ln>
          </p:spPr>
        </p:cxnSp>
      </p:grpSp>
      <p:sp>
        <p:nvSpPr>
          <p:cNvPr id="1494" name="Google Shape;1494;p46"/>
          <p:cNvSpPr txBox="1"/>
          <p:nvPr/>
        </p:nvSpPr>
        <p:spPr>
          <a:xfrm>
            <a:off x="1642260" y="2518173"/>
            <a:ext cx="1099981"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rgbClr val="EC7061"/>
                </a:solidFill>
                <a:latin typeface="Arial"/>
                <a:ea typeface="Arial"/>
                <a:cs typeface="Arial"/>
                <a:sym typeface="Arial"/>
              </a:rPr>
              <a:t>1.1.1.1/32</a:t>
            </a:r>
            <a:endParaRPr/>
          </a:p>
        </p:txBody>
      </p:sp>
      <p:sp>
        <p:nvSpPr>
          <p:cNvPr id="1495" name="Google Shape;1495;p46"/>
          <p:cNvSpPr txBox="1"/>
          <p:nvPr/>
        </p:nvSpPr>
        <p:spPr>
          <a:xfrm>
            <a:off x="9468863" y="2518173"/>
            <a:ext cx="1099981"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rgbClr val="EC7061"/>
                </a:solidFill>
                <a:latin typeface="Arial"/>
                <a:ea typeface="Arial"/>
                <a:cs typeface="Arial"/>
                <a:sym typeface="Arial"/>
              </a:rPr>
              <a:t>3.3.3.3/32</a:t>
            </a:r>
            <a:endParaRPr/>
          </a:p>
        </p:txBody>
      </p:sp>
      <p:sp>
        <p:nvSpPr>
          <p:cNvPr id="1496" name="Google Shape;1496;p46"/>
          <p:cNvSpPr/>
          <p:nvPr/>
        </p:nvSpPr>
        <p:spPr>
          <a:xfrm>
            <a:off x="3496704" y="1301178"/>
            <a:ext cx="1574400" cy="505264"/>
          </a:xfrm>
          <a:prstGeom prst="roundRect">
            <a:avLst>
              <a:gd fmla="val 4298" name="adj"/>
            </a:avLst>
          </a:prstGeom>
          <a:solidFill>
            <a:srgbClr val="00B0F0">
              <a:alpha val="4705"/>
            </a:srgbClr>
          </a:solidFill>
          <a:ln cap="flat" cmpd="sng" w="9525">
            <a:solidFill>
              <a:srgbClr val="99DFF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Configure interfaces.</a:t>
            </a:r>
            <a:endParaRPr/>
          </a:p>
        </p:txBody>
      </p:sp>
      <p:sp>
        <p:nvSpPr>
          <p:cNvPr id="1497" name="Google Shape;1497;p46"/>
          <p:cNvSpPr/>
          <p:nvPr/>
        </p:nvSpPr>
        <p:spPr>
          <a:xfrm>
            <a:off x="5577249" y="1301178"/>
            <a:ext cx="1289439" cy="505264"/>
          </a:xfrm>
          <a:prstGeom prst="roundRect">
            <a:avLst>
              <a:gd fmla="val 4298" name="adj"/>
            </a:avLst>
          </a:prstGeom>
          <a:solidFill>
            <a:srgbClr val="00B0F0">
              <a:alpha val="4705"/>
            </a:srgbClr>
          </a:solidFill>
          <a:ln cap="flat" cmpd="sng" w="9525">
            <a:solidFill>
              <a:srgbClr val="99DFF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Configure OSPF.</a:t>
            </a:r>
            <a:endParaRPr/>
          </a:p>
        </p:txBody>
      </p:sp>
      <p:cxnSp>
        <p:nvCxnSpPr>
          <p:cNvPr id="1498" name="Google Shape;1498;p46"/>
          <p:cNvCxnSpPr>
            <a:stCxn id="1496" idx="3"/>
            <a:endCxn id="1497" idx="1"/>
          </p:cNvCxnSpPr>
          <p:nvPr/>
        </p:nvCxnSpPr>
        <p:spPr>
          <a:xfrm>
            <a:off x="5071104" y="1553810"/>
            <a:ext cx="506100" cy="0"/>
          </a:xfrm>
          <a:prstGeom prst="straightConnector1">
            <a:avLst/>
          </a:prstGeom>
          <a:noFill/>
          <a:ln cap="flat" cmpd="sng" w="19050">
            <a:solidFill>
              <a:schemeClr val="dk1"/>
            </a:solidFill>
            <a:prstDash val="solid"/>
            <a:round/>
            <a:headEnd len="sm" w="sm" type="none"/>
            <a:tailEnd len="med" w="med" type="triangle"/>
          </a:ln>
        </p:spPr>
      </p:cxnSp>
      <p:sp>
        <p:nvSpPr>
          <p:cNvPr id="1499" name="Google Shape;1499;p46"/>
          <p:cNvSpPr/>
          <p:nvPr/>
        </p:nvSpPr>
        <p:spPr>
          <a:xfrm>
            <a:off x="7401899" y="1301178"/>
            <a:ext cx="1005403" cy="505264"/>
          </a:xfrm>
          <a:prstGeom prst="roundRect">
            <a:avLst>
              <a:gd fmla="val 4298" name="adj"/>
            </a:avLst>
          </a:prstGeom>
          <a:solidFill>
            <a:srgbClr val="00B0F0"/>
          </a:solidFill>
          <a:ln cap="flat" cmpd="sng" w="12700">
            <a:solidFill>
              <a:srgbClr val="1AABE2"/>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US" sz="1600">
                <a:solidFill>
                  <a:srgbClr val="FFFFFF"/>
                </a:solidFill>
                <a:latin typeface="Arial"/>
                <a:ea typeface="Arial"/>
                <a:cs typeface="Arial"/>
                <a:sym typeface="Arial"/>
              </a:rPr>
              <a:t>Verify the result.</a:t>
            </a:r>
            <a:endParaRPr/>
          </a:p>
        </p:txBody>
      </p:sp>
      <p:cxnSp>
        <p:nvCxnSpPr>
          <p:cNvPr id="1500" name="Google Shape;1500;p46"/>
          <p:cNvCxnSpPr>
            <a:stCxn id="1497" idx="3"/>
            <a:endCxn id="1499" idx="1"/>
          </p:cNvCxnSpPr>
          <p:nvPr/>
        </p:nvCxnSpPr>
        <p:spPr>
          <a:xfrm>
            <a:off x="6866688" y="1553810"/>
            <a:ext cx="535200" cy="0"/>
          </a:xfrm>
          <a:prstGeom prst="straightConnector1">
            <a:avLst/>
          </a:prstGeom>
          <a:noFill/>
          <a:ln cap="flat" cmpd="sng" w="19050">
            <a:solidFill>
              <a:schemeClr val="dk1"/>
            </a:solidFill>
            <a:prstDash val="solid"/>
            <a:round/>
            <a:headEnd len="sm" w="sm" type="none"/>
            <a:tailEnd len="med" w="med" type="triangle"/>
          </a:ln>
        </p:spPr>
      </p:cxnSp>
      <p:sp>
        <p:nvSpPr>
          <p:cNvPr id="1501" name="Google Shape;1501;p46"/>
          <p:cNvSpPr txBox="1"/>
          <p:nvPr/>
        </p:nvSpPr>
        <p:spPr>
          <a:xfrm>
            <a:off x="3297249" y="3859495"/>
            <a:ext cx="5624618" cy="2521909"/>
          </a:xfrm>
          <a:prstGeom prst="rect">
            <a:avLst/>
          </a:prstGeom>
          <a:solidFill>
            <a:srgbClr val="F4FBFE"/>
          </a:solidFill>
          <a:ln cap="flat" cmpd="sng" w="9525">
            <a:solidFill>
              <a:srgbClr val="99DFF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71428"/>
              </a:lnSpc>
              <a:spcBef>
                <a:spcPts val="0"/>
              </a:spcBef>
              <a:spcAft>
                <a:spcPts val="0"/>
              </a:spcAft>
              <a:buNone/>
            </a:pPr>
            <a:r>
              <a:rPr lang="en-US" sz="1400">
                <a:solidFill>
                  <a:srgbClr val="EC7061"/>
                </a:solidFill>
                <a:latin typeface="Arial"/>
                <a:ea typeface="Arial"/>
                <a:cs typeface="Arial"/>
                <a:sym typeface="Arial"/>
              </a:rPr>
              <a:t>&lt;R2&gt; display ospf peer brief </a:t>
            </a:r>
            <a:endParaRPr/>
          </a:p>
          <a:p>
            <a:pPr indent="0" lvl="0" marL="0" marR="0" rtl="0" algn="l">
              <a:lnSpc>
                <a:spcPct val="171428"/>
              </a:lnSpc>
              <a:spcBef>
                <a:spcPts val="0"/>
              </a:spcBef>
              <a:spcAft>
                <a:spcPts val="0"/>
              </a:spcAft>
              <a:buNone/>
            </a:pPr>
            <a:r>
              <a:rPr lang="en-US" sz="1400">
                <a:solidFill>
                  <a:srgbClr val="000000"/>
                </a:solidFill>
                <a:latin typeface="Arial"/>
                <a:ea typeface="Arial"/>
                <a:cs typeface="Arial"/>
                <a:sym typeface="Arial"/>
              </a:rPr>
              <a:t>	 OSPF Process 1 with Router ID 2.2.2.2</a:t>
            </a:r>
            <a:endParaRPr/>
          </a:p>
          <a:p>
            <a:pPr indent="0" lvl="0" marL="0" marR="0" rtl="0" algn="l">
              <a:lnSpc>
                <a:spcPct val="171428"/>
              </a:lnSpc>
              <a:spcBef>
                <a:spcPts val="0"/>
              </a:spcBef>
              <a:spcAft>
                <a:spcPts val="0"/>
              </a:spcAft>
              <a:buNone/>
            </a:pPr>
            <a:r>
              <a:rPr lang="en-US" sz="1400">
                <a:solidFill>
                  <a:srgbClr val="000000"/>
                </a:solidFill>
                <a:latin typeface="Arial"/>
                <a:ea typeface="Arial"/>
                <a:cs typeface="Arial"/>
                <a:sym typeface="Arial"/>
              </a:rPr>
              <a:t>		  Peer Statistic Information</a:t>
            </a:r>
            <a:endParaRPr/>
          </a:p>
          <a:p>
            <a:pPr indent="0" lvl="0" marL="0" marR="0" rtl="0" algn="l">
              <a:lnSpc>
                <a:spcPct val="171428"/>
              </a:lnSpc>
              <a:spcBef>
                <a:spcPts val="0"/>
              </a:spcBef>
              <a:spcAft>
                <a:spcPts val="0"/>
              </a:spcAft>
              <a:buNone/>
            </a:pPr>
            <a:r>
              <a:rPr lang="en-US" sz="1400">
                <a:solidFill>
                  <a:srgbClr val="000000"/>
                </a:solidFill>
                <a:latin typeface="Arial"/>
                <a:ea typeface="Arial"/>
                <a:cs typeface="Arial"/>
                <a:sym typeface="Arial"/>
              </a:rPr>
              <a:t> ----------------------------------------------------------------------------</a:t>
            </a:r>
            <a:endParaRPr/>
          </a:p>
          <a:p>
            <a:pPr indent="0" lvl="0" marL="0" marR="0" rtl="0" algn="l">
              <a:lnSpc>
                <a:spcPct val="171428"/>
              </a:lnSpc>
              <a:spcBef>
                <a:spcPts val="0"/>
              </a:spcBef>
              <a:spcAft>
                <a:spcPts val="0"/>
              </a:spcAft>
              <a:buNone/>
            </a:pPr>
            <a:r>
              <a:rPr lang="en-US" sz="1400">
                <a:solidFill>
                  <a:srgbClr val="000000"/>
                </a:solidFill>
                <a:latin typeface="Arial"/>
                <a:ea typeface="Arial"/>
                <a:cs typeface="Arial"/>
                <a:sym typeface="Arial"/>
              </a:rPr>
              <a:t> Area Id          Interface                        Neighbor id      State    </a:t>
            </a:r>
            <a:endParaRPr/>
          </a:p>
          <a:p>
            <a:pPr indent="0" lvl="0" marL="0" marR="0" rtl="0" algn="l">
              <a:lnSpc>
                <a:spcPct val="171428"/>
              </a:lnSpc>
              <a:spcBef>
                <a:spcPts val="0"/>
              </a:spcBef>
              <a:spcAft>
                <a:spcPts val="0"/>
              </a:spcAft>
              <a:buNone/>
            </a:pPr>
            <a:r>
              <a:rPr lang="en-US" sz="1400">
                <a:solidFill>
                  <a:srgbClr val="000000"/>
                </a:solidFill>
                <a:latin typeface="Arial"/>
                <a:ea typeface="Arial"/>
                <a:cs typeface="Arial"/>
                <a:sym typeface="Arial"/>
              </a:rPr>
              <a:t> </a:t>
            </a:r>
            <a:r>
              <a:rPr lang="en-US" sz="1400">
                <a:solidFill>
                  <a:srgbClr val="EC7061"/>
                </a:solidFill>
                <a:latin typeface="Arial"/>
                <a:ea typeface="Arial"/>
                <a:cs typeface="Arial"/>
                <a:sym typeface="Arial"/>
              </a:rPr>
              <a:t>0.0.0.0</a:t>
            </a:r>
            <a:r>
              <a:rPr lang="en-US" sz="1400">
                <a:solidFill>
                  <a:srgbClr val="000000"/>
                </a:solidFill>
                <a:latin typeface="Arial"/>
                <a:ea typeface="Arial"/>
                <a:cs typeface="Arial"/>
                <a:sym typeface="Arial"/>
              </a:rPr>
              <a:t>          GigabitEthernet0/0/0             1.1.1.1          </a:t>
            </a:r>
            <a:r>
              <a:rPr lang="en-US" sz="1400">
                <a:solidFill>
                  <a:srgbClr val="EC7061"/>
                </a:solidFill>
                <a:latin typeface="Arial"/>
                <a:ea typeface="Arial"/>
                <a:cs typeface="Arial"/>
                <a:sym typeface="Arial"/>
              </a:rPr>
              <a:t>Full</a:t>
            </a:r>
            <a:r>
              <a:rPr lang="en-US" sz="1400">
                <a:solidFill>
                  <a:srgbClr val="000000"/>
                </a:solidFill>
                <a:latin typeface="Arial"/>
                <a:ea typeface="Arial"/>
                <a:cs typeface="Arial"/>
                <a:sym typeface="Arial"/>
              </a:rPr>
              <a:t>        </a:t>
            </a:r>
            <a:endParaRPr/>
          </a:p>
          <a:p>
            <a:pPr indent="0" lvl="0" marL="0" marR="0" rtl="0" algn="l">
              <a:lnSpc>
                <a:spcPct val="171428"/>
              </a:lnSpc>
              <a:spcBef>
                <a:spcPts val="0"/>
              </a:spcBef>
              <a:spcAft>
                <a:spcPts val="0"/>
              </a:spcAft>
              <a:buNone/>
            </a:pPr>
            <a:r>
              <a:rPr lang="en-US" sz="1400">
                <a:solidFill>
                  <a:srgbClr val="000000"/>
                </a:solidFill>
                <a:latin typeface="Arial"/>
                <a:ea typeface="Arial"/>
                <a:cs typeface="Arial"/>
                <a:sym typeface="Arial"/>
              </a:rPr>
              <a:t> </a:t>
            </a:r>
            <a:r>
              <a:rPr lang="en-US" sz="1400">
                <a:solidFill>
                  <a:srgbClr val="EC7061"/>
                </a:solidFill>
                <a:latin typeface="Arial"/>
                <a:ea typeface="Arial"/>
                <a:cs typeface="Arial"/>
                <a:sym typeface="Arial"/>
              </a:rPr>
              <a:t>0.0.0.1</a:t>
            </a:r>
            <a:r>
              <a:rPr lang="en-US" sz="1400">
                <a:solidFill>
                  <a:srgbClr val="000000"/>
                </a:solidFill>
                <a:latin typeface="Arial"/>
                <a:ea typeface="Arial"/>
                <a:cs typeface="Arial"/>
                <a:sym typeface="Arial"/>
              </a:rPr>
              <a:t>          GigabitEthernet0/0/1             3.3.3.3          </a:t>
            </a:r>
            <a:r>
              <a:rPr lang="en-US" sz="1400">
                <a:solidFill>
                  <a:srgbClr val="EC7061"/>
                </a:solidFill>
                <a:latin typeface="Arial"/>
                <a:ea typeface="Arial"/>
                <a:cs typeface="Arial"/>
                <a:sym typeface="Arial"/>
              </a:rPr>
              <a:t>Full</a:t>
            </a:r>
            <a:r>
              <a:rPr lang="en-US" sz="1400">
                <a:solidFill>
                  <a:srgbClr val="000000"/>
                </a:solidFill>
                <a:latin typeface="Arial"/>
                <a:ea typeface="Arial"/>
                <a:cs typeface="Arial"/>
                <a:sym typeface="Arial"/>
              </a:rPr>
              <a:t>        </a:t>
            </a:r>
            <a:endParaRPr/>
          </a:p>
          <a:p>
            <a:pPr indent="0" lvl="0" marL="0" marR="0" rtl="0" algn="l">
              <a:lnSpc>
                <a:spcPct val="171428"/>
              </a:lnSpc>
              <a:spcBef>
                <a:spcPts val="0"/>
              </a:spcBef>
              <a:spcAft>
                <a:spcPts val="0"/>
              </a:spcAft>
              <a:buNone/>
            </a:pPr>
            <a:r>
              <a:rPr lang="en-US" sz="1400">
                <a:solidFill>
                  <a:srgbClr val="000000"/>
                </a:solidFill>
                <a:latin typeface="Arial"/>
                <a:ea typeface="Arial"/>
                <a:cs typeface="Arial"/>
                <a:sym typeface="Arial"/>
              </a:rPr>
              <a:t> ----------------------------------------------------------------------------</a:t>
            </a:r>
            <a:endParaRPr/>
          </a:p>
        </p:txBody>
      </p:sp>
      <p:sp>
        <p:nvSpPr>
          <p:cNvPr id="1502" name="Google Shape;1502;p46"/>
          <p:cNvSpPr txBox="1"/>
          <p:nvPr/>
        </p:nvSpPr>
        <p:spPr>
          <a:xfrm>
            <a:off x="1447195" y="3405997"/>
            <a:ext cx="5166377" cy="759603"/>
          </a:xfrm>
          <a:prstGeom prst="rect">
            <a:avLst/>
          </a:prstGeom>
          <a:noFill/>
          <a:ln>
            <a:noFill/>
          </a:ln>
        </p:spPr>
        <p:txBody>
          <a:bodyPr anchorCtr="0" anchor="t" bIns="45700" lIns="91425" spcFirstLastPara="1" rIns="91425" wrap="square" tIns="45700">
            <a:noAutofit/>
          </a:bodyPr>
          <a:lstStyle/>
          <a:p>
            <a:pPr indent="-302279" lvl="0" marL="302279" marR="0" rtl="0" algn="l">
              <a:lnSpc>
                <a:spcPct val="140000"/>
              </a:lnSpc>
              <a:spcBef>
                <a:spcPts val="0"/>
              </a:spcBef>
              <a:spcAft>
                <a:spcPts val="0"/>
              </a:spcAft>
              <a:buClr>
                <a:schemeClr val="dk1"/>
              </a:buClr>
              <a:buSzPts val="1600"/>
              <a:buFont typeface="Arial"/>
              <a:buChar char="•"/>
            </a:pPr>
            <a:r>
              <a:rPr lang="en-US" sz="1600">
                <a:solidFill>
                  <a:schemeClr val="dk1"/>
                </a:solidFill>
                <a:latin typeface="Arial"/>
                <a:ea typeface="Arial"/>
                <a:cs typeface="Arial"/>
                <a:sym typeface="Arial"/>
              </a:rPr>
              <a:t>Check the OSPF neighbor table on R2.</a:t>
            </a:r>
            <a:endParaRPr/>
          </a:p>
        </p:txBody>
      </p:sp>
      <p:sp>
        <p:nvSpPr>
          <p:cNvPr id="1503" name="Google Shape;1503;p46"/>
          <p:cNvSpPr txBox="1"/>
          <p:nvPr/>
        </p:nvSpPr>
        <p:spPr>
          <a:xfrm>
            <a:off x="3877704" y="2046437"/>
            <a:ext cx="798617"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Area 0</a:t>
            </a:r>
            <a:endParaRPr/>
          </a:p>
        </p:txBody>
      </p:sp>
      <p:sp>
        <p:nvSpPr>
          <p:cNvPr id="1504" name="Google Shape;1504;p46"/>
          <p:cNvSpPr txBox="1"/>
          <p:nvPr/>
        </p:nvSpPr>
        <p:spPr>
          <a:xfrm>
            <a:off x="7336309" y="2046437"/>
            <a:ext cx="798617"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Area 1</a:t>
            </a:r>
            <a:endParaRPr/>
          </a:p>
        </p:txBody>
      </p:sp>
      <p:sp>
        <p:nvSpPr>
          <p:cNvPr id="1505" name="Google Shape;1505;p46"/>
          <p:cNvSpPr/>
          <p:nvPr/>
        </p:nvSpPr>
        <p:spPr>
          <a:xfrm>
            <a:off x="1791092" y="5401641"/>
            <a:ext cx="1116435" cy="509185"/>
          </a:xfrm>
          <a:prstGeom prst="roundRect">
            <a:avLst>
              <a:gd fmla="val 7486" name="adj"/>
            </a:avLst>
          </a:prstGeom>
          <a:solidFill>
            <a:srgbClr val="00B0F0">
              <a:alpha val="4705"/>
            </a:srgbClr>
          </a:solidFill>
          <a:ln cap="flat" cmpd="sng" w="9525">
            <a:solidFill>
              <a:srgbClr val="99DFF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Area ID of a neighbor</a:t>
            </a:r>
            <a:endParaRPr/>
          </a:p>
        </p:txBody>
      </p:sp>
      <p:sp>
        <p:nvSpPr>
          <p:cNvPr id="1506" name="Google Shape;1506;p46"/>
          <p:cNvSpPr/>
          <p:nvPr/>
        </p:nvSpPr>
        <p:spPr>
          <a:xfrm>
            <a:off x="8971602" y="4990455"/>
            <a:ext cx="2649741" cy="1244398"/>
          </a:xfrm>
          <a:prstGeom prst="roundRect">
            <a:avLst>
              <a:gd fmla="val 7486" name="adj"/>
            </a:avLst>
          </a:prstGeom>
          <a:solidFill>
            <a:srgbClr val="00B0F0">
              <a:alpha val="4705"/>
            </a:srgbClr>
          </a:solidFill>
          <a:ln cap="flat" cmpd="sng" w="9525">
            <a:solidFill>
              <a:srgbClr val="99DFF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Neighbor status</a:t>
            </a:r>
            <a:endParaRPr/>
          </a:p>
          <a:p>
            <a:pPr indent="0" lvl="0" marL="0" marR="0" rtl="0" algn="l">
              <a:spcBef>
                <a:spcPts val="0"/>
              </a:spcBef>
              <a:spcAft>
                <a:spcPts val="0"/>
              </a:spcAft>
              <a:buNone/>
            </a:pPr>
            <a:r>
              <a:rPr lang="en-US" sz="1400">
                <a:solidFill>
                  <a:schemeClr val="dk1"/>
                </a:solidFill>
                <a:latin typeface="Arial"/>
                <a:ea typeface="Arial"/>
                <a:cs typeface="Arial"/>
                <a:sym typeface="Arial"/>
              </a:rPr>
              <a:t>Verify that the neighbor status is </a:t>
            </a:r>
            <a:r>
              <a:rPr lang="en-US" sz="1400">
                <a:solidFill>
                  <a:srgbClr val="EC7061"/>
                </a:solidFill>
                <a:latin typeface="Arial"/>
                <a:ea typeface="Arial"/>
                <a:cs typeface="Arial"/>
                <a:sym typeface="Arial"/>
              </a:rPr>
              <a:t>Full</a:t>
            </a:r>
            <a:r>
              <a:rPr lang="en-US" sz="1400">
                <a:solidFill>
                  <a:schemeClr val="dk1"/>
                </a:solidFill>
                <a:latin typeface="Arial"/>
                <a:ea typeface="Arial"/>
                <a:cs typeface="Arial"/>
                <a:sym typeface="Arial"/>
              </a:rPr>
              <a:t>, indicating that the adjacency has been established successfully.</a:t>
            </a:r>
            <a:endParaRPr/>
          </a:p>
        </p:txBody>
      </p:sp>
      <p:cxnSp>
        <p:nvCxnSpPr>
          <p:cNvPr id="1507" name="Google Shape;1507;p46"/>
          <p:cNvCxnSpPr/>
          <p:nvPr/>
        </p:nvCxnSpPr>
        <p:spPr>
          <a:xfrm flipH="1" rot="10800000">
            <a:off x="2906606" y="5689379"/>
            <a:ext cx="396000" cy="1"/>
          </a:xfrm>
          <a:prstGeom prst="straightConnector1">
            <a:avLst/>
          </a:prstGeom>
          <a:noFill/>
          <a:ln cap="flat" cmpd="sng" w="25400">
            <a:solidFill>
              <a:srgbClr val="00B0F0"/>
            </a:solidFill>
            <a:prstDash val="solid"/>
            <a:miter lim="800000"/>
            <a:headEnd len="sm" w="sm" type="none"/>
            <a:tailEnd len="med" w="med" type="triangle"/>
          </a:ln>
        </p:spPr>
      </p:cxnSp>
      <p:cxnSp>
        <p:nvCxnSpPr>
          <p:cNvPr id="1508" name="Google Shape;1508;p46"/>
          <p:cNvCxnSpPr/>
          <p:nvPr/>
        </p:nvCxnSpPr>
        <p:spPr>
          <a:xfrm rot="10800000">
            <a:off x="8560105" y="5701859"/>
            <a:ext cx="396000" cy="1"/>
          </a:xfrm>
          <a:prstGeom prst="straightConnector1">
            <a:avLst/>
          </a:prstGeom>
          <a:noFill/>
          <a:ln cap="flat" cmpd="sng" w="25400">
            <a:solidFill>
              <a:srgbClr val="00B0F0"/>
            </a:solidFill>
            <a:prstDash val="solid"/>
            <a:miter lim="800000"/>
            <a:headEnd len="sm" w="sm" type="none"/>
            <a:tailEnd len="med" w="med" type="triangle"/>
          </a:ln>
        </p:spPr>
      </p:cxn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2" name="Shape 1512"/>
        <p:cNvGrpSpPr/>
        <p:nvPr/>
      </p:nvGrpSpPr>
      <p:grpSpPr>
        <a:xfrm>
          <a:off x="0" y="0"/>
          <a:ext cx="0" cy="0"/>
          <a:chOff x="0" y="0"/>
          <a:chExt cx="0" cy="0"/>
        </a:xfrm>
      </p:grpSpPr>
      <p:sp>
        <p:nvSpPr>
          <p:cNvPr id="1513" name="Google Shape;1513;p47"/>
          <p:cNvSpPr txBox="1"/>
          <p:nvPr>
            <p:ph type="title"/>
          </p:nvPr>
        </p:nvSpPr>
        <p:spPr>
          <a:xfrm>
            <a:off x="1594800" y="452604"/>
            <a:ext cx="10154288" cy="640800"/>
          </a:xfrm>
          <a:prstGeom prst="rect">
            <a:avLst/>
          </a:prstGeom>
          <a:noFill/>
          <a:ln>
            <a:noFill/>
          </a:ln>
        </p:spPr>
        <p:txBody>
          <a:bodyPr anchorCtr="0" anchor="ctr" bIns="50400" lIns="100800" spcFirstLastPara="1" rIns="100800" wrap="square" tIns="50400">
            <a:noAutofit/>
          </a:bodyPr>
          <a:lstStyle/>
          <a:p>
            <a:pPr indent="0" lvl="0" marL="0" rtl="0" algn="l">
              <a:lnSpc>
                <a:spcPct val="90000"/>
              </a:lnSpc>
              <a:spcBef>
                <a:spcPts val="0"/>
              </a:spcBef>
              <a:spcAft>
                <a:spcPts val="0"/>
              </a:spcAft>
              <a:buClr>
                <a:schemeClr val="dk1"/>
              </a:buClr>
              <a:buSzPts val="3400"/>
              <a:buFont typeface="Arial"/>
              <a:buNone/>
            </a:pPr>
            <a:r>
              <a:rPr lang="en-US"/>
              <a:t>OSPF Configuration Example - Verification (2)</a:t>
            </a:r>
            <a:endParaRPr/>
          </a:p>
        </p:txBody>
      </p:sp>
      <p:sp>
        <p:nvSpPr>
          <p:cNvPr id="1514" name="Google Shape;1514;p47"/>
          <p:cNvSpPr txBox="1"/>
          <p:nvPr/>
        </p:nvSpPr>
        <p:spPr>
          <a:xfrm>
            <a:off x="2501316" y="1859349"/>
            <a:ext cx="6883984" cy="4368568"/>
          </a:xfrm>
          <a:prstGeom prst="rect">
            <a:avLst/>
          </a:prstGeom>
          <a:solidFill>
            <a:srgbClr val="F4FBFE"/>
          </a:solidFill>
          <a:ln cap="flat" cmpd="sng" w="9525">
            <a:solidFill>
              <a:srgbClr val="99DFF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71428"/>
              </a:lnSpc>
              <a:spcBef>
                <a:spcPts val="0"/>
              </a:spcBef>
              <a:spcAft>
                <a:spcPts val="0"/>
              </a:spcAft>
              <a:buNone/>
            </a:pPr>
            <a:r>
              <a:rPr lang="en-US" sz="1400">
                <a:solidFill>
                  <a:schemeClr val="dk1"/>
                </a:solidFill>
                <a:latin typeface="Arial"/>
                <a:ea typeface="Arial"/>
                <a:cs typeface="Arial"/>
                <a:sym typeface="Arial"/>
              </a:rPr>
              <a:t>&lt;R1&gt;display ip routing-table </a:t>
            </a:r>
            <a:endParaRPr/>
          </a:p>
          <a:p>
            <a:pPr indent="0" lvl="0" marL="0" marR="0" rtl="0" algn="l">
              <a:lnSpc>
                <a:spcPct val="171428"/>
              </a:lnSpc>
              <a:spcBef>
                <a:spcPts val="0"/>
              </a:spcBef>
              <a:spcAft>
                <a:spcPts val="0"/>
              </a:spcAft>
              <a:buNone/>
            </a:pPr>
            <a:r>
              <a:rPr lang="en-US" sz="1400">
                <a:solidFill>
                  <a:schemeClr val="dk1"/>
                </a:solidFill>
                <a:latin typeface="Arial"/>
                <a:ea typeface="Arial"/>
                <a:cs typeface="Arial"/>
                <a:sym typeface="Arial"/>
              </a:rPr>
              <a:t>Route Flags: R - relay, D - download to fib</a:t>
            </a:r>
            <a:endParaRPr/>
          </a:p>
          <a:p>
            <a:pPr indent="0" lvl="0" marL="0" marR="0" rtl="0" algn="l">
              <a:lnSpc>
                <a:spcPct val="171428"/>
              </a:lnSpc>
              <a:spcBef>
                <a:spcPts val="0"/>
              </a:spcBef>
              <a:spcAft>
                <a:spcPts val="0"/>
              </a:spcAft>
              <a:buNone/>
            </a:pPr>
            <a:r>
              <a:rPr lang="en-US" sz="1400">
                <a:solidFill>
                  <a:schemeClr val="dk1"/>
                </a:solidFill>
                <a:latin typeface="Arial"/>
                <a:ea typeface="Arial"/>
                <a:cs typeface="Arial"/>
                <a:sym typeface="Arial"/>
              </a:rPr>
              <a:t>------------------------------------------------------------------------------</a:t>
            </a:r>
            <a:endParaRPr/>
          </a:p>
          <a:p>
            <a:pPr indent="0" lvl="0" marL="0" marR="0" rtl="0" algn="l">
              <a:lnSpc>
                <a:spcPct val="171428"/>
              </a:lnSpc>
              <a:spcBef>
                <a:spcPts val="0"/>
              </a:spcBef>
              <a:spcAft>
                <a:spcPts val="0"/>
              </a:spcAft>
              <a:buNone/>
            </a:pPr>
            <a:r>
              <a:rPr lang="en-US" sz="1400">
                <a:solidFill>
                  <a:schemeClr val="dk1"/>
                </a:solidFill>
                <a:latin typeface="Arial"/>
                <a:ea typeface="Arial"/>
                <a:cs typeface="Arial"/>
                <a:sym typeface="Arial"/>
              </a:rPr>
              <a:t>Routing tables: Public</a:t>
            </a:r>
            <a:endParaRPr/>
          </a:p>
          <a:p>
            <a:pPr indent="0" lvl="0" marL="0" marR="0" rtl="0" algn="l">
              <a:lnSpc>
                <a:spcPct val="171428"/>
              </a:lnSpc>
              <a:spcBef>
                <a:spcPts val="0"/>
              </a:spcBef>
              <a:spcAft>
                <a:spcPts val="0"/>
              </a:spcAft>
              <a:buNone/>
            </a:pPr>
            <a:r>
              <a:rPr lang="en-US" sz="1400">
                <a:solidFill>
                  <a:schemeClr val="dk1"/>
                </a:solidFill>
                <a:latin typeface="Arial"/>
                <a:ea typeface="Arial"/>
                <a:cs typeface="Arial"/>
                <a:sym typeface="Arial"/>
              </a:rPr>
              <a:t>         Destinations : 10       Routes : 10       </a:t>
            </a:r>
            <a:endParaRPr/>
          </a:p>
          <a:p>
            <a:pPr indent="0" lvl="0" marL="0" marR="0" rtl="0" algn="l">
              <a:lnSpc>
                <a:spcPct val="171428"/>
              </a:lnSpc>
              <a:spcBef>
                <a:spcPts val="0"/>
              </a:spcBef>
              <a:spcAft>
                <a:spcPts val="0"/>
              </a:spcAft>
              <a:buNone/>
            </a:pPr>
            <a:r>
              <a:rPr lang="en-US" sz="1400">
                <a:solidFill>
                  <a:schemeClr val="dk1"/>
                </a:solidFill>
                <a:latin typeface="Arial"/>
                <a:ea typeface="Arial"/>
                <a:cs typeface="Arial"/>
                <a:sym typeface="Arial"/>
              </a:rPr>
              <a:t>Destination/Mask    Proto   Pre  Cost      Flags NextHop         Interface</a:t>
            </a:r>
            <a:endParaRPr/>
          </a:p>
          <a:p>
            <a:pPr indent="0" lvl="0" marL="0" marR="0" rtl="0" algn="l">
              <a:lnSpc>
                <a:spcPct val="171428"/>
              </a:lnSpc>
              <a:spcBef>
                <a:spcPts val="0"/>
              </a:spcBef>
              <a:spcAft>
                <a:spcPts val="0"/>
              </a:spcAft>
              <a:buNone/>
            </a:pPr>
            <a:r>
              <a:rPr lang="en-US" sz="1400">
                <a:solidFill>
                  <a:schemeClr val="dk1"/>
                </a:solidFill>
                <a:latin typeface="Arial"/>
                <a:ea typeface="Arial"/>
                <a:cs typeface="Arial"/>
                <a:sym typeface="Arial"/>
              </a:rPr>
              <a:t>        1.1.1.1/32       Direct    0    0           D   127.0.0.1          LoopBack0</a:t>
            </a:r>
            <a:endParaRPr/>
          </a:p>
          <a:p>
            <a:pPr indent="0" lvl="0" marL="0" marR="0" rtl="0" algn="l">
              <a:lnSpc>
                <a:spcPct val="171428"/>
              </a:lnSpc>
              <a:spcBef>
                <a:spcPts val="0"/>
              </a:spcBef>
              <a:spcAft>
                <a:spcPts val="0"/>
              </a:spcAft>
              <a:buNone/>
            </a:pPr>
            <a:r>
              <a:rPr lang="en-US" sz="1400">
                <a:solidFill>
                  <a:schemeClr val="dk1"/>
                </a:solidFill>
                <a:latin typeface="Arial"/>
                <a:ea typeface="Arial"/>
                <a:cs typeface="Arial"/>
                <a:sym typeface="Arial"/>
              </a:rPr>
              <a:t>        </a:t>
            </a:r>
            <a:r>
              <a:rPr lang="en-US" sz="1400">
                <a:solidFill>
                  <a:srgbClr val="7F6000"/>
                </a:solidFill>
                <a:latin typeface="Arial"/>
                <a:ea typeface="Arial"/>
                <a:cs typeface="Arial"/>
                <a:sym typeface="Arial"/>
              </a:rPr>
              <a:t>3.3.3.3/32       OSPF    10   2           D   10.1.12.2       GigabitEthernet 0/0/0</a:t>
            </a:r>
            <a:endParaRPr/>
          </a:p>
          <a:p>
            <a:pPr indent="0" lvl="0" marL="0" marR="0" rtl="0" algn="l">
              <a:lnSpc>
                <a:spcPct val="171428"/>
              </a:lnSpc>
              <a:spcBef>
                <a:spcPts val="0"/>
              </a:spcBef>
              <a:spcAft>
                <a:spcPts val="0"/>
              </a:spcAft>
              <a:buNone/>
            </a:pPr>
            <a:r>
              <a:rPr lang="en-US" sz="1400">
                <a:solidFill>
                  <a:schemeClr val="dk1"/>
                </a:solidFill>
                <a:latin typeface="Arial"/>
                <a:ea typeface="Arial"/>
                <a:cs typeface="Arial"/>
                <a:sym typeface="Arial"/>
              </a:rPr>
              <a:t>      10.1.12.0/30     Direct    0    0           D   10.1.12.1       GigabitEthernet 0/0/0</a:t>
            </a:r>
            <a:endParaRPr/>
          </a:p>
          <a:p>
            <a:pPr indent="0" lvl="0" marL="0" marR="0" rtl="0" algn="l">
              <a:lnSpc>
                <a:spcPct val="171428"/>
              </a:lnSpc>
              <a:spcBef>
                <a:spcPts val="0"/>
              </a:spcBef>
              <a:spcAft>
                <a:spcPts val="0"/>
              </a:spcAft>
              <a:buNone/>
            </a:pPr>
            <a:r>
              <a:rPr lang="en-US" sz="1400">
                <a:solidFill>
                  <a:schemeClr val="dk1"/>
                </a:solidFill>
                <a:latin typeface="Arial"/>
                <a:ea typeface="Arial"/>
                <a:cs typeface="Arial"/>
                <a:sym typeface="Arial"/>
              </a:rPr>
              <a:t>…</a:t>
            </a:r>
            <a:endParaRPr/>
          </a:p>
          <a:p>
            <a:pPr indent="0" lvl="0" marL="0" marR="0" rtl="0" algn="l">
              <a:lnSpc>
                <a:spcPct val="171428"/>
              </a:lnSpc>
              <a:spcBef>
                <a:spcPts val="0"/>
              </a:spcBef>
              <a:spcAft>
                <a:spcPts val="0"/>
              </a:spcAft>
              <a:buNone/>
            </a:pPr>
            <a:r>
              <a:rPr lang="en-US" sz="1400">
                <a:solidFill>
                  <a:schemeClr val="dk1"/>
                </a:solidFill>
                <a:latin typeface="Arial"/>
                <a:ea typeface="Arial"/>
                <a:cs typeface="Arial"/>
                <a:sym typeface="Arial"/>
              </a:rPr>
              <a:t>&lt;R1&gt;</a:t>
            </a:r>
            <a:r>
              <a:rPr lang="en-US" sz="1400">
                <a:solidFill>
                  <a:srgbClr val="7F6000"/>
                </a:solidFill>
                <a:latin typeface="Arial"/>
                <a:ea typeface="Arial"/>
                <a:cs typeface="Arial"/>
                <a:sym typeface="Arial"/>
              </a:rPr>
              <a:t>ping</a:t>
            </a:r>
            <a:r>
              <a:rPr lang="en-US" sz="1400">
                <a:solidFill>
                  <a:srgbClr val="EC7061"/>
                </a:solidFill>
                <a:latin typeface="Arial"/>
                <a:ea typeface="Arial"/>
                <a:cs typeface="Arial"/>
                <a:sym typeface="Arial"/>
              </a:rPr>
              <a:t> </a:t>
            </a:r>
            <a:r>
              <a:rPr lang="en-US" sz="1400">
                <a:solidFill>
                  <a:srgbClr val="7F6000"/>
                </a:solidFill>
                <a:latin typeface="Arial"/>
                <a:ea typeface="Arial"/>
                <a:cs typeface="Arial"/>
                <a:sym typeface="Arial"/>
              </a:rPr>
              <a:t>-a 1.1.1.1 3.3.3.3</a:t>
            </a:r>
            <a:endParaRPr/>
          </a:p>
          <a:p>
            <a:pPr indent="0" lvl="0" marL="0" marR="0" rtl="0" algn="l">
              <a:lnSpc>
                <a:spcPct val="171428"/>
              </a:lnSpc>
              <a:spcBef>
                <a:spcPts val="0"/>
              </a:spcBef>
              <a:spcAft>
                <a:spcPts val="0"/>
              </a:spcAft>
              <a:buNone/>
            </a:pPr>
            <a:r>
              <a:rPr lang="en-US" sz="1400">
                <a:solidFill>
                  <a:schemeClr val="dk1"/>
                </a:solidFill>
                <a:latin typeface="Arial"/>
                <a:ea typeface="Arial"/>
                <a:cs typeface="Arial"/>
                <a:sym typeface="Arial"/>
              </a:rPr>
              <a:t>  PING 3.3.3.3: 56  data bytes, press CTRL_C to break</a:t>
            </a:r>
            <a:endParaRPr/>
          </a:p>
          <a:p>
            <a:pPr indent="0" lvl="0" marL="0" marR="0" rtl="0" algn="l">
              <a:lnSpc>
                <a:spcPct val="171428"/>
              </a:lnSpc>
              <a:spcBef>
                <a:spcPts val="0"/>
              </a:spcBef>
              <a:spcAft>
                <a:spcPts val="0"/>
              </a:spcAft>
              <a:buNone/>
            </a:pPr>
            <a:r>
              <a:rPr lang="en-US" sz="1400">
                <a:solidFill>
                  <a:schemeClr val="dk1"/>
                </a:solidFill>
                <a:latin typeface="Arial"/>
                <a:ea typeface="Arial"/>
                <a:cs typeface="Arial"/>
                <a:sym typeface="Arial"/>
              </a:rPr>
              <a:t>    Reply from 3.3.3.3: bytes = 56 Sequence = 1 ttl = 254 time = 50 ms</a:t>
            </a:r>
            <a:endParaRPr sz="1400">
              <a:solidFill>
                <a:schemeClr val="dk1"/>
              </a:solidFill>
              <a:latin typeface="Arial"/>
              <a:ea typeface="Arial"/>
              <a:cs typeface="Arial"/>
              <a:sym typeface="Arial"/>
            </a:endParaRPr>
          </a:p>
          <a:p>
            <a:pPr indent="0" lvl="0" marL="0" marR="0" rtl="0" algn="l">
              <a:lnSpc>
                <a:spcPct val="171428"/>
              </a:lnSpc>
              <a:spcBef>
                <a:spcPts val="0"/>
              </a:spcBef>
              <a:spcAft>
                <a:spcPts val="0"/>
              </a:spcAft>
              <a:buNone/>
            </a:pPr>
            <a:r>
              <a:rPr lang="en-US" sz="1400">
                <a:solidFill>
                  <a:schemeClr val="dk1"/>
                </a:solidFill>
                <a:latin typeface="Arial"/>
                <a:ea typeface="Arial"/>
                <a:cs typeface="Arial"/>
                <a:sym typeface="Arial"/>
              </a:rPr>
              <a:t>…</a:t>
            </a:r>
            <a:endParaRPr/>
          </a:p>
        </p:txBody>
      </p:sp>
      <p:sp>
        <p:nvSpPr>
          <p:cNvPr id="1515" name="Google Shape;1515;p47"/>
          <p:cNvSpPr txBox="1"/>
          <p:nvPr/>
        </p:nvSpPr>
        <p:spPr>
          <a:xfrm>
            <a:off x="555443" y="1293237"/>
            <a:ext cx="6993022" cy="459363"/>
          </a:xfrm>
          <a:prstGeom prst="rect">
            <a:avLst/>
          </a:prstGeom>
          <a:noFill/>
          <a:ln>
            <a:noFill/>
          </a:ln>
        </p:spPr>
        <p:txBody>
          <a:bodyPr anchorCtr="0" anchor="t" bIns="45700" lIns="91425" spcFirstLastPara="1" rIns="91425" wrap="square" tIns="45700">
            <a:noAutofit/>
          </a:bodyPr>
          <a:lstStyle/>
          <a:p>
            <a:pPr indent="-302279" lvl="0" marL="302279" marR="0" rtl="0" algn="l">
              <a:lnSpc>
                <a:spcPct val="140000"/>
              </a:lnSpc>
              <a:spcBef>
                <a:spcPts val="0"/>
              </a:spcBef>
              <a:spcAft>
                <a:spcPts val="0"/>
              </a:spcAft>
              <a:buClr>
                <a:schemeClr val="dk1"/>
              </a:buClr>
              <a:buSzPts val="1600"/>
              <a:buFont typeface="Arial"/>
              <a:buChar char="•"/>
            </a:pPr>
            <a:r>
              <a:rPr lang="en-US" sz="1600">
                <a:solidFill>
                  <a:schemeClr val="dk1"/>
                </a:solidFill>
                <a:latin typeface="Arial"/>
                <a:ea typeface="Arial"/>
                <a:cs typeface="Arial"/>
                <a:sym typeface="Arial"/>
              </a:rPr>
              <a:t>Check the routing table on R1 and ping 3.3.3.3 from 1.1.1.1.</a:t>
            </a:r>
            <a:endParaRPr/>
          </a:p>
        </p:txBody>
      </p:sp>
      <p:sp>
        <p:nvSpPr>
          <p:cNvPr id="1516" name="Google Shape;1516;p47"/>
          <p:cNvSpPr/>
          <p:nvPr/>
        </p:nvSpPr>
        <p:spPr>
          <a:xfrm>
            <a:off x="698500" y="3461657"/>
            <a:ext cx="1361716" cy="1040454"/>
          </a:xfrm>
          <a:prstGeom prst="roundRect">
            <a:avLst>
              <a:gd fmla="val 7486" name="adj"/>
            </a:avLst>
          </a:prstGeom>
          <a:solidFill>
            <a:srgbClr val="00B0F0">
              <a:alpha val="4705"/>
            </a:srgbClr>
          </a:solidFill>
          <a:ln cap="flat" cmpd="sng" w="9525">
            <a:solidFill>
              <a:srgbClr val="99DFF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Route to 3.3.3.3/32 learned using OSPF</a:t>
            </a:r>
            <a:endParaRPr/>
          </a:p>
        </p:txBody>
      </p:sp>
      <p:cxnSp>
        <p:nvCxnSpPr>
          <p:cNvPr id="1517" name="Google Shape;1517;p47"/>
          <p:cNvCxnSpPr/>
          <p:nvPr/>
        </p:nvCxnSpPr>
        <p:spPr>
          <a:xfrm flipH="1" rot="10800000">
            <a:off x="2049310" y="5106324"/>
            <a:ext cx="468000" cy="1"/>
          </a:xfrm>
          <a:prstGeom prst="straightConnector1">
            <a:avLst/>
          </a:prstGeom>
          <a:noFill/>
          <a:ln cap="flat" cmpd="sng" w="25400">
            <a:solidFill>
              <a:srgbClr val="00B0F0"/>
            </a:solidFill>
            <a:prstDash val="solid"/>
            <a:miter lim="800000"/>
            <a:headEnd len="sm" w="sm" type="none"/>
            <a:tailEnd len="med" w="med" type="triangle"/>
          </a:ln>
        </p:spPr>
      </p:cxnSp>
      <p:sp>
        <p:nvSpPr>
          <p:cNvPr id="1518" name="Google Shape;1518;p47"/>
          <p:cNvSpPr/>
          <p:nvPr/>
        </p:nvSpPr>
        <p:spPr>
          <a:xfrm>
            <a:off x="698500" y="4759143"/>
            <a:ext cx="1361716" cy="1240441"/>
          </a:xfrm>
          <a:prstGeom prst="roundRect">
            <a:avLst>
              <a:gd fmla="val 7486" name="adj"/>
            </a:avLst>
          </a:prstGeom>
          <a:solidFill>
            <a:srgbClr val="00B0F0">
              <a:alpha val="4705"/>
            </a:srgbClr>
          </a:solidFill>
          <a:ln cap="flat" cmpd="sng" w="9525">
            <a:solidFill>
              <a:srgbClr val="99DFF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Set the source IP address to 1.1.1.1 and ping 3.3.3.3.</a:t>
            </a:r>
            <a:endParaRPr/>
          </a:p>
        </p:txBody>
      </p:sp>
      <p:cxnSp>
        <p:nvCxnSpPr>
          <p:cNvPr id="1519" name="Google Shape;1519;p47"/>
          <p:cNvCxnSpPr/>
          <p:nvPr/>
        </p:nvCxnSpPr>
        <p:spPr>
          <a:xfrm flipH="1" rot="10800000">
            <a:off x="2060216" y="4231131"/>
            <a:ext cx="468000" cy="1"/>
          </a:xfrm>
          <a:prstGeom prst="straightConnector1">
            <a:avLst/>
          </a:prstGeom>
          <a:noFill/>
          <a:ln cap="flat" cmpd="sng" w="25400">
            <a:solidFill>
              <a:srgbClr val="00B0F0"/>
            </a:solidFill>
            <a:prstDash val="solid"/>
            <a:miter lim="800000"/>
            <a:headEnd len="sm" w="sm" type="none"/>
            <a:tailEnd len="med" w="med" type="triangle"/>
          </a:ln>
        </p:spPr>
      </p:cxn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3" name="Shape 1523"/>
        <p:cNvGrpSpPr/>
        <p:nvPr/>
      </p:nvGrpSpPr>
      <p:grpSpPr>
        <a:xfrm>
          <a:off x="0" y="0"/>
          <a:ext cx="0" cy="0"/>
          <a:chOff x="0" y="0"/>
          <a:chExt cx="0" cy="0"/>
        </a:xfrm>
      </p:grpSpPr>
      <p:sp>
        <p:nvSpPr>
          <p:cNvPr id="1524" name="Google Shape;1524;p48"/>
          <p:cNvSpPr txBox="1"/>
          <p:nvPr>
            <p:ph idx="1" type="body"/>
          </p:nvPr>
        </p:nvSpPr>
        <p:spPr>
          <a:xfrm>
            <a:off x="451878" y="1242452"/>
            <a:ext cx="11306175" cy="4680000"/>
          </a:xfrm>
          <a:prstGeom prst="rect">
            <a:avLst/>
          </a:prstGeom>
          <a:noFill/>
          <a:ln>
            <a:noFill/>
          </a:ln>
        </p:spPr>
        <p:txBody>
          <a:bodyPr anchorCtr="0" anchor="t" bIns="40050" lIns="80125" spcFirstLastPara="1" rIns="80125" wrap="square" tIns="40050">
            <a:noAutofit/>
          </a:bodyPr>
          <a:lstStyle/>
          <a:p>
            <a:pPr indent="-457200" lvl="0" marL="457200" marR="0" rtl="0" algn="just">
              <a:lnSpc>
                <a:spcPct val="140000"/>
              </a:lnSpc>
              <a:spcBef>
                <a:spcPts val="0"/>
              </a:spcBef>
              <a:spcAft>
                <a:spcPts val="0"/>
              </a:spcAft>
              <a:buClr>
                <a:schemeClr val="dk1"/>
              </a:buClr>
              <a:buSzPts val="1800"/>
              <a:buFont typeface="Arial"/>
              <a:buAutoNum type="arabicPeriod"/>
            </a:pPr>
            <a:r>
              <a:rPr lang="en-US" sz="1800"/>
              <a:t>(Multiple) In the process of establishing OSPF neighbor relationships and adjacencies, which of the following states are stable? (     )</a:t>
            </a:r>
            <a:endParaRPr/>
          </a:p>
          <a:p>
            <a:pPr indent="-342900" lvl="1" marL="744537" rtl="0" algn="just">
              <a:lnSpc>
                <a:spcPct val="140000"/>
              </a:lnSpc>
              <a:spcBef>
                <a:spcPts val="720"/>
              </a:spcBef>
              <a:spcAft>
                <a:spcPts val="0"/>
              </a:spcAft>
              <a:buClr>
                <a:schemeClr val="dk1"/>
              </a:buClr>
              <a:buSzPts val="1600"/>
              <a:buAutoNum type="alphaUcPeriod"/>
            </a:pPr>
            <a:r>
              <a:rPr lang="en-US" sz="1600"/>
              <a:t>Exstart</a:t>
            </a:r>
            <a:endParaRPr sz="1600"/>
          </a:p>
          <a:p>
            <a:pPr indent="-342900" lvl="1" marL="744537" rtl="0" algn="just">
              <a:lnSpc>
                <a:spcPct val="140000"/>
              </a:lnSpc>
              <a:spcBef>
                <a:spcPts val="720"/>
              </a:spcBef>
              <a:spcAft>
                <a:spcPts val="0"/>
              </a:spcAft>
              <a:buClr>
                <a:schemeClr val="dk1"/>
              </a:buClr>
              <a:buSzPts val="1600"/>
              <a:buAutoNum type="alphaUcPeriod"/>
            </a:pPr>
            <a:r>
              <a:rPr lang="en-US" sz="1600"/>
              <a:t>Two-way</a:t>
            </a:r>
            <a:endParaRPr/>
          </a:p>
          <a:p>
            <a:pPr indent="-342900" lvl="1" marL="744537" rtl="0" algn="just">
              <a:lnSpc>
                <a:spcPct val="140000"/>
              </a:lnSpc>
              <a:spcBef>
                <a:spcPts val="720"/>
              </a:spcBef>
              <a:spcAft>
                <a:spcPts val="0"/>
              </a:spcAft>
              <a:buClr>
                <a:schemeClr val="dk1"/>
              </a:buClr>
              <a:buSzPts val="1600"/>
              <a:buAutoNum type="alphaUcPeriod"/>
            </a:pPr>
            <a:r>
              <a:rPr lang="en-US" sz="1600"/>
              <a:t>Exchange</a:t>
            </a:r>
            <a:endParaRPr/>
          </a:p>
          <a:p>
            <a:pPr indent="-342900" lvl="1" marL="744537" rtl="0" algn="just">
              <a:lnSpc>
                <a:spcPct val="140000"/>
              </a:lnSpc>
              <a:spcBef>
                <a:spcPts val="720"/>
              </a:spcBef>
              <a:spcAft>
                <a:spcPts val="0"/>
              </a:spcAft>
              <a:buClr>
                <a:schemeClr val="dk1"/>
              </a:buClr>
              <a:buSzPts val="1600"/>
              <a:buAutoNum type="alphaUcPeriod"/>
            </a:pPr>
            <a:r>
              <a:rPr lang="en-US" sz="1600"/>
              <a:t>Full</a:t>
            </a:r>
            <a:endParaRPr/>
          </a:p>
          <a:p>
            <a:pPr indent="-457200" lvl="0" marL="457200" marR="0" rtl="0" algn="just">
              <a:lnSpc>
                <a:spcPct val="140000"/>
              </a:lnSpc>
              <a:spcBef>
                <a:spcPts val="540"/>
              </a:spcBef>
              <a:spcAft>
                <a:spcPts val="0"/>
              </a:spcAft>
              <a:buClr>
                <a:schemeClr val="dk1"/>
              </a:buClr>
              <a:buSzPts val="1800"/>
              <a:buFont typeface="Arial"/>
              <a:buAutoNum type="arabicPeriod"/>
            </a:pPr>
            <a:r>
              <a:rPr lang="en-US" sz="1800"/>
              <a:t>(Multiple) In which of the following situation will the establishment of adjacencies between routers be triggered? (     )</a:t>
            </a:r>
            <a:endParaRPr sz="1800"/>
          </a:p>
          <a:p>
            <a:pPr indent="-342900" lvl="1" marL="744537" rtl="0" algn="just">
              <a:lnSpc>
                <a:spcPct val="140000"/>
              </a:lnSpc>
              <a:spcBef>
                <a:spcPts val="720"/>
              </a:spcBef>
              <a:spcAft>
                <a:spcPts val="0"/>
              </a:spcAft>
              <a:buClr>
                <a:schemeClr val="dk1"/>
              </a:buClr>
              <a:buSzPts val="1600"/>
              <a:buAutoNum type="alphaUcPeriod"/>
            </a:pPr>
            <a:r>
              <a:rPr lang="en-US" sz="1600"/>
              <a:t>Two routers on a point-to-point link</a:t>
            </a:r>
            <a:endParaRPr/>
          </a:p>
          <a:p>
            <a:pPr indent="-342900" lvl="1" marL="744537" rtl="0" algn="just">
              <a:lnSpc>
                <a:spcPct val="140000"/>
              </a:lnSpc>
              <a:spcBef>
                <a:spcPts val="720"/>
              </a:spcBef>
              <a:spcAft>
                <a:spcPts val="0"/>
              </a:spcAft>
              <a:buClr>
                <a:schemeClr val="dk1"/>
              </a:buClr>
              <a:buSzPts val="1600"/>
              <a:buAutoNum type="alphaUcPeriod"/>
            </a:pPr>
            <a:r>
              <a:rPr lang="en-US" sz="1600"/>
              <a:t>DR and BDR on a broadcast network</a:t>
            </a:r>
            <a:endParaRPr/>
          </a:p>
          <a:p>
            <a:pPr indent="-342900" lvl="1" marL="744537" rtl="0" algn="just">
              <a:lnSpc>
                <a:spcPct val="140000"/>
              </a:lnSpc>
              <a:spcBef>
                <a:spcPts val="720"/>
              </a:spcBef>
              <a:spcAft>
                <a:spcPts val="0"/>
              </a:spcAft>
              <a:buClr>
                <a:schemeClr val="dk1"/>
              </a:buClr>
              <a:buSzPts val="1600"/>
              <a:buAutoNum type="alphaUcPeriod"/>
            </a:pPr>
            <a:r>
              <a:rPr lang="en-US" sz="1600"/>
              <a:t>DRother and DRother on an NBMA network</a:t>
            </a:r>
            <a:endParaRPr/>
          </a:p>
          <a:p>
            <a:pPr indent="-342900" lvl="1" marL="744537" rtl="0" algn="just">
              <a:lnSpc>
                <a:spcPct val="140000"/>
              </a:lnSpc>
              <a:spcBef>
                <a:spcPts val="720"/>
              </a:spcBef>
              <a:spcAft>
                <a:spcPts val="0"/>
              </a:spcAft>
              <a:buClr>
                <a:schemeClr val="dk1"/>
              </a:buClr>
              <a:buSzPts val="1600"/>
              <a:buAutoNum type="alphaUcPeriod"/>
            </a:pPr>
            <a:r>
              <a:rPr lang="en-US" sz="1600"/>
              <a:t>BDR and DRother on a broadcast network</a:t>
            </a:r>
            <a:endParaRPr sz="1600"/>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8" name="Shape 1528"/>
        <p:cNvGrpSpPr/>
        <p:nvPr/>
      </p:nvGrpSpPr>
      <p:grpSpPr>
        <a:xfrm>
          <a:off x="0" y="0"/>
          <a:ext cx="0" cy="0"/>
          <a:chOff x="0" y="0"/>
          <a:chExt cx="0" cy="0"/>
        </a:xfrm>
      </p:grpSpPr>
      <p:sp>
        <p:nvSpPr>
          <p:cNvPr id="1529" name="Google Shape;1529;p49"/>
          <p:cNvSpPr txBox="1"/>
          <p:nvPr>
            <p:ph idx="1" type="body"/>
          </p:nvPr>
        </p:nvSpPr>
        <p:spPr>
          <a:xfrm>
            <a:off x="451879" y="1241721"/>
            <a:ext cx="11306174" cy="4680000"/>
          </a:xfrm>
          <a:prstGeom prst="rect">
            <a:avLst/>
          </a:prstGeom>
          <a:noFill/>
          <a:ln>
            <a:noFill/>
          </a:ln>
        </p:spPr>
        <p:txBody>
          <a:bodyPr anchorCtr="0" anchor="t" bIns="40050" lIns="80125" spcFirstLastPara="1" rIns="80125" wrap="square" tIns="40050">
            <a:noAutofit/>
          </a:bodyPr>
          <a:lstStyle/>
          <a:p>
            <a:pPr indent="-302279" lvl="0" marL="302279" rtl="0" algn="just">
              <a:lnSpc>
                <a:spcPct val="140000"/>
              </a:lnSpc>
              <a:spcBef>
                <a:spcPts val="0"/>
              </a:spcBef>
              <a:spcAft>
                <a:spcPts val="0"/>
              </a:spcAft>
              <a:buClr>
                <a:schemeClr val="dk1"/>
              </a:buClr>
              <a:buSzPts val="1050"/>
              <a:buChar char="●"/>
            </a:pPr>
            <a:r>
              <a:rPr lang="en-US"/>
              <a:t>OSPF is a widely used routing protocol on the live network. This presentation describes basic concepts, application scenarios, and basic configurations of OSPF.</a:t>
            </a:r>
            <a:endParaRPr/>
          </a:p>
          <a:p>
            <a:pPr indent="-302279" lvl="0" marL="302279" rtl="0" algn="just">
              <a:lnSpc>
                <a:spcPct val="140000"/>
              </a:lnSpc>
              <a:spcBef>
                <a:spcPts val="792"/>
              </a:spcBef>
              <a:spcAft>
                <a:spcPts val="0"/>
              </a:spcAft>
              <a:buClr>
                <a:schemeClr val="dk1"/>
              </a:buClr>
              <a:buSzPts val="1050"/>
              <a:buChar char="●"/>
            </a:pPr>
            <a:r>
              <a:rPr lang="en-US"/>
              <a:t>The router ID, area, OSPF neighbor table, LSDB table, and OSPF routing table are basic OSPF concepts. Describe the establishment of OSPF neighbor relationships and adjacencies, which helps you better understand the link-state routing protocol.</a:t>
            </a:r>
            <a:endParaRPr/>
          </a:p>
          <a:p>
            <a:pPr indent="-302279" lvl="0" marL="302279" rtl="0" algn="just">
              <a:lnSpc>
                <a:spcPct val="140000"/>
              </a:lnSpc>
              <a:spcBef>
                <a:spcPts val="792"/>
              </a:spcBef>
              <a:spcAft>
                <a:spcPts val="0"/>
              </a:spcAft>
              <a:buClr>
                <a:schemeClr val="dk1"/>
              </a:buClr>
              <a:buSzPts val="1050"/>
              <a:buChar char="●"/>
            </a:pPr>
            <a:r>
              <a:rPr lang="en-US"/>
              <a:t>OSPF has more interesting details, such as LSA types, the SPF calculation process, and the OSPF special area. For more OSPF information, please continue your Huawei HCIP-Datacom certification courses.</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3" name="Shape 1533"/>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自定义设计方案">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2018-11-29T10:16:29Z</dcterms:created>
  <dc:creator>fanyan (A)</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2015_ms_pID_725343">
    <vt:lpwstr>(3)HvcqWtbCJO8qhRbaFd99EEnlhmB+1dKKFgBM5p9tWoeb1zqWhTuF6IMXlerjcpLmHLjLIxEj
D1rWVu/0pjDEod5sRG2G6ELLjGZcOKWUlj2BShVJTjMdbAm1T9P8/IgGsGXs3rtaYJvEemVh
kdUbg2nmZWIb94PQD8ZEZ9K6OscSy8qIM5deLx8pW7K/h4/bhjfjwu0i4+gkncj1Vl3X5KWK
s/1xSUjXTkb5M1Z14c</vt:lpwstr>
  </property>
  <property fmtid="{D5CDD505-2E9C-101B-9397-08002B2CF9AE}" pid="3" name="_2015_ms_pID_7253431">
    <vt:lpwstr>t+HUMS8LZkTVtv56C6mwMVDjfpWO6ZrLxmYWjraazNs2LheW8GDqTI
HHB+HjLz8PWjg3LLK6vz34yRmqyYiyB4Tfw6o5/H0A7lwFJEJIyj3ouExLUo43tdpJH+iPl4
cWvhOn93UPwuGxy5w5v+2n/3+JWhGv5BRoOLIIQqq77aztrZdChcXPRBf5JUkxpnmydRJJN4
IPC8rvWT0gK3lJd3BZ8+mBv1pIPP4e2uwt9m</vt:lpwstr>
  </property>
  <property fmtid="{D5CDD505-2E9C-101B-9397-08002B2CF9AE}" pid="4" name="_2015_ms_pID_7253432">
    <vt:lpwstr>kg==</vt:lpwstr>
  </property>
  <property fmtid="{D5CDD505-2E9C-101B-9397-08002B2CF9AE}" pid="5" name="_readonly">
    <vt:lpwstr/>
  </property>
  <property fmtid="{D5CDD505-2E9C-101B-9397-08002B2CF9AE}" pid="6" name="_change">
    <vt:lpwstr/>
  </property>
  <property fmtid="{D5CDD505-2E9C-101B-9397-08002B2CF9AE}" pid="7" name="_full-control">
    <vt:lpwstr/>
  </property>
  <property fmtid="{D5CDD505-2E9C-101B-9397-08002B2CF9AE}" pid="8" name="sflag">
    <vt:lpwstr>1587890484</vt:lpwstr>
  </property>
</Properties>
</file>